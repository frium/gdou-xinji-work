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3"/>
    <p:sldId id="1463" r:id="rId4"/>
    <p:sldId id="1464" r:id="rId5"/>
    <p:sldId id="1465" r:id="rId6"/>
    <p:sldId id="338" r:id="rId7"/>
    <p:sldId id="257" r:id="rId8"/>
    <p:sldId id="258" r:id="rId9"/>
    <p:sldId id="259" r:id="rId10"/>
    <p:sldId id="260" r:id="rId11"/>
    <p:sldId id="262" r:id="rId12"/>
    <p:sldId id="340" r:id="rId13"/>
    <p:sldId id="263" r:id="rId14"/>
    <p:sldId id="264" r:id="rId15"/>
    <p:sldId id="265" r:id="rId16"/>
    <p:sldId id="266" r:id="rId17"/>
    <p:sldId id="267" r:id="rId18"/>
    <p:sldId id="289" r:id="rId19"/>
    <p:sldId id="416" r:id="rId20"/>
    <p:sldId id="290" r:id="rId22"/>
    <p:sldId id="291" r:id="rId23"/>
    <p:sldId id="315" r:id="rId24"/>
    <p:sldId id="293" r:id="rId25"/>
    <p:sldId id="425" r:id="rId26"/>
    <p:sldId id="294" r:id="rId27"/>
    <p:sldId id="295" r:id="rId28"/>
    <p:sldId id="296" r:id="rId29"/>
    <p:sldId id="297" r:id="rId30"/>
    <p:sldId id="415" r:id="rId31"/>
    <p:sldId id="390" r:id="rId32"/>
    <p:sldId id="392" r:id="rId33"/>
    <p:sldId id="285" r:id="rId34"/>
  </p:sldIdLst>
  <p:sldSz cx="12192000" cy="6858000"/>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1" userDrawn="1">
          <p15:clr>
            <a:srgbClr val="A4A3A4"/>
          </p15:clr>
        </p15:guide>
        <p15:guide id="2" pos="38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9D9D9"/>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p:scale>
          <a:sx n="75" d="100"/>
          <a:sy n="75" d="100"/>
        </p:scale>
        <p:origin x="1032" y="240"/>
      </p:cViewPr>
      <p:guideLst>
        <p:guide orient="horz" pos="2131"/>
        <p:guide pos="382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8" Type="http://schemas.openxmlformats.org/officeDocument/2006/relationships/tags" Target="tags/tag74.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notesMaster" Target="notesMasters/notesMaster1.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9" Type="http://schemas.openxmlformats.org/officeDocument/2006/relationships/image" Target="../media/image13.wmf"/><Relationship Id="rId8" Type="http://schemas.openxmlformats.org/officeDocument/2006/relationships/image" Target="../media/image12.wmf"/><Relationship Id="rId7" Type="http://schemas.openxmlformats.org/officeDocument/2006/relationships/image" Target="../media/image11.wmf"/><Relationship Id="rId6" Type="http://schemas.openxmlformats.org/officeDocument/2006/relationships/image" Target="../media/image10.wmf"/><Relationship Id="rId5" Type="http://schemas.openxmlformats.org/officeDocument/2006/relationships/image" Target="../media/image9.wmf"/><Relationship Id="rId4" Type="http://schemas.openxmlformats.org/officeDocument/2006/relationships/image" Target="../media/image8.wmf"/><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9.vml.rels><?xml version="1.0" encoding="UTF-8" standalone="yes"?>
<Relationships xmlns="http://schemas.openxmlformats.org/package/2006/relationships"><Relationship Id="rId6" Type="http://schemas.openxmlformats.org/officeDocument/2006/relationships/image" Target="../media/image56.emf"/><Relationship Id="rId5" Type="http://schemas.openxmlformats.org/officeDocument/2006/relationships/image" Target="../media/image55.emf"/><Relationship Id="rId4" Type="http://schemas.openxmlformats.org/officeDocument/2006/relationships/image" Target="../media/image54.emf"/><Relationship Id="rId3" Type="http://schemas.openxmlformats.org/officeDocument/2006/relationships/image" Target="../media/image53.emf"/><Relationship Id="rId2" Type="http://schemas.openxmlformats.org/officeDocument/2006/relationships/image" Target="../media/image52.emf"/><Relationship Id="rId1" Type="http://schemas.openxmlformats.org/officeDocument/2006/relationships/image" Target="../media/image51.emf"/></Relationships>
</file>

<file path=ppt/drawings/_rels/vmlDrawing10.vml.rels><?xml version="1.0" encoding="UTF-8" standalone="yes"?>
<Relationships xmlns="http://schemas.openxmlformats.org/package/2006/relationships"><Relationship Id="rId5" Type="http://schemas.openxmlformats.org/officeDocument/2006/relationships/image" Target="../media/image61.wmf"/><Relationship Id="rId4" Type="http://schemas.openxmlformats.org/officeDocument/2006/relationships/image" Target="../media/image60.emf"/><Relationship Id="rId3" Type="http://schemas.openxmlformats.org/officeDocument/2006/relationships/image" Target="../media/image59.emf"/><Relationship Id="rId2" Type="http://schemas.openxmlformats.org/officeDocument/2006/relationships/image" Target="../media/image58.emf"/><Relationship Id="rId1" Type="http://schemas.openxmlformats.org/officeDocument/2006/relationships/image" Target="../media/image57.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62.e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67.wmf"/><Relationship Id="rId3" Type="http://schemas.openxmlformats.org/officeDocument/2006/relationships/image" Target="../media/image66.emf"/><Relationship Id="rId2" Type="http://schemas.openxmlformats.org/officeDocument/2006/relationships/image" Target="../media/image65.wmf"/><Relationship Id="rId1" Type="http://schemas.openxmlformats.org/officeDocument/2006/relationships/image" Target="../media/image64.wmf"/></Relationships>
</file>

<file path=ppt/drawings/_rels/vmlDrawing13.vml.rels><?xml version="1.0" encoding="UTF-8" standalone="yes"?>
<Relationships xmlns="http://schemas.openxmlformats.org/package/2006/relationships"><Relationship Id="rId9" Type="http://schemas.openxmlformats.org/officeDocument/2006/relationships/image" Target="../media/image76.emf"/><Relationship Id="rId8" Type="http://schemas.openxmlformats.org/officeDocument/2006/relationships/image" Target="../media/image75.wmf"/><Relationship Id="rId7" Type="http://schemas.openxmlformats.org/officeDocument/2006/relationships/image" Target="../media/image74.emf"/><Relationship Id="rId6" Type="http://schemas.openxmlformats.org/officeDocument/2006/relationships/image" Target="../media/image73.emf"/><Relationship Id="rId5" Type="http://schemas.openxmlformats.org/officeDocument/2006/relationships/image" Target="../media/image72.wmf"/><Relationship Id="rId4" Type="http://schemas.openxmlformats.org/officeDocument/2006/relationships/image" Target="../media/image71.emf"/><Relationship Id="rId3" Type="http://schemas.openxmlformats.org/officeDocument/2006/relationships/image" Target="../media/image70.wmf"/><Relationship Id="rId2" Type="http://schemas.openxmlformats.org/officeDocument/2006/relationships/image" Target="../media/image69.emf"/><Relationship Id="rId10" Type="http://schemas.openxmlformats.org/officeDocument/2006/relationships/image" Target="../media/image77.wmf"/><Relationship Id="rId1" Type="http://schemas.openxmlformats.org/officeDocument/2006/relationships/image" Target="../media/image68.e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85.emf"/><Relationship Id="rId7" Type="http://schemas.openxmlformats.org/officeDocument/2006/relationships/image" Target="../media/image84.emf"/><Relationship Id="rId6" Type="http://schemas.openxmlformats.org/officeDocument/2006/relationships/image" Target="../media/image83.emf"/><Relationship Id="rId5" Type="http://schemas.openxmlformats.org/officeDocument/2006/relationships/image" Target="../media/image82.emf"/><Relationship Id="rId4" Type="http://schemas.openxmlformats.org/officeDocument/2006/relationships/image" Target="../media/image81.wmf"/><Relationship Id="rId3" Type="http://schemas.openxmlformats.org/officeDocument/2006/relationships/image" Target="../media/image80.emf"/><Relationship Id="rId2" Type="http://schemas.openxmlformats.org/officeDocument/2006/relationships/image" Target="../media/image79.emf"/><Relationship Id="rId1" Type="http://schemas.openxmlformats.org/officeDocument/2006/relationships/image" Target="../media/image78.emf"/></Relationships>
</file>

<file path=ppt/drawings/_rels/vmlDrawing15.vml.rels><?xml version="1.0" encoding="UTF-8" standalone="yes"?>
<Relationships xmlns="http://schemas.openxmlformats.org/package/2006/relationships"><Relationship Id="rId4" Type="http://schemas.openxmlformats.org/officeDocument/2006/relationships/image" Target="../media/image89.wmf"/><Relationship Id="rId3" Type="http://schemas.openxmlformats.org/officeDocument/2006/relationships/image" Target="../media/image88.emf"/><Relationship Id="rId2" Type="http://schemas.openxmlformats.org/officeDocument/2006/relationships/image" Target="../media/image87.emf"/><Relationship Id="rId1" Type="http://schemas.openxmlformats.org/officeDocument/2006/relationships/image" Target="../media/image86.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91.emf"/><Relationship Id="rId1" Type="http://schemas.openxmlformats.org/officeDocument/2006/relationships/image" Target="../media/image90.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93.emf"/><Relationship Id="rId1" Type="http://schemas.openxmlformats.org/officeDocument/2006/relationships/image" Target="../media/image92.emf"/></Relationships>
</file>

<file path=ppt/drawings/_rels/vmlDrawing18.vml.rels><?xml version="1.0" encoding="UTF-8" standalone="yes"?>
<Relationships xmlns="http://schemas.openxmlformats.org/package/2006/relationships"><Relationship Id="rId9" Type="http://schemas.openxmlformats.org/officeDocument/2006/relationships/image" Target="../media/image102.wmf"/><Relationship Id="rId8" Type="http://schemas.openxmlformats.org/officeDocument/2006/relationships/image" Target="../media/image101.wmf"/><Relationship Id="rId7" Type="http://schemas.openxmlformats.org/officeDocument/2006/relationships/image" Target="../media/image100.wmf"/><Relationship Id="rId6" Type="http://schemas.openxmlformats.org/officeDocument/2006/relationships/image" Target="../media/image99.wmf"/><Relationship Id="rId5" Type="http://schemas.openxmlformats.org/officeDocument/2006/relationships/image" Target="../media/image98.wmf"/><Relationship Id="rId4" Type="http://schemas.openxmlformats.org/officeDocument/2006/relationships/image" Target="../media/image97.wmf"/><Relationship Id="rId3" Type="http://schemas.openxmlformats.org/officeDocument/2006/relationships/image" Target="../media/image96.wmf"/><Relationship Id="rId2" Type="http://schemas.openxmlformats.org/officeDocument/2006/relationships/image" Target="../media/image95.wmf"/><Relationship Id="rId13" Type="http://schemas.openxmlformats.org/officeDocument/2006/relationships/image" Target="../media/image106.wmf"/><Relationship Id="rId12" Type="http://schemas.openxmlformats.org/officeDocument/2006/relationships/image" Target="../media/image105.wmf"/><Relationship Id="rId11" Type="http://schemas.openxmlformats.org/officeDocument/2006/relationships/image" Target="../media/image104.wmf"/><Relationship Id="rId10" Type="http://schemas.openxmlformats.org/officeDocument/2006/relationships/image" Target="../media/image103.wmf"/><Relationship Id="rId1" Type="http://schemas.openxmlformats.org/officeDocument/2006/relationships/image" Target="../media/image9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en-US" altLang="zh-CN" sz="1200" dirty="0"/>
            </a:fld>
            <a:endParaRPr lang="en-US" altLang="zh-CN" sz="1200" dirty="0"/>
          </a:p>
        </p:txBody>
      </p:sp>
      <p:sp>
        <p:nvSpPr>
          <p:cNvPr id="8194" name="Rectangle 2"/>
          <p:cNvSpPr>
            <a:spLocks noGrp="1" noRot="1" noChangeAspect="1" noTextEdit="1"/>
          </p:cNvSpPr>
          <p:nvPr>
            <p:ph type="sldImg"/>
          </p:nvPr>
        </p:nvSpPr>
        <p:spPr/>
      </p:sp>
      <p:sp>
        <p:nvSpPr>
          <p:cNvPr id="8195"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1.png"/><Relationship Id="rId2" Type="http://schemas.openxmlformats.org/officeDocument/2006/relationships/tags" Target="../tags/tag1.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image" Target="../media/image2.png"/><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image" Target="../media/image1.png"/><Relationship Id="rId2" Type="http://schemas.openxmlformats.org/officeDocument/2006/relationships/tags" Target="../tags/tag58.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11"/>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0" y="3938588"/>
            <a:ext cx="12192000" cy="291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直接连接符 4"/>
          <p:cNvCxnSpPr/>
          <p:nvPr>
            <p:custDataLst>
              <p:tags r:id="rId4"/>
            </p:custDataLst>
          </p:nvPr>
        </p:nvCxnSpPr>
        <p:spPr>
          <a:xfrm flipH="1">
            <a:off x="0" y="2298700"/>
            <a:ext cx="258762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custDataLst>
              <p:tags r:id="rId5"/>
            </p:custDataLst>
          </p:nvPr>
        </p:nvCxnSpPr>
        <p:spPr>
          <a:xfrm flipH="1" flipV="1">
            <a:off x="9605963" y="2298700"/>
            <a:ext cx="258762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矩形: 圆角 6"/>
          <p:cNvSpPr/>
          <p:nvPr>
            <p:custDataLst>
              <p:tags r:id="rId6"/>
            </p:custDataLst>
          </p:nvPr>
        </p:nvSpPr>
        <p:spPr>
          <a:xfrm>
            <a:off x="4900613" y="752475"/>
            <a:ext cx="2390775" cy="755650"/>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sp>
        <p:nvSpPr>
          <p:cNvPr id="2" name="标题 1"/>
          <p:cNvSpPr>
            <a:spLocks noGrp="1"/>
          </p:cNvSpPr>
          <p:nvPr>
            <p:ph type="ctrTitle" hasCustomPrompt="1"/>
            <p:custDataLst>
              <p:tags r:id="rId7"/>
            </p:custDataLst>
          </p:nvPr>
        </p:nvSpPr>
        <p:spPr>
          <a:xfrm>
            <a:off x="2495600" y="1826578"/>
            <a:ext cx="7200800" cy="949878"/>
          </a:xfrm>
        </p:spPr>
        <p:txBody>
          <a:bodyPr>
            <a:normAutofit/>
          </a:bodyPr>
          <a:lstStyle>
            <a:lvl1pPr algn="ctr">
              <a:defRPr sz="4800" b="0">
                <a:solidFill>
                  <a:schemeClr val="tx2"/>
                </a:solidFill>
                <a:effectLst/>
              </a:defRPr>
            </a:lvl1pPr>
          </a:lstStyle>
          <a:p>
            <a:r>
              <a:rPr lang="zh-CN" altLang="en-US" noProof="1"/>
              <a:t>单击此处编辑标题</a:t>
            </a:r>
            <a:endParaRPr lang="zh-CN" altLang="en-US" noProof="1"/>
          </a:p>
        </p:txBody>
      </p:sp>
      <p:sp>
        <p:nvSpPr>
          <p:cNvPr id="3" name="副标题 2"/>
          <p:cNvSpPr>
            <a:spLocks noGrp="1"/>
          </p:cNvSpPr>
          <p:nvPr>
            <p:ph type="subTitle" idx="1"/>
            <p:custDataLst>
              <p:tags r:id="rId8"/>
            </p:custDataLst>
          </p:nvPr>
        </p:nvSpPr>
        <p:spPr>
          <a:xfrm>
            <a:off x="2495600" y="2826092"/>
            <a:ext cx="7200800" cy="465746"/>
          </a:xfrm>
        </p:spPr>
        <p:txBody>
          <a:bodyPr anchor="t">
            <a:normAutofit/>
          </a:bodyPr>
          <a:lstStyle>
            <a:lvl1pPr marL="0" indent="0" algn="ctr">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zh-CN" altLang="en-US" noProof="1"/>
          </a:p>
        </p:txBody>
      </p:sp>
      <p:sp>
        <p:nvSpPr>
          <p:cNvPr id="8" name="日期占位符 3"/>
          <p:cNvSpPr>
            <a:spLocks noGrp="1"/>
          </p:cNvSpPr>
          <p:nvPr>
            <p:ph type="dt" sz="half" idx="10"/>
            <p:custDataLst>
              <p:tags r:id="rId9"/>
            </p:custDataLst>
          </p:nvPr>
        </p:nvSpPr>
        <p:spPr/>
        <p:txBody>
          <a:bodyPr/>
          <a:lstStyle>
            <a:lvl1pPr>
              <a:defRPr/>
            </a:lvl1pPr>
          </a:lstStyle>
          <a:p>
            <a:fld id="{760FBDFE-C587-4B4C-A407-44438C67B59E}" type="datetimeFigureOut">
              <a:rPr lang="zh-CN" altLang="en-US" smtClean="0"/>
            </a:fld>
            <a:endParaRPr lang="zh-CN" altLang="en-US"/>
          </a:p>
        </p:txBody>
      </p:sp>
      <p:sp>
        <p:nvSpPr>
          <p:cNvPr id="9" name="页脚占位符 4"/>
          <p:cNvSpPr>
            <a:spLocks noGrp="1"/>
          </p:cNvSpPr>
          <p:nvPr>
            <p:ph type="ftr" sz="quarter" idx="11"/>
            <p:custDataLst>
              <p:tags r:id="rId10"/>
            </p:custDataLst>
          </p:nvPr>
        </p:nvSpPr>
        <p:spPr/>
        <p:txBody>
          <a:bodyPr/>
          <a:lstStyle>
            <a:lvl1pPr>
              <a:defRPr/>
            </a:lvl1pPr>
          </a:lstStyle>
          <a:p>
            <a:endParaRPr lang="zh-CN" altLang="en-US" dirty="0"/>
          </a:p>
        </p:txBody>
      </p:sp>
      <p:sp>
        <p:nvSpPr>
          <p:cNvPr id="10" name="灯片编号占位符 5"/>
          <p:cNvSpPr>
            <a:spLocks noGrp="1"/>
          </p:cNvSpPr>
          <p:nvPr>
            <p:ph type="sldNum" sz="quarter" idx="12"/>
            <p:custDataLst>
              <p:tags r:id="rId11"/>
            </p:custDataLst>
          </p:nvPr>
        </p:nvSpPr>
        <p:spPr/>
        <p:txBody>
          <a:bodyPr/>
          <a:lstStyle>
            <a:lvl1pPr>
              <a:defRPr/>
            </a:lvl1pPr>
          </a:lstStyle>
          <a:p>
            <a:fld id="{49AE70B2-8BF9-45C0-BB95-33D1B9D3A854}" type="slidenum">
              <a:rPr lang="zh-CN" altLang="en-US" smtClean="0"/>
            </a:fld>
            <a:endParaRPr lang="zh-CN" altLang="en-US"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rtlCol="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日期占位符 3"/>
          <p:cNvSpPr>
            <a:spLocks noGrp="1"/>
          </p:cNvSpPr>
          <p:nvPr>
            <p:ph type="dt" sz="half" idx="10"/>
            <p:custDataLst>
              <p:tags r:id="rId4"/>
            </p:custDataLst>
          </p:nvPr>
        </p:nvSpPr>
        <p:spPr/>
        <p:txBody>
          <a:bodyPr/>
          <a:lstStyle>
            <a:lvl1pP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矩形 3"/>
          <p:cNvSpPr/>
          <p:nvPr>
            <p:custDataLst>
              <p:tags r:id="rId2"/>
            </p:custDataLst>
          </p:nvPr>
        </p:nvSpPr>
        <p:spPr>
          <a:xfrm>
            <a:off x="3038475" y="2284413"/>
            <a:ext cx="6115050" cy="7667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pic>
        <p:nvPicPr>
          <p:cNvPr id="5" name="Picture 3" descr="D:\Desktop\素材\素描城市.png"/>
          <p:cNvPicPr>
            <a:picLocks noChangeAspect="1" noChangeArrowheads="1"/>
          </p:cNvPicPr>
          <p:nvPr>
            <p:custDataLst>
              <p:tags r:id="rId3"/>
            </p:custDataLst>
          </p:nvPr>
        </p:nvPicPr>
        <p:blipFill>
          <a:blip r:embed="rId4">
            <a:biLevel thresh="50000"/>
            <a:extLst>
              <a:ext uri="{28A0092B-C50C-407E-A947-70E740481C1C}">
                <a14:useLocalDpi xmlns:a14="http://schemas.microsoft.com/office/drawing/2010/main" val="0"/>
              </a:ext>
            </a:extLst>
          </a:blip>
          <a:srcRect/>
          <a:stretch>
            <a:fillRect/>
          </a:stretch>
        </p:blipFill>
        <p:spPr bwMode="auto">
          <a:xfrm>
            <a:off x="0" y="0"/>
            <a:ext cx="12192000" cy="228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hasCustomPrompt="1"/>
            <p:custDataLst>
              <p:tags r:id="rId5"/>
            </p:custDataLst>
          </p:nvPr>
        </p:nvSpPr>
        <p:spPr>
          <a:xfrm>
            <a:off x="831850" y="3373606"/>
            <a:ext cx="10515600" cy="1061467"/>
          </a:xfrm>
        </p:spPr>
        <p:txBody>
          <a:bodyPr>
            <a:normAutofit/>
          </a:bodyPr>
          <a:lstStyle>
            <a:lvl1pPr algn="ctr">
              <a:defRPr sz="4800" b="0">
                <a:solidFill>
                  <a:schemeClr val="tx2"/>
                </a:solidFill>
                <a:effectLst/>
              </a:defRPr>
            </a:lvl1pPr>
          </a:lstStyle>
          <a:p>
            <a:r>
              <a:rPr lang="zh-CN" altLang="en-US" noProof="1"/>
              <a:t>单击此处编辑标题</a:t>
            </a:r>
            <a:endParaRPr lang="zh-CN" altLang="en-US" noProof="1"/>
          </a:p>
        </p:txBody>
      </p:sp>
      <p:sp>
        <p:nvSpPr>
          <p:cNvPr id="3" name="文本占位符 2"/>
          <p:cNvSpPr>
            <a:spLocks noGrp="1"/>
          </p:cNvSpPr>
          <p:nvPr>
            <p:ph type="body" idx="1" hasCustomPrompt="1"/>
            <p:custDataLst>
              <p:tags r:id="rId6"/>
            </p:custDataLst>
          </p:nvPr>
        </p:nvSpPr>
        <p:spPr>
          <a:xfrm>
            <a:off x="2207568" y="4527773"/>
            <a:ext cx="7776864" cy="1061467"/>
          </a:xfrm>
        </p:spPr>
        <p:txBody>
          <a:bodyPr>
            <a:normAutofit/>
          </a:bodyPr>
          <a:lstStyle>
            <a:lvl1pPr marL="0" indent="0" algn="ctr">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单击此处编辑文本</a:t>
            </a:r>
            <a:endParaRPr lang="zh-CN" altLang="en-US" noProof="1"/>
          </a:p>
        </p:txBody>
      </p:sp>
      <p:sp>
        <p:nvSpPr>
          <p:cNvPr id="6" name="日期占位符 3"/>
          <p:cNvSpPr>
            <a:spLocks noGrp="1"/>
          </p:cNvSpPr>
          <p:nvPr>
            <p:ph type="dt" sz="half" idx="10"/>
            <p:custDataLst>
              <p:tags r:id="rId7"/>
            </p:custDataLst>
          </p:nvPr>
        </p:nvSpPr>
        <p:spPr/>
        <p:txBody>
          <a:bodyPr/>
          <a:lstStyle>
            <a:lvl1pPr>
              <a:defRPr/>
            </a:lvl1pPr>
          </a:lstStyle>
          <a:p>
            <a:fld id="{760FBDFE-C587-4B4C-A407-44438C67B59E}" type="datetimeFigureOut">
              <a:rPr lang="zh-CN" altLang="en-US"/>
            </a:fld>
            <a:endParaRPr lang="zh-CN" altLang="en-US"/>
          </a:p>
        </p:txBody>
      </p:sp>
      <p:sp>
        <p:nvSpPr>
          <p:cNvPr id="7" name="页脚占位符 4"/>
          <p:cNvSpPr>
            <a:spLocks noGrp="1"/>
          </p:cNvSpPr>
          <p:nvPr>
            <p:ph type="ftr" sz="quarter" idx="11"/>
            <p:custDataLst>
              <p:tags r:id="rId8"/>
            </p:custDataLst>
          </p:nvPr>
        </p:nvSpPr>
        <p:spPr/>
        <p:txBody>
          <a:bodyPr/>
          <a:lstStyle>
            <a:lvl1pPr>
              <a:defRPr/>
            </a:lvl1pPr>
          </a:lstStyle>
          <a:p>
            <a:endParaRPr lang="zh-CN" altLang="en-US"/>
          </a:p>
        </p:txBody>
      </p:sp>
      <p:sp>
        <p:nvSpPr>
          <p:cNvPr id="8" name="灯片编号占位符 5"/>
          <p:cNvSpPr>
            <a:spLocks noGrp="1"/>
          </p:cNvSpPr>
          <p:nvPr>
            <p:ph type="sldNum" sz="quarter" idx="12"/>
            <p:custDataLst>
              <p:tags r:id="rId9"/>
            </p:custDataLst>
          </p:nvPr>
        </p:nvSpPr>
        <p:spPr/>
        <p:txBody>
          <a:bodyPr/>
          <a:lstStyle>
            <a:lvl1pPr>
              <a:defRPr/>
            </a:lvl1pPr>
          </a:lstStyle>
          <a:p>
            <a:fld id="{DFCB4D56-782D-442B-9B32-0BC325ED746A}" type="slidenum">
              <a:rPr lang="zh-CN" altLang="en-US"/>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sz="half" idx="1"/>
            <p:custDataLst>
              <p:tags r:id="rId3"/>
            </p:custDataLst>
          </p:nvPr>
        </p:nvSpPr>
        <p:spPr>
          <a:xfrm>
            <a:off x="669930" y="952508"/>
            <a:ext cx="5283242" cy="5388907"/>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内容占位符 3"/>
          <p:cNvSpPr>
            <a:spLocks noGrp="1"/>
          </p:cNvSpPr>
          <p:nvPr>
            <p:ph sz="half" idx="2"/>
            <p:custDataLst>
              <p:tags r:id="rId4"/>
            </p:custDataLst>
          </p:nvPr>
        </p:nvSpPr>
        <p:spPr>
          <a:xfrm>
            <a:off x="6238877" y="952508"/>
            <a:ext cx="5283242" cy="5388907"/>
          </a:xfrm>
        </p:spPr>
        <p:txBody>
          <a:bodyPr>
            <a:noAutofit/>
          </a:bodyPr>
          <a:lstStyle>
            <a:lvl1pPr>
              <a:defRPr sz="1600">
                <a:latin typeface="微软雅黑" panose="020B0503020204020204" pitchFamily="34" charset="-122"/>
                <a:ea typeface="微软雅黑" panose="020B0503020204020204" pitchFamily="34" charset="-122"/>
              </a:defRPr>
            </a:lvl1pPr>
            <a:lvl2pPr>
              <a:defRPr sz="16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6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3"/>
          <p:cNvSpPr>
            <a:spLocks noGrp="1"/>
          </p:cNvSpPr>
          <p:nvPr>
            <p:ph type="dt" sz="half" idx="10"/>
            <p:custDataLst>
              <p:tags r:id="rId5"/>
            </p:custDataLst>
          </p:nvPr>
        </p:nvSpPr>
        <p:spPr/>
        <p:txBody>
          <a:bodyPr/>
          <a:lstStyle>
            <a:lvl1pPr>
              <a:defRPr/>
            </a:lvl1pPr>
          </a:lstStyle>
          <a:p>
            <a:fld id="{760FBDFE-C587-4B4C-A407-44438C67B59E}" type="datetimeFigureOut">
              <a:rPr lang="zh-CN" altLang="en-US" smtClean="0"/>
            </a:fld>
            <a:endParaRPr lang="zh-CN" altLang="en-US"/>
          </a:p>
        </p:txBody>
      </p:sp>
      <p:sp>
        <p:nvSpPr>
          <p:cNvPr id="6" name="页脚占位符 4"/>
          <p:cNvSpPr>
            <a:spLocks noGrp="1"/>
          </p:cNvSpPr>
          <p:nvPr>
            <p:ph type="ftr" sz="quarter" idx="11"/>
            <p:custDataLst>
              <p:tags r:id="rId6"/>
            </p:custDataLst>
          </p:nvPr>
        </p:nvSpPr>
        <p:spPr/>
        <p:txBody>
          <a:bodyPr/>
          <a:lstStyle>
            <a:lvl1pPr>
              <a:defRPr/>
            </a:lvl1pPr>
          </a:lstStyle>
          <a:p>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tIns="38100" rIns="76200" bIns="3810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单击此处编辑文本</a:t>
            </a:r>
            <a:endParaRPr lang="zh-CN" altLang="en-US" noProof="1"/>
          </a:p>
        </p:txBody>
      </p:sp>
      <p:sp>
        <p:nvSpPr>
          <p:cNvPr id="4" name="内容占位符 3"/>
          <p:cNvSpPr>
            <a:spLocks noGrp="1"/>
          </p:cNvSpPr>
          <p:nvPr>
            <p:ph sz="half" idx="2"/>
            <p:custDataLst>
              <p:tags r:id="rId4"/>
            </p:custDataLst>
          </p:nvPr>
        </p:nvSpPr>
        <p:spPr>
          <a:xfrm>
            <a:off x="669925" y="1406525"/>
            <a:ext cx="5283200" cy="4934752"/>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tIns="38100" rIns="76200" bIns="38100" rtlCol="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noProof="1">
                <a:sym typeface="+mn-ea"/>
              </a:rPr>
              <a:t>单击此处编辑文本</a:t>
            </a:r>
            <a:endParaRPr noProof="1">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7" name="日期占位符 3"/>
          <p:cNvSpPr>
            <a:spLocks noGrp="1"/>
          </p:cNvSpPr>
          <p:nvPr>
            <p:ph type="dt" sz="half" idx="10"/>
            <p:custDataLst>
              <p:tags r:id="rId7"/>
            </p:custDataLst>
          </p:nvPr>
        </p:nvSpPr>
        <p:spPr/>
        <p:txBody>
          <a:bodyPr/>
          <a:lstStyle>
            <a:lvl1pPr>
              <a:defRPr/>
            </a:lvl1pPr>
          </a:lstStyle>
          <a:p>
            <a:fld id="{760FBDFE-C587-4B4C-A407-44438C67B59E}" type="datetimeFigureOut">
              <a:rPr lang="zh-CN" altLang="en-US" smtClean="0"/>
            </a:fld>
            <a:endParaRPr lang="zh-CN" altLang="en-US"/>
          </a:p>
        </p:txBody>
      </p:sp>
      <p:sp>
        <p:nvSpPr>
          <p:cNvPr id="8" name="页脚占位符 4"/>
          <p:cNvSpPr>
            <a:spLocks noGrp="1"/>
          </p:cNvSpPr>
          <p:nvPr>
            <p:ph type="ftr" sz="quarter" idx="11"/>
            <p:custDataLst>
              <p:tags r:id="rId8"/>
            </p:custDataLst>
          </p:nvPr>
        </p:nvSpPr>
        <p:spPr/>
        <p:txBody>
          <a:bodyPr/>
          <a:lstStyle>
            <a:lvl1pPr>
              <a:defRPr/>
            </a:lvl1pPr>
          </a:lstStyle>
          <a:p>
            <a:endParaRPr lang="zh-CN" altLang="en-US"/>
          </a:p>
        </p:txBody>
      </p:sp>
      <p:sp>
        <p:nvSpPr>
          <p:cNvPr id="9" name="灯片编号占位符 5"/>
          <p:cNvSpPr>
            <a:spLocks noGrp="1"/>
          </p:cNvSpPr>
          <p:nvPr>
            <p:ph type="sldNum" sz="quarter" idx="12"/>
            <p:custDataLst>
              <p:tags r:id="rId9"/>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日期占位符 3"/>
          <p:cNvSpPr>
            <a:spLocks noGrp="1"/>
          </p:cNvSpPr>
          <p:nvPr>
            <p:ph type="dt" sz="half" idx="10"/>
            <p:custDataLst>
              <p:tags r:id="rId3"/>
            </p:custDataLst>
          </p:nvPr>
        </p:nvSpPr>
        <p:spPr/>
        <p:txBody>
          <a:bodyPr/>
          <a:lstStyle>
            <a:lvl1pPr>
              <a:defRPr/>
            </a:lvl1pPr>
          </a:lstStyle>
          <a:p>
            <a:fld id="{760FBDFE-C587-4B4C-A407-44438C67B59E}" type="datetimeFigureOut">
              <a:rPr lang="zh-CN" altLang="en-US"/>
            </a:fld>
            <a:endParaRPr lang="zh-CN" altLang="en-US"/>
          </a:p>
        </p:txBody>
      </p:sp>
      <p:sp>
        <p:nvSpPr>
          <p:cNvPr id="4" name="页脚占位符 4"/>
          <p:cNvSpPr>
            <a:spLocks noGrp="1"/>
          </p:cNvSpPr>
          <p:nvPr>
            <p:ph type="ftr" sz="quarter" idx="11"/>
            <p:custDataLst>
              <p:tags r:id="rId4"/>
            </p:custDataLst>
          </p:nvPr>
        </p:nvSpPr>
        <p:spPr/>
        <p:txBody>
          <a:bodyPr/>
          <a:lstStyle>
            <a:lvl1pPr>
              <a:defRPr/>
            </a:lvl1pPr>
          </a:lstStyle>
          <a:p>
            <a:endParaRPr lang="zh-CN" altLang="en-US"/>
          </a:p>
        </p:txBody>
      </p:sp>
      <p:sp>
        <p:nvSpPr>
          <p:cNvPr id="5" name="灯片编号占位符 5"/>
          <p:cNvSpPr>
            <a:spLocks noGrp="1"/>
          </p:cNvSpPr>
          <p:nvPr>
            <p:ph type="sldNum" sz="quarter" idx="12"/>
            <p:custDataLst>
              <p:tags r:id="rId5"/>
            </p:custDataLst>
          </p:nvPr>
        </p:nvSpPr>
        <p:spPr/>
        <p:txBody>
          <a:bodyPr/>
          <a:lstStyle>
            <a:lvl1pPr>
              <a:defRPr/>
            </a:lvl1pPr>
          </a:lstStyle>
          <a:p>
            <a:fld id="{BD269E1A-4DF9-4A6A-B519-38EBE42E3344}" type="slidenum">
              <a:rPr lang="zh-CN" altLang="en-US"/>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custDataLst>
              <p:tags r:id="rId2"/>
            </p:custDataLst>
          </p:nvPr>
        </p:nvSpPr>
        <p:spPr/>
        <p:txBody>
          <a:bodyPr/>
          <a:lstStyle>
            <a:lvl1pPr>
              <a:defRPr/>
            </a:lvl1pPr>
          </a:lstStyle>
          <a:p>
            <a:fld id="{760FBDFE-C587-4B4C-A407-44438C67B59E}" type="datetimeFigureOut">
              <a:rPr lang="zh-CN" altLang="en-US" smtClean="0"/>
            </a:fld>
            <a:endParaRPr lang="zh-CN" altLang="en-US"/>
          </a:p>
        </p:txBody>
      </p:sp>
      <p:sp>
        <p:nvSpPr>
          <p:cNvPr id="3" name="页脚占位符 4"/>
          <p:cNvSpPr>
            <a:spLocks noGrp="1"/>
          </p:cNvSpPr>
          <p:nvPr>
            <p:ph type="ftr" sz="quarter" idx="11"/>
            <p:custDataLst>
              <p:tags r:id="rId3"/>
            </p:custDataLst>
          </p:nvPr>
        </p:nvSpPr>
        <p:spPr/>
        <p:txBody>
          <a:bodyPr/>
          <a:lstStyle>
            <a:lvl1pPr>
              <a:defRPr/>
            </a:lvl1pPr>
          </a:lstStyle>
          <a:p>
            <a:endParaRPr lang="zh-CN" altLang="en-US"/>
          </a:p>
        </p:txBody>
      </p:sp>
      <p:sp>
        <p:nvSpPr>
          <p:cNvPr id="4" name="灯片编号占位符 5"/>
          <p:cNvSpPr>
            <a:spLocks noGrp="1"/>
          </p:cNvSpPr>
          <p:nvPr>
            <p:ph type="sldNum" sz="quarter" idx="12"/>
            <p:custDataLst>
              <p:tags r:id="rId4"/>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r>
              <a:rPr lang="zh-CN" altLang="en-US" noProof="1">
                <a:sym typeface="+mn-ea"/>
              </a:rPr>
              <a:t>单击图标添加图片</a:t>
            </a:r>
            <a:endParaRPr noProof="1">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stStyle>
          <a:p>
            <a:pPr lvl="0"/>
            <a:r>
              <a:rPr lang="zh-CN" altLang="en-US" noProof="1">
                <a:sym typeface="+mn-ea"/>
              </a:rPr>
              <a:t>单击此处编辑母版文本样式</a:t>
            </a:r>
            <a:endParaRPr lang="zh-CN" altLang="en-US" noProof="1">
              <a:sym typeface="+mn-ea"/>
            </a:endParaRPr>
          </a:p>
        </p:txBody>
      </p:sp>
      <p:sp>
        <p:nvSpPr>
          <p:cNvPr id="5" name="日期占位符 3"/>
          <p:cNvSpPr>
            <a:spLocks noGrp="1"/>
          </p:cNvSpPr>
          <p:nvPr>
            <p:ph type="dt" sz="half" idx="10"/>
            <p:custDataLst>
              <p:tags r:id="rId5"/>
            </p:custDataLst>
          </p:nvPr>
        </p:nvSpPr>
        <p:spPr/>
        <p:txBody>
          <a:bodyPr/>
          <a:lstStyle>
            <a:lvl1pPr>
              <a:defRPr/>
            </a:lvl1pPr>
          </a:lstStyle>
          <a:p>
            <a:fld id="{9EFD9D74-47D9-4702-A33C-335B63B48DBF}" type="datetimeFigureOut">
              <a:rPr lang="zh-CN" altLang="en-US" smtClean="0"/>
            </a:fld>
            <a:endParaRPr lang="zh-CN" altLang="en-US" dirty="0"/>
          </a:p>
        </p:txBody>
      </p:sp>
      <p:sp>
        <p:nvSpPr>
          <p:cNvPr id="6" name="页脚占位符 4"/>
          <p:cNvSpPr>
            <a:spLocks noGrp="1"/>
          </p:cNvSpPr>
          <p:nvPr>
            <p:ph type="ftr" sz="quarter" idx="11"/>
            <p:custDataLst>
              <p:tags r:id="rId6"/>
            </p:custDataLst>
          </p:nvPr>
        </p:nvSpPr>
        <p:spPr/>
        <p:txBody>
          <a:bodyPr/>
          <a:lstStyle>
            <a:lvl1pPr>
              <a:defRPr/>
            </a:lvl1pPr>
          </a:lstStyle>
          <a:p>
            <a:endParaRPr lang="zh-CN" altLang="en-US" dirty="0"/>
          </a:p>
        </p:txBody>
      </p:sp>
      <p:sp>
        <p:nvSpPr>
          <p:cNvPr id="7" name="灯片编号占位符 5"/>
          <p:cNvSpPr>
            <a:spLocks noGrp="1"/>
          </p:cNvSpPr>
          <p:nvPr>
            <p:ph type="sldNum" sz="quarter" idx="12"/>
            <p:custDataLst>
              <p:tags r:id="rId7"/>
            </p:custDataLst>
          </p:nvPr>
        </p:nvSpPr>
        <p:spPr/>
        <p:txBody>
          <a:bodyPr/>
          <a:lstStyle>
            <a:lvl1pPr>
              <a:defRPr/>
            </a:lvl1pPr>
          </a:lstStyle>
          <a:p>
            <a:fld id="{FABC47A4-756D-490B-A52F-7D9E2C9FC05F}" type="slidenum">
              <a:rPr lang="zh-CN" altLang="en-US" smtClean="0"/>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rtlCol="0" anchor="ctr">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latin typeface="微软雅黑" panose="020B0503020204020204" pitchFamily="34" charset="-122"/>
                <a:ea typeface="微软雅黑" panose="020B0503020204020204" pitchFamily="34" charset="-122"/>
              </a:defRPr>
            </a:lvl1pPr>
            <a:lvl2pPr indent="0" eaLnBrk="1" fontAlgn="auto" latinLnBrk="0" hangingPunct="1">
              <a:defRPr>
                <a:latin typeface="微软雅黑" panose="020B0503020204020204" pitchFamily="34" charset="-122"/>
                <a:ea typeface="微软雅黑" panose="020B0503020204020204" pitchFamily="34" charset="-122"/>
              </a:defRPr>
            </a:lvl2pPr>
            <a:lvl3pPr indent="0" eaLnBrk="1" fontAlgn="auto" latinLnBrk="0" hangingPunct="1">
              <a:defRPr>
                <a:latin typeface="微软雅黑" panose="020B0503020204020204" pitchFamily="34" charset="-122"/>
                <a:ea typeface="微软雅黑" panose="020B0503020204020204" pitchFamily="34" charset="-122"/>
              </a:defRPr>
            </a:lvl3pPr>
            <a:lvl4pPr indent="0" eaLnBrk="1" fontAlgn="auto" latinLnBrk="0" hangingPunct="1">
              <a:defRPr>
                <a:latin typeface="微软雅黑" panose="020B0503020204020204" pitchFamily="34" charset="-122"/>
                <a:ea typeface="微软雅黑" panose="020B0503020204020204" pitchFamily="34" charset="-122"/>
              </a:defRPr>
            </a:lvl4pPr>
            <a:lvl5pPr indent="0" eaLnBrk="1" fontAlgn="auto" latinLnBrk="0" hangingPunct="1">
              <a:defRPr>
                <a:latin typeface="微软雅黑" panose="020B0503020204020204" pitchFamily="34" charset="-122"/>
                <a:ea typeface="微软雅黑" panose="020B0503020204020204" pitchFamily="34"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custDataLst>
              <p:tags r:id="rId4"/>
            </p:custDataLst>
          </p:nvPr>
        </p:nvSpPr>
        <p:spPr/>
        <p:txBody>
          <a:bodyPr/>
          <a:lstStyle>
            <a:lvl1pP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custDataLst>
              <p:tags r:id="rId2"/>
            </p:custDataLst>
          </p:nvPr>
        </p:nvSpPr>
        <p:spPr>
          <a:xfrm>
            <a:off x="669930" y="952508"/>
            <a:ext cx="10852237" cy="5388907"/>
          </a:xfrm>
        </p:spPr>
        <p:txBody>
          <a:bodyPr/>
          <a:lstStyle>
            <a:lvl1pPr>
              <a:defRPr/>
            </a:lvl1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日期占位符 3"/>
          <p:cNvSpPr>
            <a:spLocks noGrp="1"/>
          </p:cNvSpPr>
          <p:nvPr>
            <p:ph type="dt" sz="half" idx="14"/>
            <p:custDataLst>
              <p:tags r:id="rId3"/>
            </p:custDataLst>
          </p:nvPr>
        </p:nvSpPr>
        <p:spPr/>
        <p:txBody>
          <a:bodyPr/>
          <a:lstStyle>
            <a:lvl1pPr>
              <a:defRPr/>
            </a:lvl1pPr>
          </a:lstStyle>
          <a:p>
            <a:fld id="{760FBDFE-C587-4B4C-A407-44438C67B59E}" type="datetimeFigureOut">
              <a:rPr lang="zh-CN" altLang="en-US" smtClean="0"/>
            </a:fld>
            <a:endParaRPr lang="zh-CN" altLang="en-US"/>
          </a:p>
        </p:txBody>
      </p:sp>
      <p:sp>
        <p:nvSpPr>
          <p:cNvPr id="4" name="页脚占位符 4"/>
          <p:cNvSpPr>
            <a:spLocks noGrp="1"/>
          </p:cNvSpPr>
          <p:nvPr>
            <p:ph type="ftr" sz="quarter" idx="15"/>
            <p:custDataLst>
              <p:tags r:id="rId4"/>
            </p:custDataLst>
          </p:nvPr>
        </p:nvSpPr>
        <p:spPr/>
        <p:txBody>
          <a:bodyPr/>
          <a:lstStyle>
            <a:lvl1pPr>
              <a:defRPr/>
            </a:lvl1pPr>
          </a:lstStyle>
          <a:p>
            <a:endParaRPr lang="zh-CN" altLang="en-US"/>
          </a:p>
        </p:txBody>
      </p:sp>
      <p:sp>
        <p:nvSpPr>
          <p:cNvPr id="5" name="灯片编号占位符 5"/>
          <p:cNvSpPr>
            <a:spLocks noGrp="1"/>
          </p:cNvSpPr>
          <p:nvPr>
            <p:ph type="sldNum" sz="quarter" idx="16"/>
            <p:custDataLst>
              <p:tags r:id="rId5"/>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3" name="图片 9"/>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0" y="3938588"/>
            <a:ext cx="12192000" cy="291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直接连接符 3"/>
          <p:cNvCxnSpPr/>
          <p:nvPr>
            <p:custDataLst>
              <p:tags r:id="rId4"/>
            </p:custDataLst>
          </p:nvPr>
        </p:nvCxnSpPr>
        <p:spPr>
          <a:xfrm flipH="1">
            <a:off x="0" y="2995613"/>
            <a:ext cx="258762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5"/>
            </p:custDataLst>
          </p:nvPr>
        </p:nvCxnSpPr>
        <p:spPr>
          <a:xfrm flipH="1" flipV="1">
            <a:off x="9605963" y="2995613"/>
            <a:ext cx="258762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hasCustomPrompt="1"/>
            <p:custDataLst>
              <p:tags r:id="rId6"/>
            </p:custDataLst>
          </p:nvPr>
        </p:nvSpPr>
        <p:spPr>
          <a:xfrm>
            <a:off x="2726808" y="2313806"/>
            <a:ext cx="6738385" cy="1448117"/>
          </a:xfrm>
        </p:spPr>
        <p:txBody>
          <a:bodyPr rIns="25400" rtlCol="0" anchor="ctr">
            <a:noAutofit/>
          </a:bodyPr>
          <a:lstStyle>
            <a:lvl1pPr marL="0" marR="0" algn="ctr" defTabSz="914400" rtl="0" eaLnBrk="1" fontAlgn="auto" latinLnBrk="0" hangingPunct="1">
              <a:lnSpc>
                <a:spcPct val="100000"/>
              </a:lnSpc>
              <a:buNone/>
              <a:defRPr kumimoji="0" lang="zh-CN" altLang="en-US" sz="6000" b="0" i="0" u="none" strike="noStrike" kern="1200" cap="none" spc="600" normalizeH="0" baseline="0" noProof="1" dirty="0">
                <a:solidFill>
                  <a:schemeClr val="tx2"/>
                </a:solidFill>
                <a:uFillTx/>
                <a:latin typeface="微软雅黑" panose="020B0503020204020204" pitchFamily="34" charset="-122"/>
                <a:ea typeface="微软雅黑" panose="020B0503020204020204" pitchFamily="34" charset="-122"/>
                <a:cs typeface="+mj-cs"/>
                <a:sym typeface="+mn-ea"/>
              </a:defRPr>
            </a:lvl1pPr>
          </a:lstStyle>
          <a:p>
            <a:pPr lvl="0"/>
            <a:r>
              <a:rPr noProof="1">
                <a:sym typeface="+mn-ea"/>
              </a:rPr>
              <a:t>编辑标题</a:t>
            </a:r>
            <a:endParaRPr noProof="1">
              <a:sym typeface="+mn-ea"/>
            </a:endParaRPr>
          </a:p>
        </p:txBody>
      </p:sp>
      <p:sp>
        <p:nvSpPr>
          <p:cNvPr id="6" name="日期占位符 2"/>
          <p:cNvSpPr>
            <a:spLocks noGrp="1"/>
          </p:cNvSpPr>
          <p:nvPr>
            <p:ph type="dt" sz="half" idx="10"/>
            <p:custDataLst>
              <p:tags r:id="rId7"/>
            </p:custDataLst>
          </p:nvPr>
        </p:nvSpPr>
        <p:spPr/>
        <p:txBody>
          <a:bodyPr/>
          <a:lstStyle>
            <a:lvl1pPr>
              <a:defRPr/>
            </a:lvl1pPr>
          </a:lstStyle>
          <a:p>
            <a:fld id="{760FBDFE-C587-4B4C-A407-44438C67B59E}" type="datetimeFigureOut">
              <a:rPr lang="zh-CN" altLang="en-US"/>
            </a:fld>
            <a:endParaRPr lang="zh-CN" altLang="en-US"/>
          </a:p>
        </p:txBody>
      </p:sp>
      <p:sp>
        <p:nvSpPr>
          <p:cNvPr id="7" name="页脚占位符 3"/>
          <p:cNvSpPr>
            <a:spLocks noGrp="1"/>
          </p:cNvSpPr>
          <p:nvPr>
            <p:ph type="ftr" sz="quarter" idx="11"/>
            <p:custDataLst>
              <p:tags r:id="rId8"/>
            </p:custDataLst>
          </p:nvPr>
        </p:nvSpPr>
        <p:spPr/>
        <p:txBody>
          <a:bodyPr/>
          <a:lstStyle>
            <a:lvl1pPr>
              <a:defRPr/>
            </a:lvl1pPr>
          </a:lstStyle>
          <a:p>
            <a:endParaRPr lang="zh-CN" altLang="en-US"/>
          </a:p>
        </p:txBody>
      </p:sp>
      <p:sp>
        <p:nvSpPr>
          <p:cNvPr id="8" name="灯片编号占位符 4"/>
          <p:cNvSpPr>
            <a:spLocks noGrp="1"/>
          </p:cNvSpPr>
          <p:nvPr>
            <p:ph type="sldNum" sz="quarter" idx="12"/>
            <p:custDataLst>
              <p:tags r:id="rId9"/>
            </p:custDataLst>
          </p:nvPr>
        </p:nvSpPr>
        <p:spPr/>
        <p:txBody>
          <a:bodyPr/>
          <a:lstStyle>
            <a:lvl1pPr>
              <a:defRPr/>
            </a:lvl1pPr>
          </a:lstStyle>
          <a:p>
            <a:fld id="{1F416EC6-90A0-4FF7-BF22-87F915FB23BB}" type="slidenum">
              <a:rPr lang="zh-CN" altLang="en-US"/>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1_内容">
    <p:spTree>
      <p:nvGrpSpPr>
        <p:cNvPr id="1" name=""/>
        <p:cNvGrpSpPr/>
        <p:nvPr/>
      </p:nvGrpSpPr>
      <p:grpSpPr>
        <a:xfrm>
          <a:off x="0" y="0"/>
          <a:ext cx="0" cy="0"/>
          <a:chOff x="0" y="0"/>
          <a:chExt cx="0" cy="0"/>
        </a:xfrm>
      </p:grpSpPr>
      <p:sp>
        <p:nvSpPr>
          <p:cNvPr id="2" name="内容占位符 1"/>
          <p:cNvSpPr>
            <a:spLocks noGrp="1"/>
          </p:cNvSpPr>
          <p:nvPr>
            <p:ph/>
          </p:nvPr>
        </p:nvSpPr>
        <p:spPr>
          <a:xfrm>
            <a:off x="914400" y="609600"/>
            <a:ext cx="10363200" cy="54864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pPr fontAlgn="base">
              <a:spcBef>
                <a:spcPct val="0"/>
              </a:spcBef>
              <a:spcAft>
                <a:spcPct val="0"/>
              </a:spcAft>
              <a:defRPr/>
            </a:pPr>
            <a:endParaRPr kumimoji="1" lang="en-US" altLang="zh-CN" sz="1400" noProof="0">
              <a:solidFill>
                <a:schemeClr val="tx1"/>
              </a:solidFill>
              <a:latin typeface="Times New Roman" panose="02020603050405020304" pitchFamily="18" charset="0"/>
            </a:endParaRPr>
          </a:p>
        </p:txBody>
      </p:sp>
      <p:sp>
        <p:nvSpPr>
          <p:cNvPr id="4" name="页脚占位符 3"/>
          <p:cNvSpPr>
            <a:spLocks noGrp="1"/>
          </p:cNvSpPr>
          <p:nvPr>
            <p:ph type="ftr" sz="quarter" idx="11"/>
          </p:nvPr>
        </p:nvSpPr>
        <p:spPr/>
        <p:txBody>
          <a:bodyPr/>
          <a:lstStyle/>
          <a:p>
            <a:pPr fontAlgn="base">
              <a:spcBef>
                <a:spcPct val="0"/>
              </a:spcBef>
              <a:spcAft>
                <a:spcPct val="0"/>
              </a:spcAft>
              <a:defRPr/>
            </a:pPr>
            <a:endParaRPr kumimoji="1" lang="en-US" altLang="zh-CN" sz="1400" noProof="0">
              <a:solidFill>
                <a:schemeClr val="tx1"/>
              </a:solidFill>
              <a:latin typeface="Times New Roman" panose="02020603050405020304" pitchFamily="18" charset="0"/>
            </a:endParaRPr>
          </a:p>
        </p:txBody>
      </p:sp>
      <p:sp>
        <p:nvSpPr>
          <p:cNvPr id="5" name="灯片编号占位符 4"/>
          <p:cNvSpPr>
            <a:spLocks noGrp="1"/>
          </p:cNvSpPr>
          <p:nvPr>
            <p:ph type="sldNum" sz="quarter" idx="12"/>
          </p:nvPr>
        </p:nvSpPr>
        <p:spPr/>
        <p:txBody>
          <a:bodyPr/>
          <a:lstStyle/>
          <a:p>
            <a:pPr lvl="0" eaLnBrk="1" hangingPunct="1"/>
            <a:fld id="{9A0DB2DC-4C9A-4742-B13C-FB6460FD3503}" type="slidenum">
              <a:rPr lang="en-US" altLang="zh-CN">
                <a:latin typeface="Times New Roman" panose="02020603050405020304" pitchFamily="18" charset="0"/>
              </a:rPr>
            </a:fld>
            <a:endParaRPr lang="en-US" altLang="zh-CN">
              <a:latin typeface="Times New Roman" panose="02020603050405020304" pitchFamily="18"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6172200" y="1825626"/>
            <a:ext cx="5181600" cy="2098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6172200" y="4076701"/>
            <a:ext cx="5181600" cy="21002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5"/>
          <p:cNvSpPr>
            <a:spLocks noGrp="1"/>
          </p:cNvSpPr>
          <p:nvPr>
            <p:ph type="dt" sz="half" idx="10"/>
          </p:nvPr>
        </p:nvSpPr>
        <p:spPr/>
        <p:txBody>
          <a:bodyPr/>
          <a:lstStyle/>
          <a:p>
            <a:pPr fontAlgn="base">
              <a:spcBef>
                <a:spcPct val="0"/>
              </a:spcBef>
              <a:spcAft>
                <a:spcPct val="0"/>
              </a:spcAft>
              <a:defRPr/>
            </a:pPr>
            <a:endParaRPr kumimoji="1" lang="en-US" altLang="zh-CN" sz="1400" noProof="0">
              <a:solidFill>
                <a:schemeClr val="tx1"/>
              </a:solidFill>
              <a:latin typeface="Times New Roman" panose="02020603050405020304" pitchFamily="18" charset="0"/>
            </a:endParaRPr>
          </a:p>
        </p:txBody>
      </p:sp>
      <p:sp>
        <p:nvSpPr>
          <p:cNvPr id="7" name="页脚占位符 6"/>
          <p:cNvSpPr>
            <a:spLocks noGrp="1"/>
          </p:cNvSpPr>
          <p:nvPr>
            <p:ph type="ftr" sz="quarter" idx="11"/>
          </p:nvPr>
        </p:nvSpPr>
        <p:spPr/>
        <p:txBody>
          <a:bodyPr/>
          <a:lstStyle/>
          <a:p>
            <a:pPr fontAlgn="base">
              <a:spcBef>
                <a:spcPct val="0"/>
              </a:spcBef>
              <a:spcAft>
                <a:spcPct val="0"/>
              </a:spcAft>
              <a:defRPr/>
            </a:pPr>
            <a:endParaRPr kumimoji="1" lang="en-US" altLang="zh-CN" sz="1400" noProof="0">
              <a:solidFill>
                <a:schemeClr val="tx1"/>
              </a:solidFill>
              <a:latin typeface="Times New Roman" panose="02020603050405020304" pitchFamily="18" charset="0"/>
            </a:endParaRPr>
          </a:p>
        </p:txBody>
      </p:sp>
      <p:sp>
        <p:nvSpPr>
          <p:cNvPr id="8" name="灯片编号占位符 7"/>
          <p:cNvSpPr>
            <a:spLocks noGrp="1"/>
          </p:cNvSpPr>
          <p:nvPr>
            <p:ph type="sldNum" sz="quarter" idx="12"/>
          </p:nvPr>
        </p:nvSpPr>
        <p:spPr/>
        <p:txBody>
          <a:bodyPr/>
          <a:lstStyle/>
          <a:p>
            <a:pPr lvl="0" eaLnBrk="1" hangingPunct="1"/>
            <a:fld id="{9A0DB2DC-4C9A-4742-B13C-FB6460FD3503}" type="slidenum">
              <a:rPr lang="en-US" altLang="zh-CN">
                <a:latin typeface="Times New Roman" panose="02020603050405020304" pitchFamily="18" charset="0"/>
              </a:rPr>
            </a:fld>
            <a:endParaRPr lang="en-US" altLang="zh-CN">
              <a:latin typeface="Times New Roman" panose="02020603050405020304" pitchFamily="18"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宋体" panose="02010600030101010101" pitchFamily="2"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a typeface="宋体" panose="02010600030101010101" pitchFamily="2" charset="-122"/>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tags" Target="../tags/tag70.xml"/><Relationship Id="rId2" Type="http://schemas.openxmlformats.org/officeDocument/2006/relationships/slideLayout" Target="../slideLayouts/slideLayout2.xml"/><Relationship Id="rId19" Type="http://schemas.openxmlformats.org/officeDocument/2006/relationships/tags" Target="../tags/tag69.xml"/><Relationship Id="rId18" Type="http://schemas.openxmlformats.org/officeDocument/2006/relationships/tags" Target="../tags/tag68.xml"/><Relationship Id="rId17" Type="http://schemas.openxmlformats.org/officeDocument/2006/relationships/tags" Target="../tags/tag67.xml"/><Relationship Id="rId16" Type="http://schemas.openxmlformats.org/officeDocument/2006/relationships/tags" Target="../tags/tag66.xml"/><Relationship Id="rId15" Type="http://schemas.openxmlformats.org/officeDocument/2006/relationships/tags" Target="../tags/tag6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custDataLst>
              <p:tags r:id="rId15"/>
            </p:custDataLst>
          </p:nvPr>
        </p:nvSpPr>
        <p:spPr bwMode="auto">
          <a:xfrm>
            <a:off x="669925" y="442913"/>
            <a:ext cx="1085215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38100" rIns="76200" bIns="38100" numCol="1" anchor="t"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9"/>
            <p:custDataLst>
              <p:tags r:id="rId16"/>
            </p:custDataLst>
          </p:nvPr>
        </p:nvSpPr>
        <p:spPr bwMode="auto">
          <a:xfrm>
            <a:off x="669925" y="952500"/>
            <a:ext cx="10852150" cy="538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0" rIns="8255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7"/>
            </p:custDataLst>
          </p:nvPr>
        </p:nvSpPr>
        <p:spPr>
          <a:xfrm>
            <a:off x="879475" y="6350000"/>
            <a:ext cx="2700338" cy="315913"/>
          </a:xfrm>
          <a:prstGeom prst="rect">
            <a:avLst/>
          </a:prstGeom>
        </p:spPr>
        <p:txBody>
          <a:bodyPr vert="horz" lIns="91440" tIns="45720" rIns="91440" bIns="45720" rtlCol="0" anchor="ctr">
            <a:normAutofit/>
          </a:bodyPr>
          <a:lstStyle>
            <a:lvl1pPr algn="l">
              <a:defRPr sz="1200" noProof="1" smtClean="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8"/>
            </p:custDataLst>
          </p:nvPr>
        </p:nvSpPr>
        <p:spPr>
          <a:xfrm>
            <a:off x="4116388" y="6350000"/>
            <a:ext cx="3959225" cy="315913"/>
          </a:xfrm>
          <a:prstGeom prst="rect">
            <a:avLst/>
          </a:prstGeom>
        </p:spPr>
        <p:txBody>
          <a:bodyPr vert="horz" lIns="91440" tIns="45720" rIns="91440" bIns="45720" rtlCol="0" anchor="ctr">
            <a:normAutofit/>
          </a:bodyPr>
          <a:lstStyle>
            <a:lvl1pPr algn="ctr">
              <a:defRPr sz="1200" noProof="1">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9"/>
            </p:custDataLst>
          </p:nvPr>
        </p:nvSpPr>
        <p:spPr>
          <a:xfrm>
            <a:off x="8610600" y="6350000"/>
            <a:ext cx="2700338" cy="315913"/>
          </a:xfrm>
          <a:prstGeom prst="rect">
            <a:avLst/>
          </a:prstGeom>
        </p:spPr>
        <p:txBody>
          <a:bodyPr vert="horz" lIns="91440" tIns="45720" rIns="91440" bIns="45720" rtlCol="0" anchor="ctr">
            <a:normAutofit/>
          </a:bodyPr>
          <a:lstStyle>
            <a:lvl1pPr algn="r">
              <a:defRPr sz="1200" noProof="1" smtClean="0">
                <a:solidFill>
                  <a:schemeClr val="tx1">
                    <a:tint val="75000"/>
                  </a:schemeClr>
                </a:solidFill>
              </a:defRPr>
            </a:lvl1pPr>
          </a:lstStyle>
          <a:p>
            <a:fld id="{49AE70B2-8BF9-45C0-BB95-33D1B9D3A854}" type="slidenum">
              <a:rPr lang="zh-CN" altLang="en-US" smtClean="0"/>
            </a:fld>
            <a:endParaRPr lang="zh-CN" altLang="en-US" dirty="0"/>
          </a:p>
        </p:txBody>
      </p:sp>
      <p:sp>
        <p:nvSpPr>
          <p:cNvPr id="2" name="KSO_TEMPLATE" hidden="1"/>
          <p:cNvSpPr/>
          <p:nvPr>
            <p:custDataLst>
              <p:tags r:id="rId2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rtl="0" eaLnBrk="1" fontAlgn="base" hangingPunct="1">
        <a:spcBef>
          <a:spcPct val="0"/>
        </a:spcBef>
        <a:spcAft>
          <a:spcPct val="0"/>
        </a:spcAft>
        <a:defRPr sz="2400" b="1" kern="1200" spc="200">
          <a:solidFill>
            <a:schemeClr val="tx1"/>
          </a:solidFill>
          <a:latin typeface="微软雅黑" panose="020B0503020204020204" pitchFamily="34" charset="-122"/>
          <a:ea typeface="微软雅黑" panose="020B0503020204020204" pitchFamily="34" charset="-122"/>
          <a:cs typeface="+mj-cs"/>
        </a:defRPr>
      </a:lvl1pPr>
      <a:lvl2pPr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2pPr>
      <a:lvl3pPr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3pPr>
      <a:lvl4pPr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4pPr>
      <a:lvl5pPr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5pPr>
      <a:lvl6pPr marL="457200"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6pPr>
      <a:lvl7pPr marL="914400"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7pPr>
      <a:lvl8pPr marL="1371600"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8pPr>
      <a:lvl9pPr marL="1828800"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9pPr>
    </p:titleStyle>
    <p:bodyStyle>
      <a:lvl1pPr marL="228600" indent="-228600" algn="l" rtl="0" eaLnBrk="1" fontAlgn="base" hangingPunct="1">
        <a:lnSpc>
          <a:spcPct val="130000"/>
        </a:lnSpc>
        <a:spcBef>
          <a:spcPct val="0"/>
        </a:spcBef>
        <a:spcAft>
          <a:spcPts val="1000"/>
        </a:spcAft>
        <a:buFont typeface="Arial" panose="020B0604020202020204" pitchFamily="34" charset="0"/>
        <a:buChar char="•"/>
        <a:defRPr sz="1600" kern="1200" spc="15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73.xml"/><Relationship Id="rId3" Type="http://schemas.openxmlformats.org/officeDocument/2006/relationships/image" Target="../media/image3.png"/><Relationship Id="rId2" Type="http://schemas.openxmlformats.org/officeDocument/2006/relationships/tags" Target="../tags/tag72.xml"/><Relationship Id="rId1" Type="http://schemas.openxmlformats.org/officeDocument/2006/relationships/tags" Target="../tags/tag71.xml"/></Relationships>
</file>

<file path=ppt/slides/_rels/slide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4.w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8.wmf"/><Relationship Id="rId7" Type="http://schemas.openxmlformats.org/officeDocument/2006/relationships/oleObject" Target="../embeddings/oleObject5.bin"/><Relationship Id="rId6" Type="http://schemas.openxmlformats.org/officeDocument/2006/relationships/image" Target="../media/image7.wmf"/><Relationship Id="rId5" Type="http://schemas.openxmlformats.org/officeDocument/2006/relationships/oleObject" Target="../embeddings/oleObject4.bin"/><Relationship Id="rId4" Type="http://schemas.openxmlformats.org/officeDocument/2006/relationships/image" Target="../media/image6.wmf"/><Relationship Id="rId3" Type="http://schemas.openxmlformats.org/officeDocument/2006/relationships/oleObject" Target="../embeddings/oleObject3.bin"/><Relationship Id="rId20" Type="http://schemas.openxmlformats.org/officeDocument/2006/relationships/vmlDrawing" Target="../drawings/vmlDrawing2.vml"/><Relationship Id="rId2" Type="http://schemas.openxmlformats.org/officeDocument/2006/relationships/image" Target="../media/image5.wmf"/><Relationship Id="rId19" Type="http://schemas.openxmlformats.org/officeDocument/2006/relationships/slideLayout" Target="../slideLayouts/slideLayout13.xml"/><Relationship Id="rId18" Type="http://schemas.openxmlformats.org/officeDocument/2006/relationships/image" Target="../media/image13.wmf"/><Relationship Id="rId17" Type="http://schemas.openxmlformats.org/officeDocument/2006/relationships/oleObject" Target="../embeddings/oleObject10.bin"/><Relationship Id="rId16" Type="http://schemas.openxmlformats.org/officeDocument/2006/relationships/image" Target="../media/image12.wmf"/><Relationship Id="rId15" Type="http://schemas.openxmlformats.org/officeDocument/2006/relationships/oleObject" Target="../embeddings/oleObject9.bin"/><Relationship Id="rId14" Type="http://schemas.openxmlformats.org/officeDocument/2006/relationships/image" Target="../media/image11.wmf"/><Relationship Id="rId13" Type="http://schemas.openxmlformats.org/officeDocument/2006/relationships/oleObject" Target="../embeddings/oleObject8.bin"/><Relationship Id="rId12" Type="http://schemas.openxmlformats.org/officeDocument/2006/relationships/image" Target="../media/image10.wmf"/><Relationship Id="rId11" Type="http://schemas.openxmlformats.org/officeDocument/2006/relationships/oleObject" Target="../embeddings/oleObject7.bin"/><Relationship Id="rId10" Type="http://schemas.openxmlformats.org/officeDocument/2006/relationships/image" Target="../media/image9.wmf"/><Relationship Id="rId1"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2.xml"/><Relationship Id="rId2" Type="http://schemas.openxmlformats.org/officeDocument/2006/relationships/image" Target="../media/image14.wmf"/><Relationship Id="rId1" Type="http://schemas.openxmlformats.org/officeDocument/2006/relationships/oleObject" Target="../embeddings/oleObject11.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12.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wmf"/><Relationship Id="rId3" Type="http://schemas.openxmlformats.org/officeDocument/2006/relationships/oleObject" Target="../embeddings/oleObject12.bin"/><Relationship Id="rId2" Type="http://schemas.openxmlformats.org/officeDocument/2006/relationships/image" Target="../media/image33.png"/><Relationship Id="rId1" Type="http://schemas.openxmlformats.org/officeDocument/2006/relationships/image" Target="../media/image3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16.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45.wmf"/><Relationship Id="rId1" Type="http://schemas.openxmlformats.org/officeDocument/2006/relationships/oleObject" Target="../embeddings/oleObject13.bin"/></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6.xml"/><Relationship Id="rId2" Type="http://schemas.openxmlformats.org/officeDocument/2006/relationships/image" Target="../media/image48.wmf"/><Relationship Id="rId1" Type="http://schemas.openxmlformats.org/officeDocument/2006/relationships/oleObject" Target="../embeddings/oleObject14.bin"/></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49.wmf"/><Relationship Id="rId1" Type="http://schemas.openxmlformats.org/officeDocument/2006/relationships/oleObject" Target="../embeddings/oleObject15.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50.wmf"/><Relationship Id="rId1" Type="http://schemas.openxmlformats.org/officeDocument/2006/relationships/oleObject" Target="../embeddings/oleObject16.bin"/></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21.bin"/><Relationship Id="rId8" Type="http://schemas.openxmlformats.org/officeDocument/2006/relationships/image" Target="../media/image54.emf"/><Relationship Id="rId7" Type="http://schemas.openxmlformats.org/officeDocument/2006/relationships/oleObject" Target="../embeddings/oleObject20.bin"/><Relationship Id="rId6" Type="http://schemas.openxmlformats.org/officeDocument/2006/relationships/image" Target="../media/image53.emf"/><Relationship Id="rId5" Type="http://schemas.openxmlformats.org/officeDocument/2006/relationships/oleObject" Target="../embeddings/oleObject19.bin"/><Relationship Id="rId4" Type="http://schemas.openxmlformats.org/officeDocument/2006/relationships/image" Target="../media/image52.emf"/><Relationship Id="rId3" Type="http://schemas.openxmlformats.org/officeDocument/2006/relationships/oleObject" Target="../embeddings/oleObject18.bin"/><Relationship Id="rId2" Type="http://schemas.openxmlformats.org/officeDocument/2006/relationships/image" Target="../media/image51.emf"/><Relationship Id="rId14" Type="http://schemas.openxmlformats.org/officeDocument/2006/relationships/vmlDrawing" Target="../drawings/vmlDrawing9.vml"/><Relationship Id="rId13" Type="http://schemas.openxmlformats.org/officeDocument/2006/relationships/slideLayout" Target="../slideLayouts/slideLayout7.xml"/><Relationship Id="rId12" Type="http://schemas.openxmlformats.org/officeDocument/2006/relationships/image" Target="../media/image56.emf"/><Relationship Id="rId11" Type="http://schemas.openxmlformats.org/officeDocument/2006/relationships/oleObject" Target="../embeddings/oleObject22.bin"/><Relationship Id="rId10" Type="http://schemas.openxmlformats.org/officeDocument/2006/relationships/image" Target="../media/image55.emf"/><Relationship Id="rId1" Type="http://schemas.openxmlformats.org/officeDocument/2006/relationships/oleObject" Target="../embeddings/oleObject17.bin"/></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27.bin"/><Relationship Id="rId8" Type="http://schemas.openxmlformats.org/officeDocument/2006/relationships/image" Target="../media/image60.emf"/><Relationship Id="rId7" Type="http://schemas.openxmlformats.org/officeDocument/2006/relationships/oleObject" Target="../embeddings/oleObject26.bin"/><Relationship Id="rId6" Type="http://schemas.openxmlformats.org/officeDocument/2006/relationships/image" Target="../media/image59.emf"/><Relationship Id="rId5" Type="http://schemas.openxmlformats.org/officeDocument/2006/relationships/oleObject" Target="../embeddings/oleObject25.bin"/><Relationship Id="rId4" Type="http://schemas.openxmlformats.org/officeDocument/2006/relationships/image" Target="../media/image58.emf"/><Relationship Id="rId3" Type="http://schemas.openxmlformats.org/officeDocument/2006/relationships/oleObject" Target="../embeddings/oleObject24.bin"/><Relationship Id="rId2" Type="http://schemas.openxmlformats.org/officeDocument/2006/relationships/image" Target="../media/image57.emf"/><Relationship Id="rId12" Type="http://schemas.openxmlformats.org/officeDocument/2006/relationships/vmlDrawing" Target="../drawings/vmlDrawing10.vml"/><Relationship Id="rId11" Type="http://schemas.openxmlformats.org/officeDocument/2006/relationships/slideLayout" Target="../slideLayouts/slideLayout7.xml"/><Relationship Id="rId10" Type="http://schemas.openxmlformats.org/officeDocument/2006/relationships/image" Target="../media/image61.wmf"/><Relationship Id="rId1" Type="http://schemas.openxmlformats.org/officeDocument/2006/relationships/oleObject" Target="../embeddings/oleObject23.bin"/></Relationships>
</file>

<file path=ppt/slides/_rels/slide22.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7.xml"/><Relationship Id="rId4" Type="http://schemas.openxmlformats.org/officeDocument/2006/relationships/image" Target="../media/image63.wmf"/><Relationship Id="rId3" Type="http://schemas.openxmlformats.org/officeDocument/2006/relationships/oleObject" Target="../embeddings/oleObject29.bin"/><Relationship Id="rId2" Type="http://schemas.openxmlformats.org/officeDocument/2006/relationships/image" Target="../media/image62.emf"/><Relationship Id="rId1" Type="http://schemas.openxmlformats.org/officeDocument/2006/relationships/oleObject" Target="../embeddings/oleObject28.bin"/></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7.wmf"/><Relationship Id="rId7" Type="http://schemas.openxmlformats.org/officeDocument/2006/relationships/oleObject" Target="../embeddings/oleObject33.bin"/><Relationship Id="rId6" Type="http://schemas.openxmlformats.org/officeDocument/2006/relationships/image" Target="../media/image66.emf"/><Relationship Id="rId5" Type="http://schemas.openxmlformats.org/officeDocument/2006/relationships/oleObject" Target="../embeddings/oleObject32.bin"/><Relationship Id="rId4" Type="http://schemas.openxmlformats.org/officeDocument/2006/relationships/image" Target="../media/image65.wmf"/><Relationship Id="rId3" Type="http://schemas.openxmlformats.org/officeDocument/2006/relationships/oleObject" Target="../embeddings/oleObject31.bin"/><Relationship Id="rId2" Type="http://schemas.openxmlformats.org/officeDocument/2006/relationships/image" Target="../media/image64.wmf"/><Relationship Id="rId10" Type="http://schemas.openxmlformats.org/officeDocument/2006/relationships/vmlDrawing" Target="../drawings/vmlDrawing12.vml"/><Relationship Id="rId1" Type="http://schemas.openxmlformats.org/officeDocument/2006/relationships/oleObject" Target="../embeddings/oleObject30.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38.bin"/><Relationship Id="rId8" Type="http://schemas.openxmlformats.org/officeDocument/2006/relationships/image" Target="../media/image71.emf"/><Relationship Id="rId7" Type="http://schemas.openxmlformats.org/officeDocument/2006/relationships/oleObject" Target="../embeddings/oleObject37.bin"/><Relationship Id="rId6" Type="http://schemas.openxmlformats.org/officeDocument/2006/relationships/image" Target="../media/image70.wmf"/><Relationship Id="rId5" Type="http://schemas.openxmlformats.org/officeDocument/2006/relationships/oleObject" Target="../embeddings/oleObject36.bin"/><Relationship Id="rId4" Type="http://schemas.openxmlformats.org/officeDocument/2006/relationships/image" Target="../media/image69.emf"/><Relationship Id="rId3" Type="http://schemas.openxmlformats.org/officeDocument/2006/relationships/oleObject" Target="../embeddings/oleObject35.bin"/><Relationship Id="rId22" Type="http://schemas.openxmlformats.org/officeDocument/2006/relationships/vmlDrawing" Target="../drawings/vmlDrawing13.vml"/><Relationship Id="rId21" Type="http://schemas.openxmlformats.org/officeDocument/2006/relationships/slideLayout" Target="../slideLayouts/slideLayout7.xml"/><Relationship Id="rId20" Type="http://schemas.openxmlformats.org/officeDocument/2006/relationships/image" Target="../media/image77.wmf"/><Relationship Id="rId2" Type="http://schemas.openxmlformats.org/officeDocument/2006/relationships/image" Target="../media/image68.emf"/><Relationship Id="rId19" Type="http://schemas.openxmlformats.org/officeDocument/2006/relationships/oleObject" Target="../embeddings/oleObject43.bin"/><Relationship Id="rId18" Type="http://schemas.openxmlformats.org/officeDocument/2006/relationships/image" Target="../media/image76.emf"/><Relationship Id="rId17" Type="http://schemas.openxmlformats.org/officeDocument/2006/relationships/oleObject" Target="../embeddings/oleObject42.bin"/><Relationship Id="rId16" Type="http://schemas.openxmlformats.org/officeDocument/2006/relationships/image" Target="../media/image75.wmf"/><Relationship Id="rId15" Type="http://schemas.openxmlformats.org/officeDocument/2006/relationships/oleObject" Target="../embeddings/oleObject41.bin"/><Relationship Id="rId14" Type="http://schemas.openxmlformats.org/officeDocument/2006/relationships/image" Target="../media/image74.emf"/><Relationship Id="rId13" Type="http://schemas.openxmlformats.org/officeDocument/2006/relationships/oleObject" Target="../embeddings/oleObject40.bin"/><Relationship Id="rId12" Type="http://schemas.openxmlformats.org/officeDocument/2006/relationships/image" Target="../media/image73.emf"/><Relationship Id="rId11" Type="http://schemas.openxmlformats.org/officeDocument/2006/relationships/oleObject" Target="../embeddings/oleObject39.bin"/><Relationship Id="rId10" Type="http://schemas.openxmlformats.org/officeDocument/2006/relationships/image" Target="../media/image72.wmf"/><Relationship Id="rId1" Type="http://schemas.openxmlformats.org/officeDocument/2006/relationships/oleObject" Target="../embeddings/oleObject34.bin"/></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48.bin"/><Relationship Id="rId8" Type="http://schemas.openxmlformats.org/officeDocument/2006/relationships/image" Target="../media/image81.wmf"/><Relationship Id="rId7" Type="http://schemas.openxmlformats.org/officeDocument/2006/relationships/oleObject" Target="../embeddings/oleObject47.bin"/><Relationship Id="rId6" Type="http://schemas.openxmlformats.org/officeDocument/2006/relationships/image" Target="../media/image80.emf"/><Relationship Id="rId5" Type="http://schemas.openxmlformats.org/officeDocument/2006/relationships/oleObject" Target="../embeddings/oleObject46.bin"/><Relationship Id="rId4" Type="http://schemas.openxmlformats.org/officeDocument/2006/relationships/image" Target="../media/image79.emf"/><Relationship Id="rId3" Type="http://schemas.openxmlformats.org/officeDocument/2006/relationships/oleObject" Target="../embeddings/oleObject45.bin"/><Relationship Id="rId2" Type="http://schemas.openxmlformats.org/officeDocument/2006/relationships/image" Target="../media/image78.emf"/><Relationship Id="rId18" Type="http://schemas.openxmlformats.org/officeDocument/2006/relationships/vmlDrawing" Target="../drawings/vmlDrawing14.vml"/><Relationship Id="rId17" Type="http://schemas.openxmlformats.org/officeDocument/2006/relationships/slideLayout" Target="../slideLayouts/slideLayout7.xml"/><Relationship Id="rId16" Type="http://schemas.openxmlformats.org/officeDocument/2006/relationships/image" Target="../media/image85.emf"/><Relationship Id="rId15" Type="http://schemas.openxmlformats.org/officeDocument/2006/relationships/oleObject" Target="../embeddings/oleObject51.bin"/><Relationship Id="rId14" Type="http://schemas.openxmlformats.org/officeDocument/2006/relationships/image" Target="../media/image84.emf"/><Relationship Id="rId13" Type="http://schemas.openxmlformats.org/officeDocument/2006/relationships/oleObject" Target="../embeddings/oleObject50.bin"/><Relationship Id="rId12" Type="http://schemas.openxmlformats.org/officeDocument/2006/relationships/image" Target="../media/image83.emf"/><Relationship Id="rId11" Type="http://schemas.openxmlformats.org/officeDocument/2006/relationships/oleObject" Target="../embeddings/oleObject49.bin"/><Relationship Id="rId10" Type="http://schemas.openxmlformats.org/officeDocument/2006/relationships/image" Target="../media/image82.emf"/><Relationship Id="rId1" Type="http://schemas.openxmlformats.org/officeDocument/2006/relationships/oleObject" Target="../embeddings/oleObject44.bin"/></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9.wmf"/><Relationship Id="rId7" Type="http://schemas.openxmlformats.org/officeDocument/2006/relationships/oleObject" Target="../embeddings/oleObject55.bin"/><Relationship Id="rId6" Type="http://schemas.openxmlformats.org/officeDocument/2006/relationships/image" Target="../media/image88.emf"/><Relationship Id="rId5" Type="http://schemas.openxmlformats.org/officeDocument/2006/relationships/oleObject" Target="../embeddings/oleObject54.bin"/><Relationship Id="rId4" Type="http://schemas.openxmlformats.org/officeDocument/2006/relationships/image" Target="../media/image87.emf"/><Relationship Id="rId3" Type="http://schemas.openxmlformats.org/officeDocument/2006/relationships/oleObject" Target="../embeddings/oleObject53.bin"/><Relationship Id="rId2" Type="http://schemas.openxmlformats.org/officeDocument/2006/relationships/image" Target="../media/image86.emf"/><Relationship Id="rId10" Type="http://schemas.openxmlformats.org/officeDocument/2006/relationships/vmlDrawing" Target="../drawings/vmlDrawing15.vml"/><Relationship Id="rId1" Type="http://schemas.openxmlformats.org/officeDocument/2006/relationships/oleObject" Target="../embeddings/oleObject52.bin"/></Relationships>
</file>

<file path=ppt/slides/_rels/slide27.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7.xml"/><Relationship Id="rId4" Type="http://schemas.openxmlformats.org/officeDocument/2006/relationships/image" Target="../media/image91.emf"/><Relationship Id="rId3" Type="http://schemas.openxmlformats.org/officeDocument/2006/relationships/oleObject" Target="../embeddings/oleObject57.bin"/><Relationship Id="rId2" Type="http://schemas.openxmlformats.org/officeDocument/2006/relationships/image" Target="../media/image90.emf"/><Relationship Id="rId1" Type="http://schemas.openxmlformats.org/officeDocument/2006/relationships/oleObject" Target="../embeddings/oleObject56.bin"/></Relationships>
</file>

<file path=ppt/slides/_rels/slide28.xml.rels><?xml version="1.0" encoding="UTF-8" standalone="yes"?>
<Relationships xmlns="http://schemas.openxmlformats.org/package/2006/relationships"><Relationship Id="rId6" Type="http://schemas.openxmlformats.org/officeDocument/2006/relationships/vmlDrawing" Target="../drawings/vmlDrawing17.vml"/><Relationship Id="rId5" Type="http://schemas.openxmlformats.org/officeDocument/2006/relationships/slideLayout" Target="../slideLayouts/slideLayout7.xml"/><Relationship Id="rId4" Type="http://schemas.openxmlformats.org/officeDocument/2006/relationships/image" Target="../media/image93.emf"/><Relationship Id="rId3" Type="http://schemas.openxmlformats.org/officeDocument/2006/relationships/oleObject" Target="../embeddings/oleObject59.bin"/><Relationship Id="rId2" Type="http://schemas.openxmlformats.org/officeDocument/2006/relationships/image" Target="../media/image92.emf"/><Relationship Id="rId1" Type="http://schemas.openxmlformats.org/officeDocument/2006/relationships/oleObject" Target="../embeddings/oleObject58.bin"/></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64.bin"/><Relationship Id="rId8" Type="http://schemas.openxmlformats.org/officeDocument/2006/relationships/image" Target="../media/image97.wmf"/><Relationship Id="rId7" Type="http://schemas.openxmlformats.org/officeDocument/2006/relationships/oleObject" Target="../embeddings/oleObject63.bin"/><Relationship Id="rId6" Type="http://schemas.openxmlformats.org/officeDocument/2006/relationships/image" Target="../media/image96.wmf"/><Relationship Id="rId5" Type="http://schemas.openxmlformats.org/officeDocument/2006/relationships/oleObject" Target="../embeddings/oleObject62.bin"/><Relationship Id="rId4" Type="http://schemas.openxmlformats.org/officeDocument/2006/relationships/image" Target="../media/image95.wmf"/><Relationship Id="rId3" Type="http://schemas.openxmlformats.org/officeDocument/2006/relationships/oleObject" Target="../embeddings/oleObject61.bin"/><Relationship Id="rId28" Type="http://schemas.openxmlformats.org/officeDocument/2006/relationships/vmlDrawing" Target="../drawings/vmlDrawing18.vml"/><Relationship Id="rId27" Type="http://schemas.openxmlformats.org/officeDocument/2006/relationships/slideLayout" Target="../slideLayouts/slideLayout12.xml"/><Relationship Id="rId26" Type="http://schemas.openxmlformats.org/officeDocument/2006/relationships/image" Target="../media/image106.wmf"/><Relationship Id="rId25" Type="http://schemas.openxmlformats.org/officeDocument/2006/relationships/oleObject" Target="../embeddings/oleObject72.bin"/><Relationship Id="rId24" Type="http://schemas.openxmlformats.org/officeDocument/2006/relationships/image" Target="../media/image105.wmf"/><Relationship Id="rId23" Type="http://schemas.openxmlformats.org/officeDocument/2006/relationships/oleObject" Target="../embeddings/oleObject71.bin"/><Relationship Id="rId22" Type="http://schemas.openxmlformats.org/officeDocument/2006/relationships/image" Target="../media/image104.wmf"/><Relationship Id="rId21" Type="http://schemas.openxmlformats.org/officeDocument/2006/relationships/oleObject" Target="../embeddings/oleObject70.bin"/><Relationship Id="rId20" Type="http://schemas.openxmlformats.org/officeDocument/2006/relationships/image" Target="../media/image103.wmf"/><Relationship Id="rId2" Type="http://schemas.openxmlformats.org/officeDocument/2006/relationships/image" Target="../media/image94.wmf"/><Relationship Id="rId19" Type="http://schemas.openxmlformats.org/officeDocument/2006/relationships/oleObject" Target="../embeddings/oleObject69.bin"/><Relationship Id="rId18" Type="http://schemas.openxmlformats.org/officeDocument/2006/relationships/image" Target="../media/image102.wmf"/><Relationship Id="rId17" Type="http://schemas.openxmlformats.org/officeDocument/2006/relationships/oleObject" Target="../embeddings/oleObject68.bin"/><Relationship Id="rId16" Type="http://schemas.openxmlformats.org/officeDocument/2006/relationships/image" Target="../media/image101.wmf"/><Relationship Id="rId15" Type="http://schemas.openxmlformats.org/officeDocument/2006/relationships/oleObject" Target="../embeddings/oleObject67.bin"/><Relationship Id="rId14" Type="http://schemas.openxmlformats.org/officeDocument/2006/relationships/image" Target="../media/image100.wmf"/><Relationship Id="rId13" Type="http://schemas.openxmlformats.org/officeDocument/2006/relationships/oleObject" Target="../embeddings/oleObject66.bin"/><Relationship Id="rId12" Type="http://schemas.openxmlformats.org/officeDocument/2006/relationships/image" Target="../media/image99.wmf"/><Relationship Id="rId11" Type="http://schemas.openxmlformats.org/officeDocument/2006/relationships/oleObject" Target="../embeddings/oleObject65.bin"/><Relationship Id="rId10" Type="http://schemas.openxmlformats.org/officeDocument/2006/relationships/image" Target="../media/image98.wmf"/><Relationship Id="rId1" Type="http://schemas.openxmlformats.org/officeDocument/2006/relationships/oleObject" Target="../embeddings/oleObject60.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2495600" y="1679893"/>
            <a:ext cx="7200800" cy="949878"/>
          </a:xfrm>
        </p:spPr>
        <p:txBody>
          <a:bodyPr>
            <a:noAutofit/>
          </a:bodyPr>
          <a:lstStyle/>
          <a:p>
            <a:r>
              <a:rPr lang="zh-CN" altLang="zh-CN" sz="5400"/>
              <a:t>数学物理方法</a:t>
            </a:r>
            <a:endParaRPr lang="zh-CN" altLang="zh-CN" sz="5400"/>
          </a:p>
        </p:txBody>
      </p:sp>
      <p:sp>
        <p:nvSpPr>
          <p:cNvPr id="3" name="副标题 2"/>
          <p:cNvSpPr>
            <a:spLocks noGrp="1"/>
          </p:cNvSpPr>
          <p:nvPr>
            <p:ph type="subTitle" idx="1"/>
            <p:custDataLst>
              <p:tags r:id="rId2"/>
            </p:custDataLst>
          </p:nvPr>
        </p:nvSpPr>
        <p:spPr>
          <a:xfrm>
            <a:off x="2719705" y="3571875"/>
            <a:ext cx="7200900" cy="1356995"/>
          </a:xfrm>
        </p:spPr>
        <p:txBody>
          <a:bodyPr>
            <a:normAutofit/>
          </a:bodyPr>
          <a:lstStyle/>
          <a:p>
            <a:pPr>
              <a:lnSpc>
                <a:spcPct val="60000"/>
              </a:lnSpc>
            </a:pPr>
            <a:r>
              <a:rPr lang="zh-CN" altLang="en-US" dirty="0"/>
              <a:t>任课教师：曹宁</a:t>
            </a:r>
            <a:r>
              <a:rPr lang="en-US" altLang="zh-CN" dirty="0"/>
              <a:t> </a:t>
            </a:r>
            <a:endParaRPr lang="en-US" altLang="zh-CN" dirty="0"/>
          </a:p>
          <a:p>
            <a:pPr>
              <a:lnSpc>
                <a:spcPct val="60000"/>
              </a:lnSpc>
            </a:pPr>
            <a:r>
              <a:rPr lang="en-US" altLang="zh-CN" dirty="0"/>
              <a:t>Email: ncao@gdou.edu.cn</a:t>
            </a:r>
            <a:endParaRPr lang="zh-CN" altLang="en-US" dirty="0"/>
          </a:p>
          <a:p>
            <a:pPr>
              <a:lnSpc>
                <a:spcPct val="60000"/>
              </a:lnSpc>
            </a:pPr>
            <a:r>
              <a:rPr lang="en-US" altLang="zh-CN" dirty="0"/>
              <a:t>2025</a:t>
            </a:r>
            <a:r>
              <a:rPr lang="zh-CN" altLang="en-US" dirty="0"/>
              <a:t>年</a:t>
            </a:r>
            <a:r>
              <a:rPr lang="zh-CN" altLang="en-US" dirty="0"/>
              <a:t>秋季学期</a:t>
            </a:r>
            <a:endParaRPr lang="zh-CN" altLang="en-US" dirty="0"/>
          </a:p>
        </p:txBody>
      </p:sp>
      <p:pic>
        <p:nvPicPr>
          <p:cNvPr id="5" name="图片 4" descr="校名"/>
          <p:cNvPicPr>
            <a:picLocks noChangeAspect="1"/>
          </p:cNvPicPr>
          <p:nvPr/>
        </p:nvPicPr>
        <p:blipFill>
          <a:blip r:embed="rId3"/>
          <a:stretch>
            <a:fillRect/>
          </a:stretch>
        </p:blipFill>
        <p:spPr>
          <a:xfrm>
            <a:off x="4972050" y="867410"/>
            <a:ext cx="2248535" cy="490220"/>
          </a:xfrm>
          <a:prstGeom prst="rect">
            <a:avLst/>
          </a:prstGeom>
        </p:spPr>
      </p:pic>
      <p:sp>
        <p:nvSpPr>
          <p:cNvPr id="4" name="文本框 3"/>
          <p:cNvSpPr txBox="1"/>
          <p:nvPr/>
        </p:nvSpPr>
        <p:spPr>
          <a:xfrm>
            <a:off x="2865120" y="2756535"/>
            <a:ext cx="6407785" cy="523220"/>
          </a:xfrm>
          <a:prstGeom prst="rect">
            <a:avLst/>
          </a:prstGeom>
          <a:noFill/>
        </p:spPr>
        <p:txBody>
          <a:bodyPr wrap="square" rtlCol="0" anchor="t">
            <a:spAutoFit/>
            <a:scene3d>
              <a:camera prst="orthographicFront"/>
              <a:lightRig rig="threePt" dir="t"/>
            </a:scene3d>
          </a:bodyPr>
          <a:lstStyle/>
          <a:p>
            <a:pPr algn="ctr" eaLnBrk="1" hangingPunct="1"/>
            <a:r>
              <a:rPr lang="zh-CN" altLang="en-US" sz="2800" b="1" dirty="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sym typeface="+mn-ea"/>
              </a:rPr>
              <a:t>第</a:t>
            </a:r>
            <a:r>
              <a:rPr lang="en-US" altLang="zh-CN" sz="2800" b="1" dirty="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sym typeface="+mn-ea"/>
              </a:rPr>
              <a:t>4</a:t>
            </a:r>
            <a:r>
              <a:rPr lang="zh-CN" altLang="en-US" sz="2800" b="1" dirty="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sym typeface="+mn-ea"/>
              </a:rPr>
              <a:t>章 分离变量法 </a:t>
            </a:r>
            <a:r>
              <a:rPr lang="en-US" altLang="zh-CN" sz="2800" b="1" dirty="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sym typeface="+mn-ea"/>
              </a:rPr>
              <a:t>-1</a:t>
            </a:r>
            <a:endParaRPr lang="zh-CN" altLang="en-US" sz="2800" b="1" dirty="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sym typeface="+mn-ea"/>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60" name="文本框 249859"/>
          <p:cNvSpPr txBox="1"/>
          <p:nvPr/>
        </p:nvSpPr>
        <p:spPr>
          <a:xfrm>
            <a:off x="1539009" y="329224"/>
            <a:ext cx="4051300" cy="579438"/>
          </a:xfrm>
          <a:prstGeom prst="rect">
            <a:avLst/>
          </a:prstGeom>
          <a:noFill/>
          <a:ln w="9525">
            <a:noFill/>
          </a:ln>
        </p:spPr>
        <p:txBody>
          <a:bodyPr>
            <a:spAutoFit/>
          </a:bodyPr>
          <a:lstStyle/>
          <a:p>
            <a:pPr>
              <a:spcBef>
                <a:spcPct val="50000"/>
              </a:spcBef>
            </a:pPr>
            <a:r>
              <a:rPr lang="zh-CN" altLang="en-US" sz="3200" dirty="0">
                <a:latin typeface="Times New Roman" panose="02020603050405020304" pitchFamily="18" charset="0"/>
              </a:rPr>
              <a:t>行波法复习小结</a:t>
            </a:r>
            <a:endParaRPr lang="zh-CN" altLang="en-US" sz="3200" dirty="0">
              <a:latin typeface="Times New Roman" panose="02020603050405020304" pitchFamily="18" charset="0"/>
            </a:endParaRPr>
          </a:p>
        </p:txBody>
      </p:sp>
      <p:sp>
        <p:nvSpPr>
          <p:cNvPr id="249861" name="矩形 249860"/>
          <p:cNvSpPr/>
          <p:nvPr/>
        </p:nvSpPr>
        <p:spPr>
          <a:xfrm>
            <a:off x="1765734" y="1209169"/>
            <a:ext cx="6005512" cy="580736"/>
          </a:xfrm>
          <a:prstGeom prst="rect">
            <a:avLst/>
          </a:prstGeom>
          <a:noFill/>
          <a:ln w="9525">
            <a:noFill/>
          </a:ln>
        </p:spPr>
        <p:txBody>
          <a:bodyPr anchor="ctr" anchorCtr="0">
            <a:spAutoFit/>
          </a:bodyPr>
          <a:lstStyle/>
          <a:p>
            <a:pPr>
              <a:lnSpc>
                <a:spcPct val="150000"/>
              </a:lnSpc>
            </a:pPr>
            <a:r>
              <a:rPr lang="en-US" altLang="zh-CN" sz="2400">
                <a:solidFill>
                  <a:srgbClr val="3333FF"/>
                </a:solidFill>
                <a:latin typeface="Times New Roman" panose="02020603050405020304" pitchFamily="18" charset="0"/>
                <a:ea typeface="华文中宋" panose="02010600040101010101" pitchFamily="2" charset="-122"/>
              </a:rPr>
              <a:t>1</a:t>
            </a:r>
            <a:r>
              <a:rPr lang="zh-CN" altLang="en-US" sz="2400" dirty="0">
                <a:solidFill>
                  <a:srgbClr val="3333FF"/>
                </a:solidFill>
                <a:latin typeface="Times New Roman" panose="02020603050405020304" pitchFamily="18" charset="0"/>
                <a:ea typeface="华文中宋" panose="02010600040101010101" pitchFamily="2" charset="-122"/>
              </a:rPr>
              <a:t>、一维无界弦自由振动的初值问题 </a:t>
            </a:r>
            <a:endParaRPr lang="zh-CN" altLang="en-US" sz="2400" dirty="0">
              <a:solidFill>
                <a:srgbClr val="3333FF"/>
              </a:solidFill>
              <a:latin typeface="Times New Roman" panose="02020603050405020304" pitchFamily="18" charset="0"/>
              <a:ea typeface="华文中宋" panose="02010600040101010101" pitchFamily="2" charset="-122"/>
            </a:endParaRPr>
          </a:p>
        </p:txBody>
      </p:sp>
      <p:graphicFrame>
        <p:nvGraphicFramePr>
          <p:cNvPr id="249862" name="对象 249861"/>
          <p:cNvGraphicFramePr/>
          <p:nvPr/>
        </p:nvGraphicFramePr>
        <p:xfrm>
          <a:off x="2259446" y="1811482"/>
          <a:ext cx="3913188" cy="1617663"/>
        </p:xfrm>
        <a:graphic>
          <a:graphicData uri="http://schemas.openxmlformats.org/presentationml/2006/ole">
            <mc:AlternateContent xmlns:mc="http://schemas.openxmlformats.org/markup-compatibility/2006">
              <mc:Choice xmlns:v="urn:schemas-microsoft-com:vml" Requires="v">
                <p:oleObj spid="_x0000_s2" name="" r:id="rId1" imgW="1840865" imgH="761365" progId="Equation.DSMT4">
                  <p:embed/>
                </p:oleObj>
              </mc:Choice>
              <mc:Fallback>
                <p:oleObj name="" r:id="rId1" imgW="1840865" imgH="761365" progId="Equation.DSMT4">
                  <p:embed/>
                  <p:pic>
                    <p:nvPicPr>
                      <p:cNvPr id="0" name="对象 249861"/>
                      <p:cNvPicPr/>
                      <p:nvPr/>
                    </p:nvPicPr>
                    <p:blipFill>
                      <a:blip r:embed="rId2"/>
                      <a:stretch>
                        <a:fillRect/>
                      </a:stretch>
                    </p:blipFill>
                    <p:spPr>
                      <a:xfrm>
                        <a:off x="2259446" y="1811482"/>
                        <a:ext cx="3913188" cy="1617663"/>
                      </a:xfrm>
                      <a:prstGeom prst="rect">
                        <a:avLst/>
                      </a:prstGeom>
                      <a:noFill/>
                      <a:ln w="38100">
                        <a:noFill/>
                        <a:miter/>
                      </a:ln>
                    </p:spPr>
                  </p:pic>
                </p:oleObj>
              </mc:Fallback>
            </mc:AlternateContent>
          </a:graphicData>
        </a:graphic>
      </p:graphicFrame>
      <p:sp>
        <p:nvSpPr>
          <p:cNvPr id="249863" name="Text Box 6"/>
          <p:cNvSpPr txBox="1"/>
          <p:nvPr/>
        </p:nvSpPr>
        <p:spPr>
          <a:xfrm>
            <a:off x="1780022" y="3373581"/>
            <a:ext cx="8340725" cy="2620974"/>
          </a:xfrm>
          <a:prstGeom prst="rect">
            <a:avLst/>
          </a:prstGeom>
          <a:noFill/>
          <a:ln w="9525">
            <a:noFill/>
          </a:ln>
        </p:spPr>
        <p:txBody>
          <a:bodyPr>
            <a:spAutoFit/>
          </a:bodyPr>
          <a:lstStyle/>
          <a:p>
            <a:pPr>
              <a:lnSpc>
                <a:spcPct val="140000"/>
              </a:lnSpc>
            </a:pPr>
            <a:r>
              <a:rPr lang="en-US" altLang="zh-CN" sz="2400">
                <a:solidFill>
                  <a:srgbClr val="3333FF"/>
                </a:solidFill>
                <a:latin typeface="Times New Roman" panose="02020603050405020304" pitchFamily="18" charset="0"/>
                <a:ea typeface="华文中宋" panose="02010600040101010101" pitchFamily="2" charset="-122"/>
              </a:rPr>
              <a:t>2</a:t>
            </a:r>
            <a:r>
              <a:rPr lang="zh-CN" altLang="en-US" sz="2400" dirty="0">
                <a:solidFill>
                  <a:srgbClr val="3333FF"/>
                </a:solidFill>
                <a:latin typeface="Times New Roman" panose="02020603050405020304" pitchFamily="18" charset="0"/>
                <a:ea typeface="华文中宋" panose="02010600040101010101" pitchFamily="2" charset="-122"/>
              </a:rPr>
              <a:t>、行波法解波动方程的基本思想与关键步骤：</a:t>
            </a:r>
            <a:endParaRPr lang="zh-CN" altLang="en-US" sz="2400" dirty="0">
              <a:solidFill>
                <a:srgbClr val="3333FF"/>
              </a:solidFill>
              <a:latin typeface="Times New Roman" panose="02020603050405020304" pitchFamily="18" charset="0"/>
              <a:ea typeface="华文中宋" panose="02010600040101010101" pitchFamily="2" charset="-122"/>
            </a:endParaRPr>
          </a:p>
          <a:p>
            <a:pPr>
              <a:lnSpc>
                <a:spcPct val="140000"/>
              </a:lnSpc>
            </a:pPr>
            <a:r>
              <a:rPr lang="zh-CN" altLang="en-US" sz="2400" dirty="0">
                <a:solidFill>
                  <a:srgbClr val="3333FF"/>
                </a:solidFill>
                <a:latin typeface="Times New Roman" panose="02020603050405020304" pitchFamily="18" charset="0"/>
                <a:ea typeface="华文中宋" panose="02010600040101010101" pitchFamily="2" charset="-122"/>
              </a:rPr>
              <a:t>      基本思想：</a:t>
            </a:r>
            <a:r>
              <a:rPr lang="zh-CN" altLang="en-US" sz="2400" dirty="0">
                <a:latin typeface="Arial" panose="020B0604020202020204" pitchFamily="34" charset="0"/>
                <a:ea typeface="仿宋_GB2312" pitchFamily="49" charset="-122"/>
              </a:rPr>
              <a:t>先求出偏微分方程的通解，然后用定解条件确 </a:t>
            </a:r>
            <a:endParaRPr lang="zh-CN" altLang="en-US" sz="2400" dirty="0">
              <a:latin typeface="Arial" panose="020B0604020202020204" pitchFamily="34" charset="0"/>
              <a:ea typeface="仿宋_GB2312" pitchFamily="49" charset="-122"/>
            </a:endParaRPr>
          </a:p>
          <a:p>
            <a:pPr>
              <a:lnSpc>
                <a:spcPct val="140000"/>
              </a:lnSpc>
            </a:pPr>
            <a:r>
              <a:rPr lang="zh-CN" altLang="en-US" sz="2400" dirty="0">
                <a:latin typeface="Arial" panose="020B0604020202020204" pitchFamily="34" charset="0"/>
                <a:ea typeface="仿宋_GB2312" pitchFamily="49" charset="-122"/>
              </a:rPr>
              <a:t>                       定特解。</a:t>
            </a:r>
            <a:endParaRPr lang="zh-CN" altLang="en-US" sz="2400" dirty="0">
              <a:solidFill>
                <a:srgbClr val="3333FF"/>
              </a:solidFill>
              <a:latin typeface="Times New Roman" panose="02020603050405020304" pitchFamily="18" charset="0"/>
              <a:ea typeface="华文中宋" panose="02010600040101010101" pitchFamily="2" charset="-122"/>
            </a:endParaRPr>
          </a:p>
          <a:p>
            <a:pPr>
              <a:lnSpc>
                <a:spcPct val="140000"/>
              </a:lnSpc>
            </a:pPr>
            <a:r>
              <a:rPr lang="zh-CN" altLang="en-US" dirty="0">
                <a:latin typeface="Arial" panose="020B0604020202020204" pitchFamily="34" charset="0"/>
                <a:ea typeface="仿宋_GB2312" pitchFamily="49" charset="-122"/>
              </a:rPr>
              <a:t>    </a:t>
            </a:r>
            <a:r>
              <a:rPr lang="zh-CN" altLang="en-US" sz="2400" dirty="0">
                <a:solidFill>
                  <a:srgbClr val="3333FF"/>
                </a:solidFill>
                <a:latin typeface="Times New Roman" panose="02020603050405020304" pitchFamily="18" charset="0"/>
                <a:ea typeface="华文中宋" panose="02010600040101010101" pitchFamily="2" charset="-122"/>
              </a:rPr>
              <a:t>关键步骤：</a:t>
            </a:r>
            <a:r>
              <a:rPr lang="zh-CN" altLang="en-US" sz="2400" dirty="0">
                <a:latin typeface="Arial" panose="020B0604020202020204" pitchFamily="34" charset="0"/>
                <a:ea typeface="仿宋_GB2312" pitchFamily="49" charset="-122"/>
              </a:rPr>
              <a:t>通过变量变换，将波动方程化为便于积分的齐</a:t>
            </a:r>
            <a:endParaRPr lang="zh-CN" altLang="en-US" sz="2400" dirty="0">
              <a:latin typeface="Arial" panose="020B0604020202020204" pitchFamily="34" charset="0"/>
              <a:ea typeface="仿宋_GB2312" pitchFamily="49" charset="-122"/>
            </a:endParaRPr>
          </a:p>
          <a:p>
            <a:pPr>
              <a:lnSpc>
                <a:spcPct val="140000"/>
              </a:lnSpc>
            </a:pPr>
            <a:r>
              <a:rPr lang="zh-CN" altLang="en-US" sz="2400" dirty="0">
                <a:latin typeface="Arial" panose="020B0604020202020204" pitchFamily="34" charset="0"/>
                <a:ea typeface="仿宋_GB2312" pitchFamily="49" charset="-122"/>
              </a:rPr>
              <a:t>     次二阶偏微分方程。</a:t>
            </a:r>
            <a:endParaRPr lang="zh-CN" altLang="en-US" sz="2400" dirty="0">
              <a:latin typeface="Arial" panose="020B0604020202020204" pitchFamily="34"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9861"/>
                                        </p:tgtEl>
                                        <p:attrNameLst>
                                          <p:attrName>style.visibility</p:attrName>
                                        </p:attrNameLst>
                                      </p:cBhvr>
                                      <p:to>
                                        <p:strVal val="visible"/>
                                      </p:to>
                                    </p:set>
                                    <p:animEffect transition="in" filter="blinds(horizontal)">
                                      <p:cBhvr>
                                        <p:cTn id="7" dur="500"/>
                                        <p:tgtEl>
                                          <p:spTgt spid="249861"/>
                                        </p:tgtEl>
                                      </p:cBhvr>
                                    </p:animEffect>
                                  </p:childTnLst>
                                </p:cTn>
                              </p:par>
                              <p:par>
                                <p:cTn id="8" presetID="3" presetClass="entr" presetSubtype="10" fill="hold" nodeType="withEffect">
                                  <p:stCondLst>
                                    <p:cond delay="0"/>
                                  </p:stCondLst>
                                  <p:childTnLst>
                                    <p:set>
                                      <p:cBhvr>
                                        <p:cTn id="9" dur="1" fill="hold">
                                          <p:stCondLst>
                                            <p:cond delay="0"/>
                                          </p:stCondLst>
                                        </p:cTn>
                                        <p:tgtEl>
                                          <p:spTgt spid="249862"/>
                                        </p:tgtEl>
                                        <p:attrNameLst>
                                          <p:attrName>style.visibility</p:attrName>
                                        </p:attrNameLst>
                                      </p:cBhvr>
                                      <p:to>
                                        <p:strVal val="visible"/>
                                      </p:to>
                                    </p:set>
                                    <p:animEffect transition="in" filter="blinds(horizontal)">
                                      <p:cBhvr>
                                        <p:cTn id="10" dur="500"/>
                                        <p:tgtEl>
                                          <p:spTgt spid="24986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49863"/>
                                        </p:tgtEl>
                                        <p:attrNameLst>
                                          <p:attrName>style.visibility</p:attrName>
                                        </p:attrNameLst>
                                      </p:cBhvr>
                                      <p:to>
                                        <p:strVal val="visible"/>
                                      </p:to>
                                    </p:set>
                                    <p:animEffect transition="in" filter="blinds(horizontal)">
                                      <p:cBhvr>
                                        <p:cTn id="15" dur="500"/>
                                        <p:tgtEl>
                                          <p:spTgt spid="2498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61" grpId="0"/>
      <p:bldP spid="24986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1909" name="Object 16"/>
          <p:cNvGraphicFramePr/>
          <p:nvPr/>
        </p:nvGraphicFramePr>
        <p:xfrm>
          <a:off x="3894139" y="449264"/>
          <a:ext cx="1366837" cy="439737"/>
        </p:xfrm>
        <a:graphic>
          <a:graphicData uri="http://schemas.openxmlformats.org/presentationml/2006/ole">
            <mc:AlternateContent xmlns:mc="http://schemas.openxmlformats.org/markup-compatibility/2006">
              <mc:Choice xmlns:v="urn:schemas-microsoft-com:vml" Requires="v">
                <p:oleObj spid="_x0000_s2" name="" r:id="rId1" imgW="557530" imgH="177800" progId="Equation.DSMT4">
                  <p:embed/>
                </p:oleObj>
              </mc:Choice>
              <mc:Fallback>
                <p:oleObj name="" r:id="rId1" imgW="557530" imgH="177800" progId="Equation.DSMT4">
                  <p:embed/>
                  <p:pic>
                    <p:nvPicPr>
                      <p:cNvPr id="0" name="Object 16"/>
                      <p:cNvPicPr/>
                      <p:nvPr/>
                    </p:nvPicPr>
                    <p:blipFill>
                      <a:blip r:embed="rId2"/>
                      <a:stretch>
                        <a:fillRect/>
                      </a:stretch>
                    </p:blipFill>
                    <p:spPr>
                      <a:xfrm>
                        <a:off x="3894139" y="449264"/>
                        <a:ext cx="1366837" cy="439737"/>
                      </a:xfrm>
                      <a:prstGeom prst="rect">
                        <a:avLst/>
                      </a:prstGeom>
                      <a:noFill/>
                      <a:ln w="38100">
                        <a:noFill/>
                        <a:miter/>
                      </a:ln>
                    </p:spPr>
                  </p:pic>
                </p:oleObj>
              </mc:Fallback>
            </mc:AlternateContent>
          </a:graphicData>
        </a:graphic>
      </p:graphicFrame>
      <p:graphicFrame>
        <p:nvGraphicFramePr>
          <p:cNvPr id="251910" name="Object 17"/>
          <p:cNvGraphicFramePr/>
          <p:nvPr/>
        </p:nvGraphicFramePr>
        <p:xfrm>
          <a:off x="5559425" y="439739"/>
          <a:ext cx="1512888" cy="447675"/>
        </p:xfrm>
        <a:graphic>
          <a:graphicData uri="http://schemas.openxmlformats.org/presentationml/2006/ole">
            <mc:AlternateContent xmlns:mc="http://schemas.openxmlformats.org/markup-compatibility/2006">
              <mc:Choice xmlns:v="urn:schemas-microsoft-com:vml" Requires="v">
                <p:oleObj spid="_x0000_s3" name="" r:id="rId3" imgW="558165" imgH="165100" progId="Equation.DSMT4">
                  <p:embed/>
                </p:oleObj>
              </mc:Choice>
              <mc:Fallback>
                <p:oleObj name="" r:id="rId3" imgW="558165" imgH="165100" progId="Equation.DSMT4">
                  <p:embed/>
                  <p:pic>
                    <p:nvPicPr>
                      <p:cNvPr id="0" name="Object 17"/>
                      <p:cNvPicPr/>
                      <p:nvPr/>
                    </p:nvPicPr>
                    <p:blipFill>
                      <a:blip r:embed="rId4"/>
                      <a:stretch>
                        <a:fillRect/>
                      </a:stretch>
                    </p:blipFill>
                    <p:spPr>
                      <a:xfrm>
                        <a:off x="5559425" y="439739"/>
                        <a:ext cx="1512888" cy="447675"/>
                      </a:xfrm>
                      <a:prstGeom prst="rect">
                        <a:avLst/>
                      </a:prstGeom>
                      <a:noFill/>
                      <a:ln w="38100">
                        <a:noFill/>
                        <a:miter/>
                      </a:ln>
                    </p:spPr>
                  </p:pic>
                </p:oleObj>
              </mc:Fallback>
            </mc:AlternateContent>
          </a:graphicData>
        </a:graphic>
      </p:graphicFrame>
      <p:graphicFrame>
        <p:nvGraphicFramePr>
          <p:cNvPr id="251911" name="Object 3"/>
          <p:cNvGraphicFramePr>
            <a:graphicFrameLocks noGrp="1"/>
          </p:cNvGraphicFramePr>
          <p:nvPr>
            <p:ph sz="half" idx="1"/>
          </p:nvPr>
        </p:nvGraphicFramePr>
        <p:xfrm>
          <a:off x="7372351" y="1035050"/>
          <a:ext cx="1992313" cy="839788"/>
        </p:xfrm>
        <a:graphic>
          <a:graphicData uri="http://schemas.openxmlformats.org/presentationml/2006/ole">
            <mc:AlternateContent xmlns:mc="http://schemas.openxmlformats.org/markup-compatibility/2006">
              <mc:Choice xmlns:v="urn:schemas-microsoft-com:vml" Requires="v">
                <p:oleObj spid="_x0000_s4" name="" r:id="rId5" imgW="1053465" imgH="444500" progId="Equation.DSMT4">
                  <p:embed/>
                </p:oleObj>
              </mc:Choice>
              <mc:Fallback>
                <p:oleObj name="" r:id="rId5" imgW="1053465" imgH="444500" progId="Equation.DSMT4">
                  <p:embed/>
                  <p:pic>
                    <p:nvPicPr>
                      <p:cNvPr id="0" name="Object 3"/>
                      <p:cNvPicPr/>
                      <p:nvPr/>
                    </p:nvPicPr>
                    <p:blipFill>
                      <a:blip r:embed="rId6"/>
                      <a:stretch>
                        <a:fillRect/>
                      </a:stretch>
                    </p:blipFill>
                    <p:spPr>
                      <a:xfrm>
                        <a:off x="7372351" y="1035050"/>
                        <a:ext cx="1992313" cy="839788"/>
                      </a:xfrm>
                      <a:prstGeom prst="rect">
                        <a:avLst/>
                      </a:prstGeom>
                      <a:noFill/>
                      <a:ln w="38100">
                        <a:miter/>
                      </a:ln>
                    </p:spPr>
                  </p:pic>
                </p:oleObj>
              </mc:Fallback>
            </mc:AlternateContent>
          </a:graphicData>
        </a:graphic>
      </p:graphicFrame>
      <p:graphicFrame>
        <p:nvGraphicFramePr>
          <p:cNvPr id="251934" name="Object 15"/>
          <p:cNvGraphicFramePr>
            <a:graphicFrameLocks noGrp="1"/>
          </p:cNvGraphicFramePr>
          <p:nvPr>
            <p:ph sz="quarter" idx="2"/>
          </p:nvPr>
        </p:nvGraphicFramePr>
        <p:xfrm>
          <a:off x="4108451" y="4845050"/>
          <a:ext cx="6335713" cy="939800"/>
        </p:xfrm>
        <a:graphic>
          <a:graphicData uri="http://schemas.openxmlformats.org/presentationml/2006/ole">
            <mc:AlternateContent xmlns:mc="http://schemas.openxmlformats.org/markup-compatibility/2006">
              <mc:Choice xmlns:v="urn:schemas-microsoft-com:vml" Requires="v">
                <p:oleObj spid="_x0000_s5" name="" r:id="rId7" imgW="2653030" imgH="393700" progId="Equation.DSMT4">
                  <p:embed/>
                </p:oleObj>
              </mc:Choice>
              <mc:Fallback>
                <p:oleObj name="" r:id="rId7" imgW="2653030" imgH="393700" progId="Equation.DSMT4">
                  <p:embed/>
                  <p:pic>
                    <p:nvPicPr>
                      <p:cNvPr id="0" name="Object 15"/>
                      <p:cNvPicPr/>
                      <p:nvPr/>
                    </p:nvPicPr>
                    <p:blipFill>
                      <a:blip r:embed="rId8"/>
                      <a:stretch>
                        <a:fillRect/>
                      </a:stretch>
                    </p:blipFill>
                    <p:spPr>
                      <a:xfrm>
                        <a:off x="4108451" y="4845050"/>
                        <a:ext cx="6335713" cy="939800"/>
                      </a:xfrm>
                      <a:prstGeom prst="rect">
                        <a:avLst/>
                      </a:prstGeom>
                      <a:solidFill>
                        <a:srgbClr val="CCFF66"/>
                      </a:solidFill>
                      <a:ln w="12700">
                        <a:solidFill>
                          <a:schemeClr val="tx1"/>
                        </a:solidFill>
                        <a:miter/>
                      </a:ln>
                    </p:spPr>
                  </p:pic>
                </p:oleObj>
              </mc:Fallback>
            </mc:AlternateContent>
          </a:graphicData>
        </a:graphic>
      </p:graphicFrame>
      <p:graphicFrame>
        <p:nvGraphicFramePr>
          <p:cNvPr id="251913" name="Object 12"/>
          <p:cNvGraphicFramePr/>
          <p:nvPr/>
        </p:nvGraphicFramePr>
        <p:xfrm>
          <a:off x="4305301" y="2033588"/>
          <a:ext cx="2627313" cy="533400"/>
        </p:xfrm>
        <a:graphic>
          <a:graphicData uri="http://schemas.openxmlformats.org/presentationml/2006/ole">
            <mc:AlternateContent xmlns:mc="http://schemas.openxmlformats.org/markup-compatibility/2006">
              <mc:Choice xmlns:v="urn:schemas-microsoft-com:vml" Requires="v">
                <p:oleObj spid="_x0000_s6" name="" r:id="rId9" imgW="939165" imgH="190500" progId="Equation.DSMT4">
                  <p:embed/>
                </p:oleObj>
              </mc:Choice>
              <mc:Fallback>
                <p:oleObj name="" r:id="rId9" imgW="939165" imgH="190500" progId="Equation.DSMT4">
                  <p:embed/>
                  <p:pic>
                    <p:nvPicPr>
                      <p:cNvPr id="0" name="Object 12"/>
                      <p:cNvPicPr/>
                      <p:nvPr/>
                    </p:nvPicPr>
                    <p:blipFill>
                      <a:blip r:embed="rId10"/>
                      <a:stretch>
                        <a:fillRect/>
                      </a:stretch>
                    </p:blipFill>
                    <p:spPr>
                      <a:xfrm>
                        <a:off x="4305301" y="2033588"/>
                        <a:ext cx="2627313" cy="533400"/>
                      </a:xfrm>
                      <a:prstGeom prst="rect">
                        <a:avLst/>
                      </a:prstGeom>
                      <a:noFill/>
                      <a:ln w="38100">
                        <a:noFill/>
                        <a:miter/>
                      </a:ln>
                    </p:spPr>
                  </p:pic>
                </p:oleObj>
              </mc:Fallback>
            </mc:AlternateContent>
          </a:graphicData>
        </a:graphic>
      </p:graphicFrame>
      <p:graphicFrame>
        <p:nvGraphicFramePr>
          <p:cNvPr id="251914" name="Object 14"/>
          <p:cNvGraphicFramePr/>
          <p:nvPr/>
        </p:nvGraphicFramePr>
        <p:xfrm>
          <a:off x="4271964" y="2981325"/>
          <a:ext cx="4733925" cy="546100"/>
        </p:xfrm>
        <a:graphic>
          <a:graphicData uri="http://schemas.openxmlformats.org/presentationml/2006/ole">
            <mc:AlternateContent xmlns:mc="http://schemas.openxmlformats.org/markup-compatibility/2006">
              <mc:Choice xmlns:v="urn:schemas-microsoft-com:vml" Requires="v">
                <p:oleObj spid="_x0000_s7" name="" r:id="rId11" imgW="1650365" imgH="190500" progId="Equation.DSMT4">
                  <p:embed/>
                </p:oleObj>
              </mc:Choice>
              <mc:Fallback>
                <p:oleObj name="" r:id="rId11" imgW="1650365" imgH="190500" progId="Equation.DSMT4">
                  <p:embed/>
                  <p:pic>
                    <p:nvPicPr>
                      <p:cNvPr id="0" name="Object 14"/>
                      <p:cNvPicPr/>
                      <p:nvPr/>
                    </p:nvPicPr>
                    <p:blipFill>
                      <a:blip r:embed="rId12"/>
                      <a:stretch>
                        <a:fillRect/>
                      </a:stretch>
                    </p:blipFill>
                    <p:spPr>
                      <a:xfrm>
                        <a:off x="4271964" y="2981325"/>
                        <a:ext cx="4733925" cy="546100"/>
                      </a:xfrm>
                      <a:prstGeom prst="rect">
                        <a:avLst/>
                      </a:prstGeom>
                      <a:solidFill>
                        <a:srgbClr val="CCFF66"/>
                      </a:solidFill>
                      <a:ln w="38100">
                        <a:noFill/>
                        <a:miter/>
                      </a:ln>
                    </p:spPr>
                  </p:pic>
                </p:oleObj>
              </mc:Fallback>
            </mc:AlternateContent>
          </a:graphicData>
        </a:graphic>
      </p:graphicFrame>
      <p:sp>
        <p:nvSpPr>
          <p:cNvPr id="251915" name="AutoShape 14"/>
          <p:cNvSpPr/>
          <p:nvPr/>
        </p:nvSpPr>
        <p:spPr>
          <a:xfrm flipH="1">
            <a:off x="3284539" y="2232026"/>
            <a:ext cx="714375" cy="142875"/>
          </a:xfrm>
          <a:prstGeom prst="leftArrow">
            <a:avLst>
              <a:gd name="adj1" fmla="val 50000"/>
              <a:gd name="adj2" fmla="val 113333"/>
            </a:avLst>
          </a:prstGeom>
          <a:solidFill>
            <a:srgbClr val="CCFF66"/>
          </a:solidFill>
          <a:ln w="9525" cap="flat" cmpd="sng">
            <a:solidFill>
              <a:schemeClr val="tx1"/>
            </a:solidFill>
            <a:prstDash val="solid"/>
            <a:miter/>
            <a:headEnd type="none" w="med" len="med"/>
            <a:tailEnd type="none" w="med" len="med"/>
          </a:ln>
        </p:spPr>
        <p:txBody>
          <a:bodyPr wrap="none" anchor="ctr" anchorCtr="0"/>
          <a:lstStyle/>
          <a:p>
            <a:endParaRPr lang="zh-CN" altLang="en-US" sz="2400" dirty="0">
              <a:latin typeface="Arial" panose="020B0604020202020204" pitchFamily="34" charset="0"/>
              <a:ea typeface="宋体" panose="02010600030101010101" pitchFamily="2" charset="-122"/>
            </a:endParaRPr>
          </a:p>
        </p:txBody>
      </p:sp>
      <p:sp>
        <p:nvSpPr>
          <p:cNvPr id="251916" name="AutoShape 14"/>
          <p:cNvSpPr/>
          <p:nvPr/>
        </p:nvSpPr>
        <p:spPr>
          <a:xfrm flipH="1">
            <a:off x="3271839" y="3184526"/>
            <a:ext cx="714375" cy="142875"/>
          </a:xfrm>
          <a:prstGeom prst="leftArrow">
            <a:avLst>
              <a:gd name="adj1" fmla="val 50000"/>
              <a:gd name="adj2" fmla="val 113333"/>
            </a:avLst>
          </a:prstGeom>
          <a:solidFill>
            <a:srgbClr val="CCFF66"/>
          </a:solidFill>
          <a:ln w="9525" cap="flat" cmpd="sng">
            <a:solidFill>
              <a:schemeClr val="tx1"/>
            </a:solidFill>
            <a:prstDash val="solid"/>
            <a:miter/>
            <a:headEnd type="none" w="med" len="med"/>
            <a:tailEnd type="none" w="med" len="med"/>
          </a:ln>
        </p:spPr>
        <p:txBody>
          <a:bodyPr wrap="none" anchor="ctr" anchorCtr="0"/>
          <a:lstStyle/>
          <a:p>
            <a:endParaRPr lang="zh-CN" altLang="en-US" sz="2400" dirty="0">
              <a:latin typeface="Arial" panose="020B0604020202020204" pitchFamily="34" charset="0"/>
              <a:ea typeface="宋体" panose="02010600030101010101" pitchFamily="2" charset="-122"/>
            </a:endParaRPr>
          </a:p>
        </p:txBody>
      </p:sp>
      <p:grpSp>
        <p:nvGrpSpPr>
          <p:cNvPr id="251923" name="组合 251922"/>
          <p:cNvGrpSpPr/>
          <p:nvPr/>
        </p:nvGrpSpPr>
        <p:grpSpPr>
          <a:xfrm>
            <a:off x="1755775" y="417513"/>
            <a:ext cx="1638300" cy="457200"/>
            <a:chOff x="234" y="103"/>
            <a:chExt cx="1032" cy="288"/>
          </a:xfrm>
        </p:grpSpPr>
        <p:sp>
          <p:nvSpPr>
            <p:cNvPr id="251908" name="Text Box 11"/>
            <p:cNvSpPr txBox="1"/>
            <p:nvPr/>
          </p:nvSpPr>
          <p:spPr>
            <a:xfrm>
              <a:off x="324" y="103"/>
              <a:ext cx="884" cy="288"/>
            </a:xfrm>
            <a:prstGeom prst="rect">
              <a:avLst/>
            </a:prstGeom>
            <a:noFill/>
            <a:ln w="9525">
              <a:noFill/>
            </a:ln>
          </p:spPr>
          <p:txBody>
            <a:bodyPr wrap="none">
              <a:spAutoFit/>
            </a:bodyPr>
            <a:lstStyle/>
            <a:p>
              <a:r>
                <a:rPr lang="zh-CN" altLang="en-US" sz="2400" dirty="0">
                  <a:latin typeface="Arial" panose="020B0604020202020204" pitchFamily="34" charset="0"/>
                  <a:ea typeface="仿宋_GB2312" pitchFamily="49" charset="-122"/>
                </a:rPr>
                <a:t>变量代换</a:t>
              </a:r>
              <a:endParaRPr lang="zh-CN" altLang="en-US" sz="2400" dirty="0">
                <a:latin typeface="Arial" panose="020B0604020202020204" pitchFamily="34" charset="0"/>
                <a:ea typeface="仿宋_GB2312" pitchFamily="49" charset="-122"/>
              </a:endParaRPr>
            </a:p>
          </p:txBody>
        </p:sp>
        <p:sp>
          <p:nvSpPr>
            <p:cNvPr id="251920" name="流程图: 过程 251919"/>
            <p:cNvSpPr/>
            <p:nvPr/>
          </p:nvSpPr>
          <p:spPr>
            <a:xfrm>
              <a:off x="234" y="140"/>
              <a:ext cx="1032" cy="226"/>
            </a:xfrm>
            <a:prstGeom prst="flowChartProcess">
              <a:avLst/>
            </a:prstGeom>
            <a:noFill/>
            <a:ln w="38100" cap="flat" cmpd="sng">
              <a:solidFill>
                <a:schemeClr val="hlink"/>
              </a:solidFill>
              <a:prstDash val="solid"/>
              <a:miter/>
              <a:headEnd type="none" w="med" len="med"/>
              <a:tailEnd type="none" w="med" len="med"/>
            </a:ln>
          </p:spPr>
          <p:txBody>
            <a:bodyPr/>
            <a:lstStyle/>
            <a:p>
              <a:endParaRPr lang="zh-CN" altLang="en-US"/>
            </a:p>
          </p:txBody>
        </p:sp>
      </p:grpSp>
      <p:grpSp>
        <p:nvGrpSpPr>
          <p:cNvPr id="251922" name="组合 251921"/>
          <p:cNvGrpSpPr/>
          <p:nvPr/>
        </p:nvGrpSpPr>
        <p:grpSpPr>
          <a:xfrm>
            <a:off x="1968500" y="2984500"/>
            <a:ext cx="1117600" cy="457200"/>
            <a:chOff x="4776" y="1568"/>
            <a:chExt cx="704" cy="288"/>
          </a:xfrm>
        </p:grpSpPr>
        <p:sp>
          <p:nvSpPr>
            <p:cNvPr id="251917" name="文本框 251916"/>
            <p:cNvSpPr txBox="1"/>
            <p:nvPr/>
          </p:nvSpPr>
          <p:spPr>
            <a:xfrm>
              <a:off x="4840" y="1568"/>
              <a:ext cx="632" cy="288"/>
            </a:xfrm>
            <a:prstGeom prst="rect">
              <a:avLst/>
            </a:prstGeom>
            <a:noFill/>
            <a:ln w="9525">
              <a:noFill/>
            </a:ln>
          </p:spPr>
          <p:txBody>
            <a:bodyPr>
              <a:spAutoFit/>
            </a:bodyPr>
            <a:lstStyle/>
            <a:p>
              <a:pPr>
                <a:spcBef>
                  <a:spcPct val="50000"/>
                </a:spcBef>
              </a:pPr>
              <a:r>
                <a:rPr lang="zh-CN" altLang="en-US" sz="2400" dirty="0">
                  <a:latin typeface="Arial" panose="020B0604020202020204" pitchFamily="34" charset="0"/>
                  <a:ea typeface="仿宋_GB2312" pitchFamily="49" charset="-122"/>
                </a:rPr>
                <a:t>通解</a:t>
              </a:r>
              <a:endParaRPr lang="zh-CN" altLang="en-US" sz="2400" dirty="0">
                <a:latin typeface="Arial" panose="020B0604020202020204" pitchFamily="34" charset="0"/>
                <a:ea typeface="仿宋_GB2312" pitchFamily="49" charset="-122"/>
              </a:endParaRPr>
            </a:p>
          </p:txBody>
        </p:sp>
        <p:sp>
          <p:nvSpPr>
            <p:cNvPr id="251921" name="流程图: 过程 251920"/>
            <p:cNvSpPr/>
            <p:nvPr/>
          </p:nvSpPr>
          <p:spPr>
            <a:xfrm>
              <a:off x="4776" y="1612"/>
              <a:ext cx="704" cy="226"/>
            </a:xfrm>
            <a:prstGeom prst="flowChartProcess">
              <a:avLst/>
            </a:prstGeom>
            <a:noFill/>
            <a:ln w="38100" cap="flat" cmpd="sng">
              <a:solidFill>
                <a:schemeClr val="hlink"/>
              </a:solidFill>
              <a:prstDash val="solid"/>
              <a:miter/>
              <a:headEnd type="none" w="med" len="med"/>
              <a:tailEnd type="none" w="med" len="med"/>
            </a:ln>
          </p:spPr>
          <p:txBody>
            <a:bodyPr/>
            <a:lstStyle/>
            <a:p>
              <a:endParaRPr lang="zh-CN" altLang="en-US"/>
            </a:p>
          </p:txBody>
        </p:sp>
      </p:grpSp>
      <p:sp>
        <p:nvSpPr>
          <p:cNvPr id="251924" name="文本框 251923"/>
          <p:cNvSpPr txBox="1"/>
          <p:nvPr/>
        </p:nvSpPr>
        <p:spPr>
          <a:xfrm>
            <a:off x="3048000" y="3987800"/>
            <a:ext cx="2628900" cy="457200"/>
          </a:xfrm>
          <a:prstGeom prst="rect">
            <a:avLst/>
          </a:prstGeom>
          <a:noFill/>
          <a:ln w="9525">
            <a:noFill/>
          </a:ln>
        </p:spPr>
        <p:txBody>
          <a:bodyPr>
            <a:spAutoFit/>
          </a:bodyPr>
          <a:lstStyle/>
          <a:p>
            <a:pPr>
              <a:spcBef>
                <a:spcPct val="50000"/>
              </a:spcBef>
            </a:pPr>
            <a:r>
              <a:rPr lang="zh-CN" altLang="en-US" sz="2400" dirty="0">
                <a:latin typeface="Arial" panose="020B0604020202020204" pitchFamily="34" charset="0"/>
                <a:ea typeface="仿宋_GB2312" pitchFamily="49" charset="-122"/>
              </a:rPr>
              <a:t>代入初始条件</a:t>
            </a:r>
            <a:endParaRPr lang="zh-CN" altLang="en-US" sz="2400" dirty="0">
              <a:latin typeface="Arial" panose="020B0604020202020204" pitchFamily="34" charset="0"/>
              <a:ea typeface="仿宋_GB2312" pitchFamily="49" charset="-122"/>
            </a:endParaRPr>
          </a:p>
        </p:txBody>
      </p:sp>
      <p:graphicFrame>
        <p:nvGraphicFramePr>
          <p:cNvPr id="251925" name="Object 6"/>
          <p:cNvGraphicFramePr/>
          <p:nvPr/>
        </p:nvGraphicFramePr>
        <p:xfrm>
          <a:off x="5256214" y="3992564"/>
          <a:ext cx="1512887" cy="477837"/>
        </p:xfrm>
        <a:graphic>
          <a:graphicData uri="http://schemas.openxmlformats.org/presentationml/2006/ole">
            <mc:AlternateContent xmlns:mc="http://schemas.openxmlformats.org/markup-compatibility/2006">
              <mc:Choice xmlns:v="urn:schemas-microsoft-com:vml" Requires="v">
                <p:oleObj spid="_x0000_s8" name="" r:id="rId13" imgW="685165" imgH="215900" progId="Equation.DSMT4">
                  <p:embed/>
                </p:oleObj>
              </mc:Choice>
              <mc:Fallback>
                <p:oleObj name="" r:id="rId13" imgW="685165" imgH="215900" progId="Equation.DSMT4">
                  <p:embed/>
                  <p:pic>
                    <p:nvPicPr>
                      <p:cNvPr id="0" name="Object 6"/>
                      <p:cNvPicPr/>
                      <p:nvPr/>
                    </p:nvPicPr>
                    <p:blipFill>
                      <a:blip r:embed="rId14"/>
                      <a:stretch>
                        <a:fillRect/>
                      </a:stretch>
                    </p:blipFill>
                    <p:spPr>
                      <a:xfrm>
                        <a:off x="5256214" y="3992564"/>
                        <a:ext cx="1512887" cy="477837"/>
                      </a:xfrm>
                      <a:prstGeom prst="rect">
                        <a:avLst/>
                      </a:prstGeom>
                      <a:noFill/>
                      <a:ln w="38100">
                        <a:noFill/>
                        <a:miter/>
                      </a:ln>
                    </p:spPr>
                  </p:pic>
                </p:oleObj>
              </mc:Fallback>
            </mc:AlternateContent>
          </a:graphicData>
        </a:graphic>
      </p:graphicFrame>
      <p:graphicFrame>
        <p:nvGraphicFramePr>
          <p:cNvPr id="251926" name="Object 8"/>
          <p:cNvGraphicFramePr/>
          <p:nvPr/>
        </p:nvGraphicFramePr>
        <p:xfrm>
          <a:off x="6985000" y="3987801"/>
          <a:ext cx="1676400" cy="492125"/>
        </p:xfrm>
        <a:graphic>
          <a:graphicData uri="http://schemas.openxmlformats.org/presentationml/2006/ole">
            <mc:AlternateContent xmlns:mc="http://schemas.openxmlformats.org/markup-compatibility/2006">
              <mc:Choice xmlns:v="urn:schemas-microsoft-com:vml" Requires="v">
                <p:oleObj spid="_x0000_s9" name="" r:id="rId15" imgW="735330" imgH="215900" progId="Equation.DSMT4">
                  <p:embed/>
                </p:oleObj>
              </mc:Choice>
              <mc:Fallback>
                <p:oleObj name="" r:id="rId15" imgW="735330" imgH="215900" progId="Equation.DSMT4">
                  <p:embed/>
                  <p:pic>
                    <p:nvPicPr>
                      <p:cNvPr id="0" name="Object 8"/>
                      <p:cNvPicPr/>
                      <p:nvPr/>
                    </p:nvPicPr>
                    <p:blipFill>
                      <a:blip r:embed="rId16"/>
                      <a:stretch>
                        <a:fillRect/>
                      </a:stretch>
                    </p:blipFill>
                    <p:spPr>
                      <a:xfrm>
                        <a:off x="6985000" y="3987801"/>
                        <a:ext cx="1676400" cy="492125"/>
                      </a:xfrm>
                      <a:prstGeom prst="rect">
                        <a:avLst/>
                      </a:prstGeom>
                      <a:noFill/>
                      <a:ln w="38100">
                        <a:noFill/>
                        <a:miter/>
                      </a:ln>
                    </p:spPr>
                  </p:pic>
                </p:oleObj>
              </mc:Fallback>
            </mc:AlternateContent>
          </a:graphicData>
        </a:graphic>
      </p:graphicFrame>
      <p:grpSp>
        <p:nvGrpSpPr>
          <p:cNvPr id="251927" name="组合 251926"/>
          <p:cNvGrpSpPr/>
          <p:nvPr/>
        </p:nvGrpSpPr>
        <p:grpSpPr>
          <a:xfrm>
            <a:off x="1981200" y="5080000"/>
            <a:ext cx="1117600" cy="457200"/>
            <a:chOff x="4776" y="1568"/>
            <a:chExt cx="704" cy="288"/>
          </a:xfrm>
        </p:grpSpPr>
        <p:sp>
          <p:nvSpPr>
            <p:cNvPr id="251928" name="文本框 251927"/>
            <p:cNvSpPr txBox="1"/>
            <p:nvPr/>
          </p:nvSpPr>
          <p:spPr>
            <a:xfrm>
              <a:off x="4840" y="1568"/>
              <a:ext cx="632" cy="288"/>
            </a:xfrm>
            <a:prstGeom prst="rect">
              <a:avLst/>
            </a:prstGeom>
            <a:noFill/>
            <a:ln w="9525">
              <a:noFill/>
            </a:ln>
          </p:spPr>
          <p:txBody>
            <a:bodyPr>
              <a:spAutoFit/>
            </a:bodyPr>
            <a:lstStyle/>
            <a:p>
              <a:pPr>
                <a:spcBef>
                  <a:spcPct val="50000"/>
                </a:spcBef>
              </a:pPr>
              <a:r>
                <a:rPr lang="zh-CN" altLang="en-US" sz="2400" dirty="0">
                  <a:latin typeface="Arial" panose="020B0604020202020204" pitchFamily="34" charset="0"/>
                  <a:ea typeface="仿宋_GB2312" pitchFamily="49" charset="-122"/>
                </a:rPr>
                <a:t>特解</a:t>
              </a:r>
              <a:endParaRPr lang="zh-CN" altLang="en-US" sz="2400" dirty="0">
                <a:latin typeface="Arial" panose="020B0604020202020204" pitchFamily="34" charset="0"/>
                <a:ea typeface="仿宋_GB2312" pitchFamily="49" charset="-122"/>
              </a:endParaRPr>
            </a:p>
          </p:txBody>
        </p:sp>
        <p:sp>
          <p:nvSpPr>
            <p:cNvPr id="251929" name="流程图: 过程 251928"/>
            <p:cNvSpPr/>
            <p:nvPr/>
          </p:nvSpPr>
          <p:spPr>
            <a:xfrm>
              <a:off x="4776" y="1612"/>
              <a:ext cx="704" cy="226"/>
            </a:xfrm>
            <a:prstGeom prst="flowChartProcess">
              <a:avLst/>
            </a:prstGeom>
            <a:noFill/>
            <a:ln w="38100" cap="flat" cmpd="sng">
              <a:solidFill>
                <a:schemeClr val="hlink"/>
              </a:solidFill>
              <a:prstDash val="solid"/>
              <a:miter/>
              <a:headEnd type="none" w="med" len="med"/>
              <a:tailEnd type="none" w="med" len="med"/>
            </a:ln>
          </p:spPr>
          <p:txBody>
            <a:bodyPr/>
            <a:lstStyle/>
            <a:p>
              <a:endParaRPr lang="zh-CN" altLang="en-US"/>
            </a:p>
          </p:txBody>
        </p:sp>
      </p:grpSp>
      <p:sp>
        <p:nvSpPr>
          <p:cNvPr id="251930" name="AutoShape 14"/>
          <p:cNvSpPr/>
          <p:nvPr/>
        </p:nvSpPr>
        <p:spPr>
          <a:xfrm flipH="1">
            <a:off x="3284539" y="5254626"/>
            <a:ext cx="714375" cy="142875"/>
          </a:xfrm>
          <a:prstGeom prst="leftArrow">
            <a:avLst>
              <a:gd name="adj1" fmla="val 50000"/>
              <a:gd name="adj2" fmla="val 113333"/>
            </a:avLst>
          </a:prstGeom>
          <a:solidFill>
            <a:srgbClr val="CCFF66"/>
          </a:solidFill>
          <a:ln w="9525" cap="flat" cmpd="sng">
            <a:solidFill>
              <a:schemeClr val="tx1"/>
            </a:solidFill>
            <a:prstDash val="solid"/>
            <a:miter/>
            <a:headEnd type="none" w="med" len="med"/>
            <a:tailEnd type="none" w="med" len="med"/>
          </a:ln>
        </p:spPr>
        <p:txBody>
          <a:bodyPr wrap="none" anchor="ctr" anchorCtr="0"/>
          <a:lstStyle/>
          <a:p>
            <a:endParaRPr lang="zh-CN" altLang="en-US" sz="2400" dirty="0">
              <a:latin typeface="Arial" panose="020B0604020202020204" pitchFamily="34" charset="0"/>
              <a:ea typeface="宋体" panose="02010600030101010101" pitchFamily="2" charset="-122"/>
            </a:endParaRPr>
          </a:p>
        </p:txBody>
      </p:sp>
      <p:sp>
        <p:nvSpPr>
          <p:cNvPr id="251937" name="矩形 251936"/>
          <p:cNvSpPr/>
          <p:nvPr/>
        </p:nvSpPr>
        <p:spPr>
          <a:xfrm>
            <a:off x="5997576" y="5875338"/>
            <a:ext cx="1627369" cy="369332"/>
          </a:xfrm>
          <a:prstGeom prst="rect">
            <a:avLst/>
          </a:prstGeom>
          <a:noFill/>
          <a:ln w="9525">
            <a:noFill/>
          </a:ln>
        </p:spPr>
        <p:txBody>
          <a:bodyPr wrap="none" anchor="t" anchorCtr="0">
            <a:spAutoFit/>
          </a:bodyPr>
          <a:lstStyle/>
          <a:p>
            <a:r>
              <a:rPr lang="zh-CN" altLang="en-US" dirty="0">
                <a:solidFill>
                  <a:srgbClr val="FF0000"/>
                </a:solidFill>
                <a:latin typeface="Times New Roman" panose="02020603050405020304" pitchFamily="18" charset="0"/>
              </a:rPr>
              <a:t>达朗贝尔公式 </a:t>
            </a:r>
            <a:endParaRPr lang="zh-CN" altLang="en-US" dirty="0">
              <a:solidFill>
                <a:srgbClr val="FF0000"/>
              </a:solidFill>
              <a:latin typeface="Times New Roman" panose="02020603050405020304" pitchFamily="18" charset="0"/>
            </a:endParaRPr>
          </a:p>
        </p:txBody>
      </p:sp>
      <p:graphicFrame>
        <p:nvGraphicFramePr>
          <p:cNvPr id="251938" name="内容占位符 251937"/>
          <p:cNvGraphicFramePr>
            <a:graphicFrameLocks noGrp="1"/>
          </p:cNvGraphicFramePr>
          <p:nvPr>
            <p:ph sz="quarter" idx="3"/>
          </p:nvPr>
        </p:nvGraphicFramePr>
        <p:xfrm>
          <a:off x="2063750" y="1092201"/>
          <a:ext cx="4173538" cy="836613"/>
        </p:xfrm>
        <a:graphic>
          <a:graphicData uri="http://schemas.openxmlformats.org/presentationml/2006/ole">
            <mc:AlternateContent xmlns:mc="http://schemas.openxmlformats.org/markup-compatibility/2006">
              <mc:Choice xmlns:v="urn:schemas-microsoft-com:vml" Requires="v">
                <p:oleObj spid="_x0000_s10" name="" r:id="rId17" imgW="2069465" imgH="431800" progId="Equation.DSMT4">
                  <p:embed/>
                </p:oleObj>
              </mc:Choice>
              <mc:Fallback>
                <p:oleObj name="" r:id="rId17" imgW="2069465" imgH="431800" progId="Equation.DSMT4">
                  <p:embed/>
                  <p:pic>
                    <p:nvPicPr>
                      <p:cNvPr id="0" name="内容占位符 251937"/>
                      <p:cNvPicPr/>
                      <p:nvPr/>
                    </p:nvPicPr>
                    <p:blipFill>
                      <a:blip r:embed="rId18"/>
                      <a:stretch>
                        <a:fillRect/>
                      </a:stretch>
                    </p:blipFill>
                    <p:spPr>
                      <a:xfrm>
                        <a:off x="2063750" y="1092201"/>
                        <a:ext cx="4173538" cy="836613"/>
                      </a:xfrm>
                      <a:prstGeom prst="rect">
                        <a:avLst/>
                      </a:prstGeom>
                      <a:noFill/>
                      <a:ln w="38100">
                        <a:miter/>
                      </a:ln>
                    </p:spPr>
                  </p:pic>
                </p:oleObj>
              </mc:Fallback>
            </mc:AlternateContent>
          </a:graphicData>
        </a:graphic>
      </p:graphicFrame>
      <p:sp>
        <p:nvSpPr>
          <p:cNvPr id="251941" name="AutoShape 14"/>
          <p:cNvSpPr/>
          <p:nvPr/>
        </p:nvSpPr>
        <p:spPr>
          <a:xfrm flipH="1">
            <a:off x="6434139" y="1406526"/>
            <a:ext cx="714375" cy="142875"/>
          </a:xfrm>
          <a:prstGeom prst="leftArrow">
            <a:avLst>
              <a:gd name="adj1" fmla="val 50000"/>
              <a:gd name="adj2" fmla="val 113333"/>
            </a:avLst>
          </a:prstGeom>
          <a:solidFill>
            <a:srgbClr val="CCFF66"/>
          </a:solidFill>
          <a:ln w="9525" cap="flat" cmpd="sng">
            <a:solidFill>
              <a:schemeClr val="tx1"/>
            </a:solidFill>
            <a:prstDash val="solid"/>
            <a:miter/>
            <a:headEnd type="none" w="med" len="med"/>
            <a:tailEnd type="none" w="med" len="med"/>
          </a:ln>
        </p:spPr>
        <p:txBody>
          <a:bodyPr wrap="none" anchor="ctr" anchorCtr="0"/>
          <a:lstStyle/>
          <a:p>
            <a:endParaRPr lang="zh-CN" altLang="en-US" sz="2400"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1909"/>
                                        </p:tgtEl>
                                        <p:attrNameLst>
                                          <p:attrName>style.visibility</p:attrName>
                                        </p:attrNameLst>
                                      </p:cBhvr>
                                      <p:to>
                                        <p:strVal val="visible"/>
                                      </p:to>
                                    </p:set>
                                    <p:animEffect transition="in" filter="blinds(horizontal)">
                                      <p:cBhvr>
                                        <p:cTn id="7" dur="500"/>
                                        <p:tgtEl>
                                          <p:spTgt spid="251909"/>
                                        </p:tgtEl>
                                      </p:cBhvr>
                                    </p:animEffect>
                                  </p:childTnLst>
                                </p:cTn>
                              </p:par>
                              <p:par>
                                <p:cTn id="8" presetID="3" presetClass="entr" presetSubtype="10" fill="hold" nodeType="withEffect">
                                  <p:stCondLst>
                                    <p:cond delay="0"/>
                                  </p:stCondLst>
                                  <p:childTnLst>
                                    <p:set>
                                      <p:cBhvr>
                                        <p:cTn id="9" dur="1" fill="hold">
                                          <p:stCondLst>
                                            <p:cond delay="0"/>
                                          </p:stCondLst>
                                        </p:cTn>
                                        <p:tgtEl>
                                          <p:spTgt spid="251910"/>
                                        </p:tgtEl>
                                        <p:attrNameLst>
                                          <p:attrName>style.visibility</p:attrName>
                                        </p:attrNameLst>
                                      </p:cBhvr>
                                      <p:to>
                                        <p:strVal val="visible"/>
                                      </p:to>
                                    </p:set>
                                    <p:animEffect transition="in" filter="blinds(horizontal)">
                                      <p:cBhvr>
                                        <p:cTn id="10" dur="500"/>
                                        <p:tgtEl>
                                          <p:spTgt spid="251910"/>
                                        </p:tgtEl>
                                      </p:cBhvr>
                                    </p:animEffect>
                                  </p:childTnLst>
                                </p:cTn>
                              </p:par>
                              <p:par>
                                <p:cTn id="11" presetID="3" presetClass="entr" presetSubtype="10" fill="hold" nodeType="withEffect">
                                  <p:stCondLst>
                                    <p:cond delay="0"/>
                                  </p:stCondLst>
                                  <p:childTnLst>
                                    <p:set>
                                      <p:cBhvr>
                                        <p:cTn id="12" dur="1" fill="hold">
                                          <p:stCondLst>
                                            <p:cond delay="0"/>
                                          </p:stCondLst>
                                        </p:cTn>
                                        <p:tgtEl>
                                          <p:spTgt spid="251911"/>
                                        </p:tgtEl>
                                        <p:attrNameLst>
                                          <p:attrName>style.visibility</p:attrName>
                                        </p:attrNameLst>
                                      </p:cBhvr>
                                      <p:to>
                                        <p:strVal val="visible"/>
                                      </p:to>
                                    </p:set>
                                    <p:animEffect transition="in" filter="blinds(horizontal)">
                                      <p:cBhvr>
                                        <p:cTn id="13" dur="500"/>
                                        <p:tgtEl>
                                          <p:spTgt spid="251911"/>
                                        </p:tgtEl>
                                      </p:cBhvr>
                                    </p:animEffect>
                                  </p:childTnLst>
                                </p:cTn>
                              </p:par>
                              <p:par>
                                <p:cTn id="14" presetID="3" presetClass="entr" presetSubtype="10" fill="hold" nodeType="withEffect">
                                  <p:stCondLst>
                                    <p:cond delay="0"/>
                                  </p:stCondLst>
                                  <p:childTnLst>
                                    <p:set>
                                      <p:cBhvr>
                                        <p:cTn id="15" dur="1" fill="hold">
                                          <p:stCondLst>
                                            <p:cond delay="0"/>
                                          </p:stCondLst>
                                        </p:cTn>
                                        <p:tgtEl>
                                          <p:spTgt spid="251913"/>
                                        </p:tgtEl>
                                        <p:attrNameLst>
                                          <p:attrName>style.visibility</p:attrName>
                                        </p:attrNameLst>
                                      </p:cBhvr>
                                      <p:to>
                                        <p:strVal val="visible"/>
                                      </p:to>
                                    </p:set>
                                    <p:animEffect transition="in" filter="blinds(horizontal)">
                                      <p:cBhvr>
                                        <p:cTn id="16" dur="500"/>
                                        <p:tgtEl>
                                          <p:spTgt spid="251913"/>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51915"/>
                                        </p:tgtEl>
                                        <p:attrNameLst>
                                          <p:attrName>style.visibility</p:attrName>
                                        </p:attrNameLst>
                                      </p:cBhvr>
                                      <p:to>
                                        <p:strVal val="visible"/>
                                      </p:to>
                                    </p:set>
                                    <p:animEffect transition="in" filter="blinds(horizontal)">
                                      <p:cBhvr>
                                        <p:cTn id="19" dur="500"/>
                                        <p:tgtEl>
                                          <p:spTgt spid="251915"/>
                                        </p:tgtEl>
                                      </p:cBhvr>
                                    </p:animEffect>
                                  </p:childTnLst>
                                </p:cTn>
                              </p:par>
                              <p:par>
                                <p:cTn id="20" presetID="3" presetClass="entr" presetSubtype="10" fill="hold" nodeType="withEffect">
                                  <p:stCondLst>
                                    <p:cond delay="0"/>
                                  </p:stCondLst>
                                  <p:childTnLst>
                                    <p:set>
                                      <p:cBhvr>
                                        <p:cTn id="21" dur="1" fill="hold">
                                          <p:stCondLst>
                                            <p:cond delay="0"/>
                                          </p:stCondLst>
                                        </p:cTn>
                                        <p:tgtEl>
                                          <p:spTgt spid="251923"/>
                                        </p:tgtEl>
                                        <p:attrNameLst>
                                          <p:attrName>style.visibility</p:attrName>
                                        </p:attrNameLst>
                                      </p:cBhvr>
                                      <p:to>
                                        <p:strVal val="visible"/>
                                      </p:to>
                                    </p:set>
                                    <p:animEffect transition="in" filter="blinds(horizontal)">
                                      <p:cBhvr>
                                        <p:cTn id="22" dur="500"/>
                                        <p:tgtEl>
                                          <p:spTgt spid="251923"/>
                                        </p:tgtEl>
                                      </p:cBhvr>
                                    </p:animEffect>
                                  </p:childTnLst>
                                </p:cTn>
                              </p:par>
                              <p:par>
                                <p:cTn id="23" presetID="3" presetClass="entr" presetSubtype="10" fill="hold" nodeType="withEffect">
                                  <p:stCondLst>
                                    <p:cond delay="0"/>
                                  </p:stCondLst>
                                  <p:childTnLst>
                                    <p:set>
                                      <p:cBhvr>
                                        <p:cTn id="24" dur="1" fill="hold">
                                          <p:stCondLst>
                                            <p:cond delay="0"/>
                                          </p:stCondLst>
                                        </p:cTn>
                                        <p:tgtEl>
                                          <p:spTgt spid="251938"/>
                                        </p:tgtEl>
                                        <p:attrNameLst>
                                          <p:attrName>style.visibility</p:attrName>
                                        </p:attrNameLst>
                                      </p:cBhvr>
                                      <p:to>
                                        <p:strVal val="visible"/>
                                      </p:to>
                                    </p:set>
                                    <p:animEffect transition="in" filter="blinds(horizontal)">
                                      <p:cBhvr>
                                        <p:cTn id="25" dur="500"/>
                                        <p:tgtEl>
                                          <p:spTgt spid="251938"/>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51941"/>
                                        </p:tgtEl>
                                        <p:attrNameLst>
                                          <p:attrName>style.visibility</p:attrName>
                                        </p:attrNameLst>
                                      </p:cBhvr>
                                      <p:to>
                                        <p:strVal val="visible"/>
                                      </p:to>
                                    </p:set>
                                    <p:animEffect transition="in" filter="blinds(horizontal)">
                                      <p:cBhvr>
                                        <p:cTn id="28" dur="500"/>
                                        <p:tgtEl>
                                          <p:spTgt spid="251941"/>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251914"/>
                                        </p:tgtEl>
                                        <p:attrNameLst>
                                          <p:attrName>style.visibility</p:attrName>
                                        </p:attrNameLst>
                                      </p:cBhvr>
                                      <p:to>
                                        <p:strVal val="visible"/>
                                      </p:to>
                                    </p:set>
                                    <p:animEffect transition="in" filter="blinds(horizontal)">
                                      <p:cBhvr>
                                        <p:cTn id="33" dur="500"/>
                                        <p:tgtEl>
                                          <p:spTgt spid="251914"/>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251916"/>
                                        </p:tgtEl>
                                        <p:attrNameLst>
                                          <p:attrName>style.visibility</p:attrName>
                                        </p:attrNameLst>
                                      </p:cBhvr>
                                      <p:to>
                                        <p:strVal val="visible"/>
                                      </p:to>
                                    </p:set>
                                    <p:animEffect transition="in" filter="blinds(horizontal)">
                                      <p:cBhvr>
                                        <p:cTn id="36" dur="500"/>
                                        <p:tgtEl>
                                          <p:spTgt spid="251916"/>
                                        </p:tgtEl>
                                      </p:cBhvr>
                                    </p:animEffect>
                                  </p:childTnLst>
                                </p:cTn>
                              </p:par>
                              <p:par>
                                <p:cTn id="37" presetID="3" presetClass="entr" presetSubtype="10" fill="hold" nodeType="withEffect">
                                  <p:stCondLst>
                                    <p:cond delay="0"/>
                                  </p:stCondLst>
                                  <p:childTnLst>
                                    <p:set>
                                      <p:cBhvr>
                                        <p:cTn id="38" dur="1" fill="hold">
                                          <p:stCondLst>
                                            <p:cond delay="0"/>
                                          </p:stCondLst>
                                        </p:cTn>
                                        <p:tgtEl>
                                          <p:spTgt spid="251922"/>
                                        </p:tgtEl>
                                        <p:attrNameLst>
                                          <p:attrName>style.visibility</p:attrName>
                                        </p:attrNameLst>
                                      </p:cBhvr>
                                      <p:to>
                                        <p:strVal val="visible"/>
                                      </p:to>
                                    </p:set>
                                    <p:animEffect transition="in" filter="blinds(horizontal)">
                                      <p:cBhvr>
                                        <p:cTn id="39" dur="500"/>
                                        <p:tgtEl>
                                          <p:spTgt spid="251922"/>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251924"/>
                                        </p:tgtEl>
                                        <p:attrNameLst>
                                          <p:attrName>style.visibility</p:attrName>
                                        </p:attrNameLst>
                                      </p:cBhvr>
                                      <p:to>
                                        <p:strVal val="visible"/>
                                      </p:to>
                                    </p:set>
                                    <p:animEffect transition="in" filter="blinds(horizontal)">
                                      <p:cBhvr>
                                        <p:cTn id="42" dur="500"/>
                                        <p:tgtEl>
                                          <p:spTgt spid="251924"/>
                                        </p:tgtEl>
                                      </p:cBhvr>
                                    </p:animEffect>
                                  </p:childTnLst>
                                </p:cTn>
                              </p:par>
                              <p:par>
                                <p:cTn id="43" presetID="3" presetClass="entr" presetSubtype="10" fill="hold" nodeType="withEffect">
                                  <p:stCondLst>
                                    <p:cond delay="0"/>
                                  </p:stCondLst>
                                  <p:childTnLst>
                                    <p:set>
                                      <p:cBhvr>
                                        <p:cTn id="44" dur="1" fill="hold">
                                          <p:stCondLst>
                                            <p:cond delay="0"/>
                                          </p:stCondLst>
                                        </p:cTn>
                                        <p:tgtEl>
                                          <p:spTgt spid="251925"/>
                                        </p:tgtEl>
                                        <p:attrNameLst>
                                          <p:attrName>style.visibility</p:attrName>
                                        </p:attrNameLst>
                                      </p:cBhvr>
                                      <p:to>
                                        <p:strVal val="visible"/>
                                      </p:to>
                                    </p:set>
                                    <p:animEffect transition="in" filter="blinds(horizontal)">
                                      <p:cBhvr>
                                        <p:cTn id="45" dur="500"/>
                                        <p:tgtEl>
                                          <p:spTgt spid="251925"/>
                                        </p:tgtEl>
                                      </p:cBhvr>
                                    </p:animEffect>
                                  </p:childTnLst>
                                </p:cTn>
                              </p:par>
                              <p:par>
                                <p:cTn id="46" presetID="3" presetClass="entr" presetSubtype="10" fill="hold" nodeType="withEffect">
                                  <p:stCondLst>
                                    <p:cond delay="0"/>
                                  </p:stCondLst>
                                  <p:childTnLst>
                                    <p:set>
                                      <p:cBhvr>
                                        <p:cTn id="47" dur="1" fill="hold">
                                          <p:stCondLst>
                                            <p:cond delay="0"/>
                                          </p:stCondLst>
                                        </p:cTn>
                                        <p:tgtEl>
                                          <p:spTgt spid="251926"/>
                                        </p:tgtEl>
                                        <p:attrNameLst>
                                          <p:attrName>style.visibility</p:attrName>
                                        </p:attrNameLst>
                                      </p:cBhvr>
                                      <p:to>
                                        <p:strVal val="visible"/>
                                      </p:to>
                                    </p:set>
                                    <p:animEffect transition="in" filter="blinds(horizontal)">
                                      <p:cBhvr>
                                        <p:cTn id="48" dur="500"/>
                                        <p:tgtEl>
                                          <p:spTgt spid="251926"/>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251934"/>
                                        </p:tgtEl>
                                        <p:attrNameLst>
                                          <p:attrName>style.visibility</p:attrName>
                                        </p:attrNameLst>
                                      </p:cBhvr>
                                      <p:to>
                                        <p:strVal val="visible"/>
                                      </p:to>
                                    </p:set>
                                    <p:animEffect transition="in" filter="blinds(horizontal)">
                                      <p:cBhvr>
                                        <p:cTn id="53" dur="500"/>
                                        <p:tgtEl>
                                          <p:spTgt spid="251934"/>
                                        </p:tgtEl>
                                      </p:cBhvr>
                                    </p:animEffect>
                                  </p:childTnLst>
                                </p:cTn>
                              </p:par>
                              <p:par>
                                <p:cTn id="54" presetID="3" presetClass="entr" presetSubtype="10" fill="hold" nodeType="withEffect">
                                  <p:stCondLst>
                                    <p:cond delay="0"/>
                                  </p:stCondLst>
                                  <p:childTnLst>
                                    <p:set>
                                      <p:cBhvr>
                                        <p:cTn id="55" dur="1" fill="hold">
                                          <p:stCondLst>
                                            <p:cond delay="0"/>
                                          </p:stCondLst>
                                        </p:cTn>
                                        <p:tgtEl>
                                          <p:spTgt spid="251927"/>
                                        </p:tgtEl>
                                        <p:attrNameLst>
                                          <p:attrName>style.visibility</p:attrName>
                                        </p:attrNameLst>
                                      </p:cBhvr>
                                      <p:to>
                                        <p:strVal val="visible"/>
                                      </p:to>
                                    </p:set>
                                    <p:animEffect transition="in" filter="blinds(horizontal)">
                                      <p:cBhvr>
                                        <p:cTn id="56" dur="500"/>
                                        <p:tgtEl>
                                          <p:spTgt spid="251927"/>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251930"/>
                                        </p:tgtEl>
                                        <p:attrNameLst>
                                          <p:attrName>style.visibility</p:attrName>
                                        </p:attrNameLst>
                                      </p:cBhvr>
                                      <p:to>
                                        <p:strVal val="visible"/>
                                      </p:to>
                                    </p:set>
                                    <p:animEffect transition="in" filter="blinds(horizontal)">
                                      <p:cBhvr>
                                        <p:cTn id="59" dur="500"/>
                                        <p:tgtEl>
                                          <p:spTgt spid="251930"/>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251937"/>
                                        </p:tgtEl>
                                        <p:attrNameLst>
                                          <p:attrName>style.visibility</p:attrName>
                                        </p:attrNameLst>
                                      </p:cBhvr>
                                      <p:to>
                                        <p:strVal val="visible"/>
                                      </p:to>
                                    </p:set>
                                    <p:animEffect transition="in" filter="blinds(horizontal)">
                                      <p:cBhvr>
                                        <p:cTn id="62" dur="500"/>
                                        <p:tgtEl>
                                          <p:spTgt spid="2519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15" grpId="0" animBg="1"/>
      <p:bldP spid="251916" grpId="0" animBg="1"/>
      <p:bldP spid="251924" grpId="0"/>
      <p:bldP spid="251930" grpId="0" animBg="1"/>
      <p:bldP spid="251937" grpId="0"/>
      <p:bldP spid="25194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5" name="Rectangle 8"/>
          <p:cNvSpPr/>
          <p:nvPr/>
        </p:nvSpPr>
        <p:spPr>
          <a:xfrm>
            <a:off x="1704975" y="585788"/>
            <a:ext cx="3689350" cy="457200"/>
          </a:xfrm>
          <a:prstGeom prst="rect">
            <a:avLst/>
          </a:prstGeom>
          <a:noFill/>
          <a:ln w="9525">
            <a:noFill/>
          </a:ln>
        </p:spPr>
        <p:txBody>
          <a:bodyPr wrap="none">
            <a:spAutoFit/>
          </a:bodyPr>
          <a:lstStyle/>
          <a:p>
            <a:r>
              <a:rPr lang="en-US" altLang="zh-CN" sz="2400">
                <a:solidFill>
                  <a:srgbClr val="3333FF"/>
                </a:solidFill>
                <a:latin typeface="Times New Roman" panose="02020603050405020304" pitchFamily="18" charset="0"/>
                <a:ea typeface="华文中宋" panose="02010600040101010101" pitchFamily="2" charset="-122"/>
              </a:rPr>
              <a:t>3</a:t>
            </a:r>
            <a:r>
              <a:rPr lang="zh-CN" altLang="en-US" sz="2400" dirty="0">
                <a:solidFill>
                  <a:srgbClr val="3333FF"/>
                </a:solidFill>
                <a:latin typeface="Times New Roman" panose="02020603050405020304" pitchFamily="18" charset="0"/>
                <a:ea typeface="华文中宋" panose="02010600040101010101" pitchFamily="2" charset="-122"/>
              </a:rPr>
              <a:t>、达朗贝尔解的物理意义</a:t>
            </a:r>
            <a:endParaRPr lang="zh-CN" altLang="en-US" sz="2400" dirty="0">
              <a:solidFill>
                <a:srgbClr val="3333FF"/>
              </a:solidFill>
              <a:latin typeface="Times New Roman" panose="02020603050405020304" pitchFamily="18" charset="0"/>
              <a:ea typeface="华文中宋" panose="02010600040101010101" pitchFamily="2" charset="-122"/>
            </a:endParaRPr>
          </a:p>
        </p:txBody>
      </p:sp>
      <p:graphicFrame>
        <p:nvGraphicFramePr>
          <p:cNvPr id="256006" name="Object 9"/>
          <p:cNvGraphicFramePr/>
          <p:nvPr/>
        </p:nvGraphicFramePr>
        <p:xfrm>
          <a:off x="2114551" y="1165226"/>
          <a:ext cx="8359775" cy="1903413"/>
        </p:xfrm>
        <a:graphic>
          <a:graphicData uri="http://schemas.openxmlformats.org/presentationml/2006/ole">
            <mc:AlternateContent xmlns:mc="http://schemas.openxmlformats.org/markup-compatibility/2006">
              <mc:Choice xmlns:v="urn:schemas-microsoft-com:vml" Requires="v">
                <p:oleObj spid="_x0000_s2" name="" r:id="rId1" imgW="3911600" imgH="914400" progId="Equation.DSMT4">
                  <p:embed/>
                </p:oleObj>
              </mc:Choice>
              <mc:Fallback>
                <p:oleObj name="" r:id="rId1" imgW="3911600" imgH="914400" progId="Equation.DSMT4">
                  <p:embed/>
                  <p:pic>
                    <p:nvPicPr>
                      <p:cNvPr id="0" name="Object 9"/>
                      <p:cNvPicPr/>
                      <p:nvPr/>
                    </p:nvPicPr>
                    <p:blipFill>
                      <a:blip r:embed="rId2"/>
                      <a:stretch>
                        <a:fillRect/>
                      </a:stretch>
                    </p:blipFill>
                    <p:spPr>
                      <a:xfrm>
                        <a:off x="2114551" y="1165226"/>
                        <a:ext cx="8359775" cy="1903413"/>
                      </a:xfrm>
                      <a:prstGeom prst="rect">
                        <a:avLst/>
                      </a:prstGeom>
                      <a:noFill/>
                      <a:ln w="38100">
                        <a:noFill/>
                        <a:miter/>
                      </a:ln>
                    </p:spPr>
                  </p:pic>
                </p:oleObj>
              </mc:Fallback>
            </mc:AlternateContent>
          </a:graphicData>
        </a:graphic>
      </p:graphicFrame>
      <p:sp>
        <p:nvSpPr>
          <p:cNvPr id="256008" name="Rectangle 8"/>
          <p:cNvSpPr/>
          <p:nvPr/>
        </p:nvSpPr>
        <p:spPr>
          <a:xfrm>
            <a:off x="1717675" y="3290888"/>
            <a:ext cx="2470150" cy="457200"/>
          </a:xfrm>
          <a:prstGeom prst="rect">
            <a:avLst/>
          </a:prstGeom>
          <a:noFill/>
          <a:ln w="9525">
            <a:noFill/>
          </a:ln>
        </p:spPr>
        <p:txBody>
          <a:bodyPr wrap="none">
            <a:spAutoFit/>
          </a:bodyPr>
          <a:lstStyle/>
          <a:p>
            <a:r>
              <a:rPr lang="en-US" altLang="zh-CN" sz="2400">
                <a:solidFill>
                  <a:srgbClr val="3333FF"/>
                </a:solidFill>
                <a:latin typeface="Times New Roman" panose="02020603050405020304" pitchFamily="18" charset="0"/>
                <a:ea typeface="华文中宋" panose="02010600040101010101" pitchFamily="2" charset="-122"/>
              </a:rPr>
              <a:t>4</a:t>
            </a:r>
            <a:r>
              <a:rPr lang="zh-CN" altLang="en-US" sz="2400" dirty="0">
                <a:solidFill>
                  <a:srgbClr val="3333FF"/>
                </a:solidFill>
                <a:latin typeface="Times New Roman" panose="02020603050405020304" pitchFamily="18" charset="0"/>
                <a:ea typeface="华文中宋" panose="02010600040101010101" pitchFamily="2" charset="-122"/>
              </a:rPr>
              <a:t>、行波法的应用</a:t>
            </a:r>
            <a:endParaRPr lang="zh-CN" altLang="en-US" sz="2400" dirty="0">
              <a:solidFill>
                <a:srgbClr val="3333FF"/>
              </a:solidFill>
              <a:latin typeface="Times New Roman" panose="02020603050405020304" pitchFamily="18" charset="0"/>
              <a:ea typeface="华文中宋" panose="02010600040101010101" pitchFamily="2" charset="-122"/>
            </a:endParaRPr>
          </a:p>
        </p:txBody>
      </p:sp>
      <p:sp>
        <p:nvSpPr>
          <p:cNvPr id="256009" name="文本框 256008"/>
          <p:cNvSpPr txBox="1"/>
          <p:nvPr/>
        </p:nvSpPr>
        <p:spPr>
          <a:xfrm>
            <a:off x="2076450" y="3810001"/>
            <a:ext cx="8039100" cy="2123658"/>
          </a:xfrm>
          <a:prstGeom prst="rect">
            <a:avLst/>
          </a:prstGeom>
          <a:noFill/>
          <a:ln w="9525">
            <a:noFill/>
          </a:ln>
        </p:spPr>
        <p:txBody>
          <a:bodyPr>
            <a:spAutoFit/>
          </a:bodyPr>
          <a:lstStyle/>
          <a:p>
            <a:pPr>
              <a:spcBef>
                <a:spcPct val="50000"/>
              </a:spcBef>
            </a:pPr>
            <a:r>
              <a:rPr lang="zh-CN" altLang="en-US" sz="2400" dirty="0">
                <a:latin typeface="Arial" panose="020B0604020202020204" pitchFamily="34" charset="0"/>
                <a:ea typeface="仿宋_GB2312" pitchFamily="49" charset="-122"/>
              </a:rPr>
              <a:t>①求解一维无界弦的</a:t>
            </a:r>
            <a:r>
              <a:rPr lang="zh-CN" altLang="en-US" sz="2400" dirty="0">
                <a:solidFill>
                  <a:srgbClr val="FF0000"/>
                </a:solidFill>
                <a:latin typeface="Arial" panose="020B0604020202020204" pitchFamily="34" charset="0"/>
                <a:ea typeface="仿宋_GB2312" pitchFamily="49" charset="-122"/>
              </a:rPr>
              <a:t>自由振动（齐次）</a:t>
            </a:r>
            <a:r>
              <a:rPr lang="zh-CN" altLang="en-US" sz="2400" dirty="0">
                <a:latin typeface="Arial" panose="020B0604020202020204" pitchFamily="34" charset="0"/>
                <a:ea typeface="仿宋_GB2312" pitchFamily="49" charset="-122"/>
              </a:rPr>
              <a:t>问题</a:t>
            </a:r>
            <a:r>
              <a:rPr lang="zh-CN" altLang="en-US" dirty="0">
                <a:solidFill>
                  <a:schemeClr val="hlink"/>
                </a:solidFill>
                <a:latin typeface="Times New Roman" panose="02020603050405020304" pitchFamily="18" charset="0"/>
              </a:rPr>
              <a:t>；</a:t>
            </a:r>
            <a:endParaRPr lang="en-US" altLang="zh-CN" dirty="0">
              <a:solidFill>
                <a:schemeClr val="hlink"/>
              </a:solidFill>
              <a:latin typeface="Times New Roman" panose="02020603050405020304" pitchFamily="18" charset="0"/>
            </a:endParaRPr>
          </a:p>
          <a:p>
            <a:pPr>
              <a:spcBef>
                <a:spcPct val="50000"/>
              </a:spcBef>
            </a:pPr>
            <a:r>
              <a:rPr lang="zh-CN" altLang="en-US" sz="2400" dirty="0">
                <a:latin typeface="Arial" panose="020B0604020202020204" pitchFamily="34" charset="0"/>
                <a:ea typeface="仿宋_GB2312" pitchFamily="49" charset="-122"/>
              </a:rPr>
              <a:t>②求解一维无界弦的</a:t>
            </a:r>
            <a:r>
              <a:rPr lang="zh-CN" altLang="en-US" sz="2400" dirty="0">
                <a:solidFill>
                  <a:srgbClr val="FF0000"/>
                </a:solidFill>
                <a:latin typeface="Arial" panose="020B0604020202020204" pitchFamily="34" charset="0"/>
                <a:ea typeface="仿宋_GB2312" pitchFamily="49" charset="-122"/>
              </a:rPr>
              <a:t>强迫振动（非齐次）</a:t>
            </a:r>
            <a:r>
              <a:rPr lang="zh-CN" altLang="en-US" sz="2400" dirty="0">
                <a:latin typeface="Arial" panose="020B0604020202020204" pitchFamily="34" charset="0"/>
                <a:ea typeface="仿宋_GB2312" pitchFamily="49" charset="-122"/>
              </a:rPr>
              <a:t>问题；</a:t>
            </a:r>
            <a:endParaRPr lang="en-US" altLang="zh-CN" sz="2400" dirty="0">
              <a:latin typeface="Arial" panose="020B0604020202020204" pitchFamily="34" charset="0"/>
              <a:ea typeface="仿宋_GB2312" pitchFamily="49" charset="-122"/>
            </a:endParaRPr>
          </a:p>
          <a:p>
            <a:pPr>
              <a:spcBef>
                <a:spcPct val="50000"/>
              </a:spcBef>
            </a:pPr>
            <a:r>
              <a:rPr lang="zh-CN" altLang="en-US" sz="2400" dirty="0">
                <a:latin typeface="Arial" panose="020B0604020202020204" pitchFamily="34" charset="0"/>
                <a:ea typeface="仿宋_GB2312" pitchFamily="49" charset="-122"/>
              </a:rPr>
              <a:t>③ 求解</a:t>
            </a:r>
            <a:r>
              <a:rPr lang="zh-CN" altLang="en-US" sz="2400" dirty="0">
                <a:solidFill>
                  <a:srgbClr val="FF0000"/>
                </a:solidFill>
                <a:latin typeface="Arial" panose="020B0604020202020204" pitchFamily="34" charset="0"/>
                <a:ea typeface="仿宋_GB2312" pitchFamily="49" charset="-122"/>
              </a:rPr>
              <a:t>半无界弦的自由振动</a:t>
            </a:r>
            <a:r>
              <a:rPr lang="zh-CN" altLang="en-US" sz="2400" dirty="0">
                <a:latin typeface="Arial" panose="020B0604020202020204" pitchFamily="34" charset="0"/>
                <a:ea typeface="仿宋_GB2312" pitchFamily="49" charset="-122"/>
              </a:rPr>
              <a:t>问题</a:t>
            </a:r>
            <a:endParaRPr lang="zh-CN" altLang="en-US" sz="2400" dirty="0">
              <a:latin typeface="Arial" panose="020B0604020202020204" pitchFamily="34" charset="0"/>
              <a:ea typeface="仿宋_GB2312" pitchFamily="49" charset="-122"/>
            </a:endParaRPr>
          </a:p>
          <a:p>
            <a:pPr>
              <a:spcBef>
                <a:spcPct val="50000"/>
              </a:spcBef>
            </a:pPr>
            <a:endParaRPr lang="zh-CN" altLang="en-US" sz="2400" dirty="0">
              <a:solidFill>
                <a:schemeClr val="hlink"/>
              </a:solidFill>
              <a:latin typeface="Arial" panose="020B0604020202020204" pitchFamily="34" charset="0"/>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05"/>
                                        </p:tgtEl>
                                        <p:attrNameLst>
                                          <p:attrName>style.visibility</p:attrName>
                                        </p:attrNameLst>
                                      </p:cBhvr>
                                      <p:to>
                                        <p:strVal val="visible"/>
                                      </p:to>
                                    </p:set>
                                    <p:animEffect transition="in" filter="blinds(horizontal)">
                                      <p:cBhvr>
                                        <p:cTn id="7" dur="500"/>
                                        <p:tgtEl>
                                          <p:spTgt spid="256005"/>
                                        </p:tgtEl>
                                      </p:cBhvr>
                                    </p:animEffect>
                                  </p:childTnLst>
                                </p:cTn>
                              </p:par>
                              <p:par>
                                <p:cTn id="8" presetID="3" presetClass="entr" presetSubtype="10" fill="hold" nodeType="withEffect">
                                  <p:stCondLst>
                                    <p:cond delay="0"/>
                                  </p:stCondLst>
                                  <p:childTnLst>
                                    <p:set>
                                      <p:cBhvr>
                                        <p:cTn id="9" dur="1" fill="hold">
                                          <p:stCondLst>
                                            <p:cond delay="0"/>
                                          </p:stCondLst>
                                        </p:cTn>
                                        <p:tgtEl>
                                          <p:spTgt spid="256006"/>
                                        </p:tgtEl>
                                        <p:attrNameLst>
                                          <p:attrName>style.visibility</p:attrName>
                                        </p:attrNameLst>
                                      </p:cBhvr>
                                      <p:to>
                                        <p:strVal val="visible"/>
                                      </p:to>
                                    </p:set>
                                    <p:animEffect transition="in" filter="blinds(horizontal)">
                                      <p:cBhvr>
                                        <p:cTn id="10" dur="500"/>
                                        <p:tgtEl>
                                          <p:spTgt spid="25600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56008"/>
                                        </p:tgtEl>
                                        <p:attrNameLst>
                                          <p:attrName>style.visibility</p:attrName>
                                        </p:attrNameLst>
                                      </p:cBhvr>
                                      <p:to>
                                        <p:strVal val="visible"/>
                                      </p:to>
                                    </p:set>
                                    <p:animEffect transition="in" filter="blinds(horizontal)">
                                      <p:cBhvr>
                                        <p:cTn id="15" dur="500"/>
                                        <p:tgtEl>
                                          <p:spTgt spid="25600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56009"/>
                                        </p:tgtEl>
                                        <p:attrNameLst>
                                          <p:attrName>style.visibility</p:attrName>
                                        </p:attrNameLst>
                                      </p:cBhvr>
                                      <p:to>
                                        <p:strVal val="visible"/>
                                      </p:to>
                                    </p:set>
                                    <p:animEffect transition="in" filter="blinds(horizontal)">
                                      <p:cBhvr>
                                        <p:cTn id="18" dur="500"/>
                                        <p:tgtEl>
                                          <p:spTgt spid="256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5" grpId="0"/>
      <p:bldP spid="256008" grpId="0"/>
      <p:bldP spid="25600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1" name="文本占位符 201730"/>
          <p:cNvSpPr>
            <a:spLocks noGrp="1"/>
          </p:cNvSpPr>
          <p:nvPr>
            <p:ph type="body" idx="1"/>
          </p:nvPr>
        </p:nvSpPr>
        <p:spPr>
          <a:xfrm>
            <a:off x="1403927" y="914400"/>
            <a:ext cx="9253913" cy="2286000"/>
          </a:xfrm>
        </p:spPr>
        <p:txBody>
          <a:bodyPr/>
          <a:lstStyle/>
          <a:p>
            <a:pPr>
              <a:spcBef>
                <a:spcPct val="0"/>
              </a:spcBef>
              <a:buClrTx/>
              <a:buSzTx/>
              <a:buFontTx/>
              <a:buNone/>
            </a:pPr>
            <a:r>
              <a:rPr lang="zh-CN" altLang="en-US" sz="2800" b="1" dirty="0">
                <a:effectLst/>
                <a:latin typeface="+mj-ea"/>
                <a:ea typeface="+mj-ea"/>
              </a:rPr>
              <a:t>前一章所讲的行波法，适用范围会受到一定限制．</a:t>
            </a:r>
            <a:endParaRPr lang="en-US" altLang="zh-CN" sz="2800" b="1" dirty="0">
              <a:effectLst/>
              <a:latin typeface="+mj-ea"/>
              <a:ea typeface="+mj-ea"/>
            </a:endParaRPr>
          </a:p>
          <a:p>
            <a:pPr>
              <a:spcBef>
                <a:spcPct val="0"/>
              </a:spcBef>
              <a:buClrTx/>
              <a:buSzTx/>
              <a:buFontTx/>
              <a:buNone/>
            </a:pPr>
            <a:endParaRPr lang="en-US" altLang="zh-CN" sz="2800" b="1" dirty="0">
              <a:latin typeface="+mj-ea"/>
              <a:ea typeface="+mj-ea"/>
            </a:endParaRPr>
          </a:p>
          <a:p>
            <a:pPr>
              <a:spcBef>
                <a:spcPct val="0"/>
              </a:spcBef>
              <a:buClrTx/>
              <a:buSzTx/>
              <a:buFontTx/>
              <a:buNone/>
            </a:pPr>
            <a:r>
              <a:rPr lang="zh-CN" altLang="en-US" sz="2800" b="1" dirty="0">
                <a:effectLst/>
                <a:latin typeface="+mj-ea"/>
                <a:ea typeface="+mj-ea"/>
              </a:rPr>
              <a:t>本章介绍的</a:t>
            </a:r>
            <a:r>
              <a:rPr lang="zh-CN" altLang="en-US" sz="2800" b="1" dirty="0">
                <a:solidFill>
                  <a:srgbClr val="FF0000"/>
                </a:solidFill>
                <a:effectLst/>
                <a:latin typeface="+mj-ea"/>
                <a:ea typeface="+mj-ea"/>
              </a:rPr>
              <a:t>分离变量法</a:t>
            </a:r>
            <a:r>
              <a:rPr lang="zh-CN" altLang="en-US" sz="2800" b="1" dirty="0">
                <a:effectLst/>
                <a:latin typeface="+mj-ea"/>
                <a:ea typeface="+mj-ea"/>
              </a:rPr>
              <a:t>（又称为本征函数展开法）是解偏微分方程定解问题最常用的重要方法．</a:t>
            </a:r>
            <a:endParaRPr lang="zh-CN" altLang="en-US" sz="2800" dirty="0">
              <a:latin typeface="+mj-ea"/>
              <a:ea typeface="+mj-ea"/>
            </a:endParaRPr>
          </a:p>
        </p:txBody>
      </p:sp>
      <p:sp>
        <p:nvSpPr>
          <p:cNvPr id="201732" name="矩形 201731"/>
          <p:cNvSpPr/>
          <p:nvPr/>
        </p:nvSpPr>
        <p:spPr>
          <a:xfrm>
            <a:off x="1347354" y="3699165"/>
            <a:ext cx="10328563" cy="1752600"/>
          </a:xfrm>
          <a:prstGeom prst="rect">
            <a:avLst/>
          </a:prstGeom>
          <a:noFill/>
          <a:ln w="9525">
            <a:noFill/>
          </a:ln>
        </p:spPr>
        <p:txBody>
          <a:bodyPr/>
          <a:lstStyle>
            <a:lvl1pPr marL="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sz="3200" u="none" kern="1200" baseline="0">
                <a:solidFill>
                  <a:schemeClr val="tx1"/>
                </a:solidFill>
                <a:effectLst>
                  <a:outerShdw blurRad="38100" dist="38100" dir="2700000">
                    <a:srgbClr val="000000"/>
                  </a:outerShdw>
                </a:effectLst>
                <a:latin typeface="Garamond" panose="02020404030301010803" pitchFamily="18" charset="0"/>
                <a:ea typeface="宋体" panose="02010600030101010101" pitchFamily="2" charset="-122"/>
              </a:defRPr>
            </a:lvl1pPr>
            <a:lvl2pPr marL="457200" lvl="1" indent="0" algn="ctr"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defRPr sz="2800" b="0" i="0" u="none" kern="1200" baseline="0">
                <a:solidFill>
                  <a:schemeClr val="tx1"/>
                </a:solidFill>
                <a:effectLst>
                  <a:outerShdw blurRad="38100" dist="38100" dir="2700000">
                    <a:srgbClr val="000000"/>
                  </a:outerShdw>
                </a:effectLst>
                <a:latin typeface="Garamond" panose="02020404030301010803" pitchFamily="18" charset="0"/>
                <a:ea typeface="宋体" panose="02010600030101010101" pitchFamily="2" charset="-122"/>
              </a:defRPr>
            </a:lvl2pPr>
            <a:lvl3pPr marL="914400" lvl="2"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defRPr sz="2400" b="0" i="0" u="none" kern="1200" baseline="0">
                <a:solidFill>
                  <a:schemeClr val="tx1"/>
                </a:solidFill>
                <a:effectLst>
                  <a:outerShdw blurRad="38100" dist="38100" dir="2700000">
                    <a:srgbClr val="000000"/>
                  </a:outerShdw>
                </a:effectLst>
                <a:latin typeface="Garamond" panose="02020404030301010803" pitchFamily="18" charset="0"/>
                <a:ea typeface="宋体" panose="02010600030101010101" pitchFamily="2" charset="-122"/>
              </a:defRPr>
            </a:lvl3pPr>
            <a:lvl4pPr marL="1371600" lvl="3" indent="0" algn="ctr"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defRPr sz="2000" b="0" i="0" u="none" kern="1200" baseline="0">
                <a:solidFill>
                  <a:schemeClr val="tx1"/>
                </a:solidFill>
                <a:effectLst>
                  <a:outerShdw blurRad="38100" dist="38100" dir="2700000">
                    <a:srgbClr val="000000"/>
                  </a:outerShdw>
                </a:effectLst>
                <a:latin typeface="Garamond" panose="02020404030301010803" pitchFamily="18" charset="0"/>
                <a:ea typeface="宋体" panose="02010600030101010101" pitchFamily="2" charset="-122"/>
              </a:defRPr>
            </a:lvl4pPr>
            <a:lvl5pPr marL="1828800" lvl="4"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sz="2000" b="0" i="0" u="none" kern="1200" baseline="0">
                <a:solidFill>
                  <a:schemeClr val="tx1"/>
                </a:solidFill>
                <a:effectLst>
                  <a:outerShdw blurRad="38100" dist="38100" dir="2700000">
                    <a:srgbClr val="000000"/>
                  </a:outerShdw>
                </a:effectLst>
                <a:latin typeface="Garamond" panose="02020404030301010803" pitchFamily="18" charset="0"/>
                <a:ea typeface="宋体" panose="02010600030101010101" pitchFamily="2" charset="-122"/>
              </a:defRPr>
            </a:lvl5pPr>
          </a:lstStyle>
          <a:p>
            <a:pPr marL="342900" indent="-342900" algn="l"/>
            <a:r>
              <a:rPr lang="en-US" altLang="zh-CN" sz="2800" b="1" dirty="0">
                <a:solidFill>
                  <a:srgbClr val="FF0000"/>
                </a:solidFill>
                <a:effectLst/>
              </a:rPr>
              <a:t>     </a:t>
            </a:r>
            <a:r>
              <a:rPr lang="zh-CN" altLang="en-US" b="1" dirty="0">
                <a:solidFill>
                  <a:srgbClr val="FF0000"/>
                </a:solidFill>
                <a:effectLst/>
                <a:latin typeface="楷体_GB2312" pitchFamily="49" charset="-122"/>
                <a:ea typeface="楷体_GB2312" pitchFamily="49" charset="-122"/>
              </a:rPr>
              <a:t>其基本思想</a:t>
            </a:r>
            <a:r>
              <a:rPr lang="zh-CN" altLang="en-US" b="1" dirty="0">
                <a:effectLst/>
                <a:latin typeface="楷体_GB2312" pitchFamily="49" charset="-122"/>
                <a:ea typeface="楷体_GB2312" pitchFamily="49" charset="-122"/>
              </a:rPr>
              <a:t>是把偏微分方程分解为几个常微分方程，其中有的常微分方程带有附加条件从而构成本征值问题． </a:t>
            </a:r>
            <a:endParaRPr lang="zh-CN" altLang="en-US" b="1" dirty="0">
              <a:effectLst/>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01731">
                                            <p:txEl>
                                              <p:pRg st="0" end="0"/>
                                            </p:txEl>
                                          </p:spTgt>
                                        </p:tgtEl>
                                        <p:attrNameLst>
                                          <p:attrName>style.visibility</p:attrName>
                                        </p:attrNameLst>
                                      </p:cBhvr>
                                      <p:to>
                                        <p:strVal val="visible"/>
                                      </p:to>
                                    </p:set>
                                    <p:animEffect transition="in" filter="checkerboard(across)">
                                      <p:cBhvr>
                                        <p:cTn id="7" dur="500"/>
                                        <p:tgtEl>
                                          <p:spTgt spid="2017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01731">
                                            <p:txEl>
                                              <p:pRg st="2" end="2"/>
                                            </p:txEl>
                                          </p:spTgt>
                                        </p:tgtEl>
                                        <p:attrNameLst>
                                          <p:attrName>style.visibility</p:attrName>
                                        </p:attrNameLst>
                                      </p:cBhvr>
                                      <p:to>
                                        <p:strVal val="visible"/>
                                      </p:to>
                                    </p:set>
                                    <p:animEffect transition="in" filter="checkerboard(across)">
                                      <p:cBhvr>
                                        <p:cTn id="12" dur="500"/>
                                        <p:tgtEl>
                                          <p:spTgt spid="20173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01732"/>
                                        </p:tgtEl>
                                        <p:attrNameLst>
                                          <p:attrName>style.visibility</p:attrName>
                                        </p:attrNameLst>
                                      </p:cBhvr>
                                      <p:to>
                                        <p:strVal val="visible"/>
                                      </p:to>
                                    </p:set>
                                    <p:animEffect transition="in" filter="checkerboard(across)">
                                      <p:cBhvr>
                                        <p:cTn id="17" dur="500"/>
                                        <p:tgtEl>
                                          <p:spTgt spid="201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1" grpId="0" build="p"/>
      <p:bldP spid="20173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61441"/>
          <p:cNvSpPr>
            <a:spLocks noGrp="1" noRot="1"/>
          </p:cNvSpPr>
          <p:nvPr>
            <p:ph type="title"/>
          </p:nvPr>
        </p:nvSpPr>
        <p:spPr>
          <a:xfrm>
            <a:off x="1147128" y="355600"/>
            <a:ext cx="6337300" cy="863600"/>
          </a:xfrm>
          <a:solidFill>
            <a:srgbClr val="FFFF99">
              <a:alpha val="100000"/>
            </a:srgbClr>
          </a:solidFill>
        </p:spPr>
        <p:txBody>
          <a:bodyPr anchor="ctr" anchorCtr="0"/>
          <a:lstStyle/>
          <a:p>
            <a:r>
              <a:rPr lang="en-US" altLang="zh-CN" sz="3200" dirty="0"/>
              <a:t>4.0 </a:t>
            </a:r>
            <a:r>
              <a:rPr lang="zh-CN" altLang="en-US" sz="3200" dirty="0"/>
              <a:t>分离变量理论</a:t>
            </a:r>
            <a:r>
              <a:rPr lang="zh-CN" altLang="en-US" dirty="0"/>
              <a:t> </a:t>
            </a:r>
            <a:endParaRPr lang="zh-CN" altLang="en-US" dirty="0"/>
          </a:p>
        </p:txBody>
      </p:sp>
      <p:sp>
        <p:nvSpPr>
          <p:cNvPr id="61443" name="文本占位符 61442"/>
          <p:cNvSpPr>
            <a:spLocks noGrp="1"/>
          </p:cNvSpPr>
          <p:nvPr>
            <p:ph type="body" idx="1"/>
          </p:nvPr>
        </p:nvSpPr>
        <p:spPr>
          <a:xfrm>
            <a:off x="1905000" y="3581400"/>
            <a:ext cx="8294688" cy="685800"/>
          </a:xfrm>
        </p:spPr>
        <p:txBody>
          <a:bodyPr/>
          <a:lstStyle/>
          <a:p>
            <a:pPr>
              <a:buNone/>
            </a:pPr>
            <a:r>
              <a:rPr lang="zh-CN" altLang="en-US" sz="2400" b="1" dirty="0">
                <a:ea typeface="楷体_GB2312" pitchFamily="49" charset="-122"/>
              </a:rPr>
              <a:t>对于任何</a:t>
            </a:r>
            <a:r>
              <a:rPr lang="zh-CN" altLang="en-US" sz="2800" b="1" dirty="0">
                <a:ea typeface="楷体_GB2312" pitchFamily="49" charset="-122"/>
              </a:rPr>
              <a:t>二阶线性（齐次）偏微分方程</a:t>
            </a:r>
            <a:endParaRPr lang="zh-CN" altLang="en-US" sz="2800" b="1" dirty="0">
              <a:ea typeface="楷体_GB2312" pitchFamily="49" charset="-122"/>
            </a:endParaRPr>
          </a:p>
        </p:txBody>
      </p:sp>
      <p:sp>
        <p:nvSpPr>
          <p:cNvPr id="61444" name="矩形 61443"/>
          <p:cNvSpPr/>
          <p:nvPr/>
        </p:nvSpPr>
        <p:spPr>
          <a:xfrm>
            <a:off x="2057400" y="1524000"/>
            <a:ext cx="6705600" cy="579438"/>
          </a:xfrm>
          <a:prstGeom prst="rect">
            <a:avLst/>
          </a:prstGeom>
          <a:noFill/>
          <a:ln w="9525">
            <a:noFill/>
          </a:ln>
        </p:spPr>
        <p:txBody>
          <a:bodyPr anchor="ctr" anchorCtr="0">
            <a:spAutoFit/>
          </a:bodyPr>
          <a:lstStyle/>
          <a:p>
            <a:r>
              <a:rPr lang="en-US" altLang="zh-CN" sz="3200" dirty="0">
                <a:solidFill>
                  <a:srgbClr val="0070C0"/>
                </a:solidFill>
                <a:latin typeface="楷体_GB2312" pitchFamily="49" charset="-122"/>
                <a:ea typeface="楷体_GB2312" pitchFamily="49" charset="-122"/>
              </a:rPr>
              <a:t>4.0.1 </a:t>
            </a:r>
            <a:r>
              <a:rPr lang="zh-CN" altLang="en-US" sz="3200" dirty="0">
                <a:solidFill>
                  <a:srgbClr val="0070C0"/>
                </a:solidFill>
                <a:latin typeface="楷体_GB2312" pitchFamily="49" charset="-122"/>
                <a:ea typeface="楷体_GB2312" pitchFamily="49" charset="-122"/>
              </a:rPr>
              <a:t>偏微分方程变量分离及条件</a:t>
            </a:r>
            <a:endParaRPr lang="zh-CN" altLang="en-US" sz="3200" dirty="0">
              <a:solidFill>
                <a:srgbClr val="0070C0"/>
              </a:solidFill>
              <a:latin typeface="楷体_GB2312" pitchFamily="49" charset="-122"/>
              <a:ea typeface="楷体_GB2312" pitchFamily="49" charset="-122"/>
            </a:endParaRPr>
          </a:p>
        </p:txBody>
      </p:sp>
      <p:sp>
        <p:nvSpPr>
          <p:cNvPr id="61445" name="矩形 61444"/>
          <p:cNvSpPr/>
          <p:nvPr/>
        </p:nvSpPr>
        <p:spPr>
          <a:xfrm>
            <a:off x="1976437" y="2560122"/>
            <a:ext cx="7488073" cy="369332"/>
          </a:xfrm>
          <a:prstGeom prst="rect">
            <a:avLst/>
          </a:prstGeom>
          <a:noFill/>
          <a:ln w="9525">
            <a:noFill/>
          </a:ln>
        </p:spPr>
        <p:txBody>
          <a:bodyPr wrap="square" anchor="ctr" anchorCtr="0">
            <a:spAutoFit/>
          </a:bodyPr>
          <a:lstStyle/>
          <a:p>
            <a:r>
              <a:rPr lang="en-US" altLang="zh-CN" dirty="0">
                <a:latin typeface="Verdana" panose="020B0604030504040204" pitchFamily="34" charset="0"/>
                <a:ea typeface="宋体" panose="02010600030101010101" pitchFamily="2" charset="-122"/>
              </a:rPr>
              <a:t> </a:t>
            </a:r>
            <a:r>
              <a:rPr lang="zh-CN" altLang="en-US" dirty="0">
                <a:latin typeface="楷体_GB2312" pitchFamily="49" charset="-122"/>
                <a:ea typeface="楷体_GB2312" pitchFamily="49" charset="-122"/>
              </a:rPr>
              <a:t>对于一个给定的偏微分方程实施变量分离应该具备什么条件？</a:t>
            </a:r>
            <a:endParaRPr lang="zh-CN" altLang="en-US" dirty="0">
              <a:latin typeface="楷体_GB2312" pitchFamily="49" charset="-122"/>
              <a:ea typeface="楷体_GB2312" pitchFamily="49" charset="-122"/>
            </a:endParaRPr>
          </a:p>
        </p:txBody>
      </p:sp>
      <p:sp>
        <p:nvSpPr>
          <p:cNvPr id="61448" name="矩形 61447"/>
          <p:cNvSpPr/>
          <p:nvPr/>
        </p:nvSpPr>
        <p:spPr>
          <a:xfrm>
            <a:off x="1524000" y="0"/>
            <a:ext cx="9144000" cy="0"/>
          </a:xfrm>
          <a:prstGeom prst="rect">
            <a:avLst/>
          </a:prstGeom>
          <a:noFill/>
          <a:ln w="9525">
            <a:noFill/>
          </a:ln>
        </p:spPr>
        <p:txBody>
          <a:bodyPr/>
          <a:lstStyle/>
          <a:p>
            <a:endParaRPr lang="zh-CN" altLang="en-US"/>
          </a:p>
        </p:txBody>
      </p:sp>
      <p:sp>
        <p:nvSpPr>
          <p:cNvPr id="61450" name="矩形 61449"/>
          <p:cNvSpPr/>
          <p:nvPr/>
        </p:nvSpPr>
        <p:spPr>
          <a:xfrm>
            <a:off x="1524000" y="0"/>
            <a:ext cx="9144000" cy="0"/>
          </a:xfrm>
          <a:prstGeom prst="rect">
            <a:avLst/>
          </a:prstGeom>
          <a:noFill/>
          <a:ln w="9525">
            <a:noFill/>
          </a:ln>
        </p:spPr>
        <p:txBody>
          <a:bodyPr/>
          <a:lstStyle/>
          <a:p>
            <a:endParaRPr lang="zh-CN" altLang="en-US"/>
          </a:p>
        </p:txBody>
      </p:sp>
      <p:sp>
        <p:nvSpPr>
          <p:cNvPr id="61452" name="矩形 61451"/>
          <p:cNvSpPr/>
          <p:nvPr/>
        </p:nvSpPr>
        <p:spPr>
          <a:xfrm>
            <a:off x="1524000" y="0"/>
            <a:ext cx="9144000" cy="0"/>
          </a:xfrm>
          <a:prstGeom prst="rect">
            <a:avLst/>
          </a:prstGeom>
          <a:noFill/>
          <a:ln w="9525">
            <a:noFill/>
          </a:ln>
        </p:spPr>
        <p:txBody>
          <a:bodyPr/>
          <a:lstStyle/>
          <a:p>
            <a:endParaRPr lang="zh-CN" altLang="en-US"/>
          </a:p>
        </p:txBody>
      </p:sp>
      <p:sp>
        <p:nvSpPr>
          <p:cNvPr id="61454" name="矩形 61453"/>
          <p:cNvSpPr/>
          <p:nvPr/>
        </p:nvSpPr>
        <p:spPr>
          <a:xfrm>
            <a:off x="1524000" y="0"/>
            <a:ext cx="9144000" cy="0"/>
          </a:xfrm>
          <a:prstGeom prst="rect">
            <a:avLst/>
          </a:prstGeom>
          <a:noFill/>
          <a:ln w="9525">
            <a:noFill/>
          </a:ln>
        </p:spPr>
        <p:txBody>
          <a:bodyPr/>
          <a:lstStyle/>
          <a:p>
            <a:endParaRPr lang="zh-CN" altLang="en-US"/>
          </a:p>
        </p:txBody>
      </p:sp>
      <p:sp>
        <p:nvSpPr>
          <p:cNvPr id="61456" name="矩形 61455"/>
          <p:cNvSpPr/>
          <p:nvPr/>
        </p:nvSpPr>
        <p:spPr>
          <a:xfrm>
            <a:off x="1524000" y="0"/>
            <a:ext cx="9144000" cy="0"/>
          </a:xfrm>
          <a:prstGeom prst="rect">
            <a:avLst/>
          </a:prstGeom>
          <a:noFill/>
          <a:ln w="9525">
            <a:noFill/>
          </a:ln>
        </p:spPr>
        <p:txBody>
          <a:bodyPr/>
          <a:lstStyle/>
          <a:p>
            <a:endParaRPr lang="zh-CN" altLang="en-US"/>
          </a:p>
        </p:txBody>
      </p:sp>
      <p:grpSp>
        <p:nvGrpSpPr>
          <p:cNvPr id="61460" name="组合 61459"/>
          <p:cNvGrpSpPr/>
          <p:nvPr/>
        </p:nvGrpSpPr>
        <p:grpSpPr>
          <a:xfrm>
            <a:off x="1981201" y="4724401"/>
            <a:ext cx="8228013" cy="1222375"/>
            <a:chOff x="288" y="3216"/>
            <a:chExt cx="5183" cy="770"/>
          </a:xfrm>
        </p:grpSpPr>
        <mc:AlternateContent xmlns:mc="http://schemas.openxmlformats.org/markup-compatibility/2006">
          <mc:Choice xmlns:a14="http://schemas.microsoft.com/office/drawing/2010/main" Requires="a14">
            <p:sp>
              <p:nvSpPr>
                <p:cNvPr id="61447" name="对象 61446"/>
                <p:cNvSpPr txBox="1"/>
                <p:nvPr/>
              </p:nvSpPr>
              <p:spPr>
                <a:xfrm>
                  <a:off x="288" y="3216"/>
                  <a:ext cx="5183" cy="366"/>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r>
                          <a:rPr lang="zh-CN" altLang="en-US" i="1" smtClean="0">
                            <a:solidFill>
                              <a:schemeClr val="tx1"/>
                            </a:solidFill>
                            <a:latin typeface="Cambria Math" panose="02040503050406030204" pitchFamily="18" charset="0"/>
                          </a:rPr>
                          <m:t>𝐴</m:t>
                        </m:r>
                        <m:r>
                          <a:rPr lang="zh-CN" altLang="en-US" i="1" smtClean="0">
                            <a:solidFill>
                              <a:schemeClr val="tx1"/>
                            </a:solidFill>
                            <a:latin typeface="Cambria Math" panose="02040503050406030204" pitchFamily="18" charset="0"/>
                          </a:rPr>
                          <m:t>(</m:t>
                        </m:r>
                        <m:r>
                          <a:rPr lang="zh-CN" altLang="en-US" i="1" smtClean="0">
                            <a:solidFill>
                              <a:schemeClr val="tx1"/>
                            </a:solidFill>
                            <a:latin typeface="Cambria Math" panose="02040503050406030204" pitchFamily="18" charset="0"/>
                          </a:rPr>
                          <m:t>𝜉</m:t>
                        </m:r>
                        <m:r>
                          <a:rPr lang="zh-CN" altLang="en-US" i="1" smtClean="0">
                            <a:solidFill>
                              <a:schemeClr val="tx1"/>
                            </a:solidFill>
                            <a:latin typeface="Cambria Math" panose="02040503050406030204" pitchFamily="18" charset="0"/>
                          </a:rPr>
                          <m:t>,</m:t>
                        </m:r>
                        <m:r>
                          <a:rPr lang="zh-CN" altLang="en-US" i="1" smtClean="0">
                            <a:solidFill>
                              <a:schemeClr val="tx1"/>
                            </a:solidFill>
                            <a:latin typeface="Cambria Math" panose="02040503050406030204" pitchFamily="18" charset="0"/>
                          </a:rPr>
                          <m:t>𝜂</m:t>
                        </m:r>
                        <m:r>
                          <a:rPr lang="zh-CN" altLang="en-US" i="1" smtClean="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𝑢</m:t>
                            </m:r>
                          </m:e>
                          <m:sub>
                            <m:r>
                              <a:rPr lang="zh-CN" altLang="en-US" i="1">
                                <a:solidFill>
                                  <a:schemeClr val="tx1"/>
                                </a:solidFill>
                                <a:latin typeface="Cambria Math" panose="02040503050406030204" pitchFamily="18" charset="0"/>
                              </a:rPr>
                              <m:t>𝜉𝜉</m:t>
                            </m:r>
                          </m:sub>
                        </m:sSub>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𝐵</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𝜉</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𝜂</m:t>
                        </m:r>
                        <m:r>
                          <a:rPr lang="zh-CN" altLang="en-US" i="1">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𝑢</m:t>
                            </m:r>
                          </m:e>
                          <m:sub>
                            <m:r>
                              <a:rPr lang="zh-CN" altLang="en-US" i="1">
                                <a:solidFill>
                                  <a:schemeClr val="tx1"/>
                                </a:solidFill>
                                <a:latin typeface="Cambria Math" panose="02040503050406030204" pitchFamily="18" charset="0"/>
                              </a:rPr>
                              <m:t>𝜉𝜂</m:t>
                            </m:r>
                          </m:sub>
                        </m:sSub>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𝐶</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𝜉</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𝜂</m:t>
                        </m:r>
                        <m:r>
                          <a:rPr lang="zh-CN" altLang="en-US" i="1">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𝑢</m:t>
                            </m:r>
                          </m:e>
                          <m:sub>
                            <m:r>
                              <a:rPr lang="zh-CN" altLang="en-US" i="1">
                                <a:solidFill>
                                  <a:schemeClr val="tx1"/>
                                </a:solidFill>
                                <a:latin typeface="Cambria Math" panose="02040503050406030204" pitchFamily="18" charset="0"/>
                              </a:rPr>
                              <m:t>𝜂𝜂</m:t>
                            </m:r>
                          </m:sub>
                        </m:sSub>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𝐷</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𝜉</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𝜂</m:t>
                        </m:r>
                        <m:r>
                          <a:rPr lang="zh-CN" altLang="en-US" i="1">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𝑢</m:t>
                            </m:r>
                          </m:e>
                          <m:sub>
                            <m:r>
                              <a:rPr lang="zh-CN" altLang="en-US" i="1">
                                <a:solidFill>
                                  <a:schemeClr val="tx1"/>
                                </a:solidFill>
                                <a:latin typeface="Cambria Math" panose="02040503050406030204" pitchFamily="18" charset="0"/>
                              </a:rPr>
                              <m:t>𝜉</m:t>
                            </m:r>
                          </m:sub>
                        </m:sSub>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𝐸</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𝜉</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𝜂</m:t>
                        </m:r>
                        <m:r>
                          <a:rPr lang="zh-CN" altLang="en-US" i="1">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𝑢</m:t>
                            </m:r>
                          </m:e>
                          <m:sub>
                            <m:r>
                              <a:rPr lang="zh-CN" altLang="en-US" i="1">
                                <a:solidFill>
                                  <a:schemeClr val="tx1"/>
                                </a:solidFill>
                                <a:latin typeface="Cambria Math" panose="02040503050406030204" pitchFamily="18" charset="0"/>
                              </a:rPr>
                              <m:t>𝜂</m:t>
                            </m:r>
                          </m:sub>
                        </m:sSub>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𝐹</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𝜉</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𝜂</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𝑢</m:t>
                        </m:r>
                        <m:r>
                          <a:rPr lang="zh-CN" altLang="en-US" i="1">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0</m:t>
                        </m:r>
                      </m:oMath>
                    </m:oMathPara>
                  </a14:m>
                  <a:endParaRPr lang="zh-CN" altLang="en-US" dirty="0">
                    <a:solidFill>
                      <a:schemeClr val="tx1"/>
                    </a:solidFill>
                  </a:endParaRPr>
                </a:p>
              </p:txBody>
            </p:sp>
          </mc:Choice>
          <mc:Fallback>
            <p:sp>
              <p:nvSpPr>
                <p:cNvPr id="61447" name="对象 61446"/>
                <p:cNvSpPr txBox="1">
                  <a:spLocks noRot="1" noChangeAspect="1" noMove="1" noResize="1" noEditPoints="1" noAdjustHandles="1" noChangeArrowheads="1" noChangeShapeType="1" noTextEdit="1"/>
                </p:cNvSpPr>
                <p:nvPr/>
              </p:nvSpPr>
              <p:spPr>
                <a:xfrm>
                  <a:off x="288" y="3216"/>
                  <a:ext cx="5183" cy="366"/>
                </a:xfrm>
                <a:prstGeom prst="rect">
                  <a:avLst/>
                </a:prstGeom>
                <a:blipFill rotWithShape="1">
                  <a:blip r:embed="rId1"/>
                </a:blipFill>
                <a:ln w="38100">
                  <a:noFill/>
                  <a:miter/>
                </a:ln>
              </p:spPr>
              <p:txBody>
                <a:bodyPr/>
                <a:lstStyle/>
                <a:p>
                  <a:r>
                    <a:rPr lang="zh-CN" altLang="en-US">
                      <a:noFill/>
                    </a:rPr>
                    <a:t> </a:t>
                  </a:r>
                </a:p>
              </p:txBody>
            </p:sp>
          </mc:Fallback>
        </mc:AlternateContent>
        <p:sp>
          <p:nvSpPr>
            <p:cNvPr id="61459" name="矩形 61458"/>
            <p:cNvSpPr/>
            <p:nvPr/>
          </p:nvSpPr>
          <p:spPr>
            <a:xfrm>
              <a:off x="4512" y="3695"/>
              <a:ext cx="862" cy="291"/>
            </a:xfrm>
            <a:prstGeom prst="rect">
              <a:avLst/>
            </a:prstGeom>
            <a:noFill/>
            <a:ln w="9525">
              <a:noFill/>
            </a:ln>
          </p:spPr>
          <p:txBody>
            <a:bodyPr wrap="none" anchor="ctr" anchorCtr="0">
              <a:spAutoFit/>
            </a:bodyPr>
            <a:lstStyle/>
            <a:p>
              <a:r>
                <a:rPr lang="zh-CN" altLang="en-US" sz="2400" dirty="0">
                  <a:latin typeface="Garamond" panose="02020404030301010803" pitchFamily="18" charset="0"/>
                  <a:ea typeface="宋体" panose="02010600030101010101" pitchFamily="2" charset="-122"/>
                </a:rPr>
                <a:t>（</a:t>
              </a:r>
              <a:r>
                <a:rPr lang="en-US" altLang="zh-CN" sz="2400" dirty="0">
                  <a:latin typeface="Garamond" panose="02020404030301010803" pitchFamily="18" charset="0"/>
                  <a:ea typeface="宋体" panose="02010600030101010101" pitchFamily="2" charset="-122"/>
                </a:rPr>
                <a:t>4.0.1</a:t>
              </a:r>
              <a:r>
                <a:rPr lang="zh-CN" altLang="en-US" sz="2400" dirty="0">
                  <a:latin typeface="Garamond" panose="02020404030301010803" pitchFamily="18" charset="0"/>
                  <a:ea typeface="宋体" panose="02010600030101010101" pitchFamily="2" charset="-122"/>
                </a:rPr>
                <a:t>）</a:t>
              </a:r>
              <a:endParaRPr lang="zh-CN" altLang="en-US" sz="2400" dirty="0">
                <a:latin typeface="Garamond" panose="02020404030301010803" pitchFamily="18"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1444"/>
                                        </p:tgtEl>
                                        <p:attrNameLst>
                                          <p:attrName>style.visibility</p:attrName>
                                        </p:attrNameLst>
                                      </p:cBhvr>
                                      <p:to>
                                        <p:strVal val="visible"/>
                                      </p:to>
                                    </p:set>
                                    <p:animEffect transition="in" filter="box(in)">
                                      <p:cBhvr>
                                        <p:cTn id="7" dur="500"/>
                                        <p:tgtEl>
                                          <p:spTgt spid="6144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1445"/>
                                        </p:tgtEl>
                                        <p:attrNameLst>
                                          <p:attrName>style.visibility</p:attrName>
                                        </p:attrNameLst>
                                      </p:cBhvr>
                                      <p:to>
                                        <p:strVal val="visible"/>
                                      </p:to>
                                    </p:set>
                                    <p:animEffect transition="in" filter="box(in)">
                                      <p:cBhvr>
                                        <p:cTn id="12" dur="500"/>
                                        <p:tgtEl>
                                          <p:spTgt spid="6144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1443">
                                            <p:txEl>
                                              <p:pRg st="0" end="0"/>
                                            </p:txEl>
                                          </p:spTgt>
                                        </p:tgtEl>
                                        <p:attrNameLst>
                                          <p:attrName>style.visibility</p:attrName>
                                        </p:attrNameLst>
                                      </p:cBhvr>
                                      <p:to>
                                        <p:strVal val="visible"/>
                                      </p:to>
                                    </p:set>
                                    <p:animEffect transition="in" filter="box(in)">
                                      <p:cBhvr>
                                        <p:cTn id="17" dur="500"/>
                                        <p:tgtEl>
                                          <p:spTgt spid="6144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61460"/>
                                        </p:tgtEl>
                                        <p:attrNameLst>
                                          <p:attrName>style.visibility</p:attrName>
                                        </p:attrNameLst>
                                      </p:cBhvr>
                                      <p:to>
                                        <p:strVal val="visible"/>
                                      </p:to>
                                    </p:set>
                                    <p:animEffect transition="in" filter="box(in)">
                                      <p:cBhvr>
                                        <p:cTn id="22" dur="500"/>
                                        <p:tgtEl>
                                          <p:spTgt spid="61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p:bldP spid="61444" grpId="0"/>
      <p:bldP spid="6144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07521"/>
          <p:cNvSpPr>
            <a:spLocks noGrp="1" noRot="1"/>
          </p:cNvSpPr>
          <p:nvPr>
            <p:ph type="title"/>
          </p:nvPr>
        </p:nvSpPr>
        <p:spPr/>
        <p:txBody>
          <a:bodyPr anchor="ctr" anchorCtr="0"/>
          <a:lstStyle/>
          <a:p>
            <a:pPr algn="l"/>
            <a:r>
              <a:rPr lang="zh-CN" altLang="en-US" sz="2800" dirty="0">
                <a:ea typeface="楷体_GB2312" pitchFamily="49" charset="-122"/>
              </a:rPr>
              <a:t>通过适当的自变量变换转化为下列标准形式</a:t>
            </a:r>
            <a:r>
              <a:rPr lang="zh-CN" altLang="en-US" dirty="0">
                <a:ea typeface="楷体_GB2312" pitchFamily="49" charset="-122"/>
              </a:rPr>
              <a:t>：</a:t>
            </a:r>
            <a:r>
              <a:rPr lang="zh-CN" altLang="en-US" sz="4000" dirty="0"/>
              <a:t> </a:t>
            </a:r>
            <a:endParaRPr lang="zh-CN" altLang="en-US" sz="4000" dirty="0"/>
          </a:p>
        </p:txBody>
      </p:sp>
      <p:sp>
        <p:nvSpPr>
          <p:cNvPr id="107523" name="文本占位符 107522"/>
          <p:cNvSpPr>
            <a:spLocks noGrp="1"/>
          </p:cNvSpPr>
          <p:nvPr>
            <p:ph type="body" sz="half" idx="1"/>
          </p:nvPr>
        </p:nvSpPr>
        <p:spPr>
          <a:xfrm>
            <a:off x="8248650" y="2209800"/>
            <a:ext cx="1428750" cy="388938"/>
          </a:xfrm>
        </p:spPr>
        <p:txBody>
          <a:bodyPr/>
          <a:lstStyle/>
          <a:p>
            <a:pPr>
              <a:lnSpc>
                <a:spcPct val="90000"/>
              </a:lnSpc>
              <a:buClr>
                <a:schemeClr val="hlink"/>
              </a:buClr>
              <a:buSzPct val="70000"/>
              <a:buFont typeface="Wingdings" panose="05000000000000000000" pitchFamily="2" charset="2"/>
              <a:buNone/>
            </a:pPr>
            <a:r>
              <a:rPr lang="en-US" altLang="zh-CN" sz="2400" b="1" dirty="0"/>
              <a:t>(4.0.2)</a:t>
            </a:r>
            <a:endParaRPr lang="en-US" altLang="zh-CN" sz="2400" b="1" dirty="0"/>
          </a:p>
        </p:txBody>
      </p:sp>
      <p:sp>
        <p:nvSpPr>
          <p:cNvPr id="107525" name="矩形 107524"/>
          <p:cNvSpPr/>
          <p:nvPr/>
        </p:nvSpPr>
        <p:spPr>
          <a:xfrm>
            <a:off x="1419659" y="2957513"/>
            <a:ext cx="9144000" cy="0"/>
          </a:xfrm>
          <a:prstGeom prst="rect">
            <a:avLst/>
          </a:prstGeom>
          <a:noFill/>
          <a:ln w="9525">
            <a:noFill/>
          </a:ln>
        </p:spPr>
        <p:txBody>
          <a:bodyPr/>
          <a:lstStyle/>
          <a:p>
            <a:endParaRPr lang="zh-CN" altLang="en-US" sz="2400"/>
          </a:p>
        </p:txBody>
      </p:sp>
      <mc:AlternateContent xmlns:mc="http://schemas.openxmlformats.org/markup-compatibility/2006">
        <mc:Choice xmlns:a14="http://schemas.microsoft.com/office/drawing/2010/main" Requires="a14">
          <p:sp>
            <p:nvSpPr>
              <p:cNvPr id="107524" name="对象 107523"/>
              <p:cNvSpPr txBox="1"/>
              <p:nvPr/>
            </p:nvSpPr>
            <p:spPr>
              <a:xfrm>
                <a:off x="1280196" y="1488029"/>
                <a:ext cx="9631608" cy="752475"/>
              </a:xfrm>
              <a:prstGeom prst="rect">
                <a:avLst/>
              </a:prstGeom>
              <a:noFill/>
              <a:ln w="38100">
                <a:noFill/>
                <a:miter/>
              </a:ln>
            </p:spPr>
            <p:txBody>
              <a:bodyPr>
                <a:noAutofit/>
              </a:bodyPr>
              <a:lstStyle/>
              <a:p>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𝐴</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𝑢</m:t>
                          </m:r>
                        </m:e>
                        <m:sub>
                          <m:r>
                            <a:rPr lang="zh-CN" altLang="en-US" sz="2400" i="1">
                              <a:solidFill>
                                <a:srgbClr val="000000"/>
                              </a:solidFill>
                              <a:latin typeface="Cambria Math" panose="02040503050406030204" pitchFamily="18" charset="0"/>
                            </a:rPr>
                            <m:t>𝑥𝑥</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𝐶</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𝑢</m:t>
                          </m:r>
                        </m:e>
                        <m:sub>
                          <m:r>
                            <a:rPr lang="zh-CN" altLang="en-US" sz="2400" i="1">
                              <a:solidFill>
                                <a:srgbClr val="000000"/>
                              </a:solidFill>
                              <a:latin typeface="Cambria Math" panose="02040503050406030204" pitchFamily="18" charset="0"/>
                            </a:rPr>
                            <m:t>𝑦𝑦</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𝐷</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𝑢</m:t>
                          </m:r>
                        </m:e>
                        <m:sub>
                          <m:r>
                            <a:rPr lang="zh-CN" altLang="en-US" sz="2400" i="1">
                              <a:solidFill>
                                <a:srgbClr val="000000"/>
                              </a:solidFill>
                              <a:latin typeface="Cambria Math" panose="02040503050406030204" pitchFamily="18" charset="0"/>
                            </a:rPr>
                            <m:t>𝑥</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𝐸</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𝑢</m:t>
                          </m:r>
                        </m:e>
                        <m:sub>
                          <m:r>
                            <a:rPr lang="zh-CN" altLang="en-US" sz="2400" i="1">
                              <a:solidFill>
                                <a:srgbClr val="000000"/>
                              </a:solidFill>
                              <a:latin typeface="Cambria Math" panose="02040503050406030204" pitchFamily="18" charset="0"/>
                            </a:rPr>
                            <m:t>𝑦</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𝐹</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𝑢</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0</m:t>
                      </m:r>
                    </m:oMath>
                  </m:oMathPara>
                </a14:m>
                <a:endParaRPr lang="zh-CN" altLang="en-US" sz="2400" dirty="0"/>
              </a:p>
            </p:txBody>
          </p:sp>
        </mc:Choice>
        <mc:Fallback>
          <p:sp>
            <p:nvSpPr>
              <p:cNvPr id="107524" name="对象 107523"/>
              <p:cNvSpPr txBox="1">
                <a:spLocks noRot="1" noChangeAspect="1" noMove="1" noResize="1" noEditPoints="1" noAdjustHandles="1" noChangeArrowheads="1" noChangeShapeType="1" noTextEdit="1"/>
              </p:cNvSpPr>
              <p:nvPr/>
            </p:nvSpPr>
            <p:spPr>
              <a:xfrm>
                <a:off x="1280196" y="1488029"/>
                <a:ext cx="9631608" cy="752475"/>
              </a:xfrm>
              <a:prstGeom prst="rect">
                <a:avLst/>
              </a:prstGeom>
              <a:blipFill rotWithShape="1">
                <a:blip r:embed="rId1"/>
                <a:stretch>
                  <a:fillRect t="-30" r="6" b="30"/>
                </a:stretch>
              </a:blipFill>
              <a:ln w="38100">
                <a:noFill/>
                <a:miter/>
              </a:ln>
            </p:spPr>
            <p:txBody>
              <a:bodyPr/>
              <a:lstStyle/>
              <a:p>
                <a:r>
                  <a:rPr lang="zh-CN" altLang="en-US">
                    <a:noFill/>
                  </a:rPr>
                  <a:t> </a:t>
                </a:r>
              </a:p>
            </p:txBody>
          </p:sp>
        </mc:Fallback>
      </mc:AlternateContent>
      <p:sp>
        <p:nvSpPr>
          <p:cNvPr id="107526" name="矩形 107525"/>
          <p:cNvSpPr/>
          <p:nvPr/>
        </p:nvSpPr>
        <p:spPr>
          <a:xfrm>
            <a:off x="1814947" y="2930674"/>
            <a:ext cx="4466287" cy="461665"/>
          </a:xfrm>
          <a:prstGeom prst="rect">
            <a:avLst/>
          </a:prstGeom>
          <a:noFill/>
          <a:ln w="9525">
            <a:noFill/>
          </a:ln>
        </p:spPr>
        <p:txBody>
          <a:bodyPr wrap="none" anchor="ctr" anchorCtr="0">
            <a:spAutoFit/>
          </a:bodyPr>
          <a:lstStyle/>
          <a:p>
            <a:r>
              <a:rPr lang="zh-CN" altLang="en-US" sz="2400" dirty="0">
                <a:latin typeface="楷体_GB2312" pitchFamily="49" charset="-122"/>
                <a:ea typeface="楷体_GB2312" pitchFamily="49" charset="-122"/>
              </a:rPr>
              <a:t>根据方程</a:t>
            </a:r>
            <a:r>
              <a:rPr lang="en-US" altLang="zh-CN" sz="2400" dirty="0">
                <a:latin typeface="楷体_GB2312" pitchFamily="49" charset="-122"/>
                <a:ea typeface="楷体_GB2312" pitchFamily="49" charset="-122"/>
              </a:rPr>
              <a:t>(4.0.2)</a:t>
            </a:r>
            <a:r>
              <a:rPr lang="zh-CN" altLang="en-US" sz="2400" dirty="0">
                <a:latin typeface="楷体_GB2312" pitchFamily="49" charset="-122"/>
                <a:ea typeface="楷体_GB2312" pitchFamily="49" charset="-122"/>
              </a:rPr>
              <a:t>类型直接可知：</a:t>
            </a:r>
            <a:endParaRPr lang="zh-CN" altLang="en-US" sz="2400" dirty="0">
              <a:latin typeface="楷体_GB2312" pitchFamily="49" charset="-122"/>
              <a:ea typeface="楷体_GB2312" pitchFamily="49" charset="-122"/>
            </a:endParaRPr>
          </a:p>
        </p:txBody>
      </p:sp>
      <p:sp>
        <p:nvSpPr>
          <p:cNvPr id="107528" name="矩形 107527"/>
          <p:cNvSpPr/>
          <p:nvPr/>
        </p:nvSpPr>
        <p:spPr>
          <a:xfrm>
            <a:off x="1419659" y="2962275"/>
            <a:ext cx="9144000" cy="0"/>
          </a:xfrm>
          <a:prstGeom prst="rect">
            <a:avLst/>
          </a:prstGeom>
          <a:noFill/>
          <a:ln w="9525">
            <a:noFill/>
          </a:ln>
        </p:spPr>
        <p:txBody>
          <a:bodyPr/>
          <a:lstStyle/>
          <a:p>
            <a:endParaRPr lang="zh-CN" altLang="en-US" sz="2400"/>
          </a:p>
        </p:txBody>
      </p:sp>
      <mc:AlternateContent xmlns:mc="http://schemas.openxmlformats.org/markup-compatibility/2006">
        <mc:Choice xmlns:a14="http://schemas.microsoft.com/office/drawing/2010/main" Requires="a14">
          <p:sp>
            <p:nvSpPr>
              <p:cNvPr id="107527" name="对象 107526"/>
              <p:cNvSpPr txBox="1"/>
              <p:nvPr/>
            </p:nvSpPr>
            <p:spPr>
              <a:xfrm>
                <a:off x="1814947" y="3616833"/>
                <a:ext cx="3455987" cy="647700"/>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𝐴</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𝐶</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oMath>
                  </m:oMathPara>
                </a14:m>
                <a:endParaRPr lang="zh-CN" altLang="en-US" sz="2400" dirty="0"/>
              </a:p>
            </p:txBody>
          </p:sp>
        </mc:Choice>
        <mc:Fallback>
          <p:sp>
            <p:nvSpPr>
              <p:cNvPr id="107527" name="对象 107526"/>
              <p:cNvSpPr txBox="1">
                <a:spLocks noRot="1" noChangeAspect="1" noMove="1" noResize="1" noEditPoints="1" noAdjustHandles="1" noChangeArrowheads="1" noChangeShapeType="1" noTextEdit="1"/>
              </p:cNvSpPr>
              <p:nvPr/>
            </p:nvSpPr>
            <p:spPr>
              <a:xfrm>
                <a:off x="1814947" y="3616833"/>
                <a:ext cx="3455987" cy="647700"/>
              </a:xfrm>
              <a:prstGeom prst="rect">
                <a:avLst/>
              </a:prstGeom>
              <a:blipFill rotWithShape="1">
                <a:blip r:embed="rId2"/>
                <a:stretch>
                  <a:fillRect l="-3" t="-78" r="13" b="78"/>
                </a:stretch>
              </a:blipFill>
              <a:ln w="38100">
                <a:noFill/>
                <a:miter/>
              </a:ln>
            </p:spPr>
            <p:txBody>
              <a:bodyPr/>
              <a:lstStyle/>
              <a:p>
                <a:r>
                  <a:rPr lang="zh-CN" altLang="en-US">
                    <a:noFill/>
                  </a:rPr>
                  <a:t> </a:t>
                </a:r>
              </a:p>
            </p:txBody>
          </p:sp>
        </mc:Fallback>
      </mc:AlternateContent>
      <p:sp>
        <p:nvSpPr>
          <p:cNvPr id="107529" name="右箭头 107528"/>
          <p:cNvSpPr/>
          <p:nvPr/>
        </p:nvSpPr>
        <p:spPr>
          <a:xfrm>
            <a:off x="5847197" y="3724276"/>
            <a:ext cx="647700" cy="288925"/>
          </a:xfrm>
          <a:prstGeom prst="rightArrow">
            <a:avLst>
              <a:gd name="adj1" fmla="val 50000"/>
              <a:gd name="adj2" fmla="val 56043"/>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sz="2400"/>
          </a:p>
        </p:txBody>
      </p:sp>
      <p:sp>
        <p:nvSpPr>
          <p:cNvPr id="107531" name="矩形 107530"/>
          <p:cNvSpPr/>
          <p:nvPr/>
        </p:nvSpPr>
        <p:spPr>
          <a:xfrm>
            <a:off x="1419659" y="2962275"/>
            <a:ext cx="9144000" cy="0"/>
          </a:xfrm>
          <a:prstGeom prst="rect">
            <a:avLst/>
          </a:prstGeom>
          <a:noFill/>
          <a:ln w="9525">
            <a:noFill/>
          </a:ln>
        </p:spPr>
        <p:txBody>
          <a:bodyPr/>
          <a:lstStyle/>
          <a:p>
            <a:endParaRPr lang="zh-CN" altLang="en-US" sz="2400"/>
          </a:p>
        </p:txBody>
      </p:sp>
      <mc:AlternateContent xmlns:mc="http://schemas.openxmlformats.org/markup-compatibility/2006">
        <mc:Choice xmlns:a14="http://schemas.microsoft.com/office/drawing/2010/main" Requires="a14">
          <p:sp>
            <p:nvSpPr>
              <p:cNvPr id="107530" name="对象 107529"/>
              <p:cNvSpPr txBox="1"/>
              <p:nvPr/>
            </p:nvSpPr>
            <p:spPr>
              <a:xfrm>
                <a:off x="1743509" y="4337558"/>
                <a:ext cx="3960813" cy="609600"/>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𝐴</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0</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𝐶</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0</m:t>
                      </m:r>
                    </m:oMath>
                  </m:oMathPara>
                </a14:m>
                <a:endParaRPr lang="zh-CN" altLang="en-US" sz="2400" dirty="0"/>
              </a:p>
            </p:txBody>
          </p:sp>
        </mc:Choice>
        <mc:Fallback>
          <p:sp>
            <p:nvSpPr>
              <p:cNvPr id="107530" name="对象 107529"/>
              <p:cNvSpPr txBox="1">
                <a:spLocks noRot="1" noChangeAspect="1" noMove="1" noResize="1" noEditPoints="1" noAdjustHandles="1" noChangeArrowheads="1" noChangeShapeType="1" noTextEdit="1"/>
              </p:cNvSpPr>
              <p:nvPr/>
            </p:nvSpPr>
            <p:spPr>
              <a:xfrm>
                <a:off x="1743509" y="4337558"/>
                <a:ext cx="3960813" cy="609600"/>
              </a:xfrm>
              <a:prstGeom prst="rect">
                <a:avLst/>
              </a:prstGeom>
              <a:blipFill rotWithShape="1">
                <a:blip r:embed="rId3"/>
                <a:stretch>
                  <a:fillRect l="-11" t="-83" r="3" b="83"/>
                </a:stretch>
              </a:blipFill>
              <a:ln w="38100">
                <a:noFill/>
                <a:miter/>
              </a:ln>
            </p:spPr>
            <p:txBody>
              <a:bodyPr/>
              <a:lstStyle/>
              <a:p>
                <a:r>
                  <a:rPr lang="zh-CN" altLang="en-US">
                    <a:noFill/>
                  </a:rPr>
                  <a:t> </a:t>
                </a:r>
              </a:p>
            </p:txBody>
          </p:sp>
        </mc:Fallback>
      </mc:AlternateContent>
      <p:sp>
        <p:nvSpPr>
          <p:cNvPr id="107532" name="右箭头 107531"/>
          <p:cNvSpPr/>
          <p:nvPr/>
        </p:nvSpPr>
        <p:spPr>
          <a:xfrm>
            <a:off x="5848784" y="4371976"/>
            <a:ext cx="647700" cy="288925"/>
          </a:xfrm>
          <a:prstGeom prst="rightArrow">
            <a:avLst>
              <a:gd name="adj1" fmla="val 50000"/>
              <a:gd name="adj2" fmla="val 56043"/>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sz="2400"/>
          </a:p>
        </p:txBody>
      </p:sp>
      <p:sp>
        <p:nvSpPr>
          <p:cNvPr id="107534" name="矩形 107533"/>
          <p:cNvSpPr/>
          <p:nvPr/>
        </p:nvSpPr>
        <p:spPr>
          <a:xfrm>
            <a:off x="1419659" y="2962275"/>
            <a:ext cx="9144000" cy="0"/>
          </a:xfrm>
          <a:prstGeom prst="rect">
            <a:avLst/>
          </a:prstGeom>
          <a:noFill/>
          <a:ln w="9525">
            <a:noFill/>
          </a:ln>
        </p:spPr>
        <p:txBody>
          <a:bodyPr/>
          <a:lstStyle/>
          <a:p>
            <a:endParaRPr lang="zh-CN" altLang="en-US" sz="2400"/>
          </a:p>
        </p:txBody>
      </p:sp>
      <mc:AlternateContent xmlns:mc="http://schemas.openxmlformats.org/markup-compatibility/2006">
        <mc:Choice xmlns:a14="http://schemas.microsoft.com/office/drawing/2010/main" Requires="a14">
          <p:sp>
            <p:nvSpPr>
              <p:cNvPr id="107533" name="对象 107532"/>
              <p:cNvSpPr txBox="1"/>
              <p:nvPr/>
            </p:nvSpPr>
            <p:spPr>
              <a:xfrm>
                <a:off x="1743509" y="5056696"/>
                <a:ext cx="3276600" cy="655637"/>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𝐴</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𝐶</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oMath>
                  </m:oMathPara>
                </a14:m>
                <a:endParaRPr lang="zh-CN" altLang="en-US" sz="2400" dirty="0"/>
              </a:p>
            </p:txBody>
          </p:sp>
        </mc:Choice>
        <mc:Fallback>
          <p:sp>
            <p:nvSpPr>
              <p:cNvPr id="107533" name="对象 107532"/>
              <p:cNvSpPr txBox="1">
                <a:spLocks noRot="1" noChangeAspect="1" noMove="1" noResize="1" noEditPoints="1" noAdjustHandles="1" noChangeArrowheads="1" noChangeShapeType="1" noTextEdit="1"/>
              </p:cNvSpPr>
              <p:nvPr/>
            </p:nvSpPr>
            <p:spPr>
              <a:xfrm>
                <a:off x="1743509" y="5056696"/>
                <a:ext cx="3276600" cy="655637"/>
              </a:xfrm>
              <a:prstGeom prst="rect">
                <a:avLst/>
              </a:prstGeom>
              <a:blipFill rotWithShape="1">
                <a:blip r:embed="rId4"/>
                <a:stretch>
                  <a:fillRect l="-13" t="-29" r="13" b="77"/>
                </a:stretch>
              </a:blipFill>
              <a:ln w="38100">
                <a:noFill/>
                <a:miter/>
              </a:ln>
            </p:spPr>
            <p:txBody>
              <a:bodyPr/>
              <a:lstStyle/>
              <a:p>
                <a:r>
                  <a:rPr lang="zh-CN" altLang="en-US">
                    <a:noFill/>
                  </a:rPr>
                  <a:t> </a:t>
                </a:r>
              </a:p>
            </p:txBody>
          </p:sp>
        </mc:Fallback>
      </mc:AlternateContent>
      <p:sp>
        <p:nvSpPr>
          <p:cNvPr id="107535" name="右箭头 107534"/>
          <p:cNvSpPr/>
          <p:nvPr/>
        </p:nvSpPr>
        <p:spPr>
          <a:xfrm>
            <a:off x="5847197" y="5164139"/>
            <a:ext cx="647700" cy="288925"/>
          </a:xfrm>
          <a:prstGeom prst="rightArrow">
            <a:avLst>
              <a:gd name="adj1" fmla="val 50000"/>
              <a:gd name="adj2" fmla="val 56043"/>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sz="2400"/>
          </a:p>
        </p:txBody>
      </p:sp>
      <p:sp>
        <p:nvSpPr>
          <p:cNvPr id="107536" name="矩形 107535"/>
          <p:cNvSpPr/>
          <p:nvPr/>
        </p:nvSpPr>
        <p:spPr>
          <a:xfrm>
            <a:off x="7071160" y="3545396"/>
            <a:ext cx="2460930" cy="584775"/>
          </a:xfrm>
          <a:prstGeom prst="rect">
            <a:avLst/>
          </a:prstGeom>
          <a:noFill/>
          <a:ln w="9525">
            <a:noFill/>
          </a:ln>
        </p:spPr>
        <p:txBody>
          <a:bodyPr wrap="none" anchor="ctr" anchorCtr="0">
            <a:spAutoFit/>
          </a:bodyPr>
          <a:lstStyle/>
          <a:p>
            <a:r>
              <a:rPr lang="zh-CN" altLang="en-US" sz="2400" dirty="0">
                <a:latin typeface="楷体_GB2312" pitchFamily="49" charset="-122"/>
                <a:ea typeface="楷体_GB2312" pitchFamily="49" charset="-122"/>
              </a:rPr>
              <a:t>方程是双曲型的</a:t>
            </a:r>
            <a:r>
              <a:rPr lang="zh-CN" altLang="en-US" sz="3200" dirty="0">
                <a:latin typeface="楷体_GB2312" pitchFamily="49" charset="-122"/>
                <a:ea typeface="楷体_GB2312" pitchFamily="49" charset="-122"/>
              </a:rPr>
              <a:t> </a:t>
            </a:r>
            <a:endParaRPr lang="zh-CN" altLang="en-US" sz="3200" dirty="0">
              <a:latin typeface="楷体_GB2312" pitchFamily="49" charset="-122"/>
              <a:ea typeface="楷体_GB2312" pitchFamily="49" charset="-122"/>
            </a:endParaRPr>
          </a:p>
        </p:txBody>
      </p:sp>
      <p:sp>
        <p:nvSpPr>
          <p:cNvPr id="107537" name="矩形 107536"/>
          <p:cNvSpPr/>
          <p:nvPr/>
        </p:nvSpPr>
        <p:spPr>
          <a:xfrm>
            <a:off x="7071159" y="4264533"/>
            <a:ext cx="2153154" cy="584775"/>
          </a:xfrm>
          <a:prstGeom prst="rect">
            <a:avLst/>
          </a:prstGeom>
          <a:noFill/>
          <a:ln w="9525">
            <a:noFill/>
          </a:ln>
        </p:spPr>
        <p:txBody>
          <a:bodyPr wrap="none" anchor="ctr" anchorCtr="0">
            <a:spAutoFit/>
          </a:bodyPr>
          <a:lstStyle/>
          <a:p>
            <a:r>
              <a:rPr lang="zh-CN" altLang="en-US" sz="2400" dirty="0">
                <a:latin typeface="楷体_GB2312" pitchFamily="49" charset="-122"/>
                <a:ea typeface="楷体_GB2312" pitchFamily="49" charset="-122"/>
              </a:rPr>
              <a:t>它是抛物型的</a:t>
            </a:r>
            <a:r>
              <a:rPr lang="zh-CN" altLang="en-US" sz="3200" dirty="0">
                <a:latin typeface="楷体_GB2312" pitchFamily="49" charset="-122"/>
                <a:ea typeface="楷体_GB2312" pitchFamily="49" charset="-122"/>
              </a:rPr>
              <a:t> </a:t>
            </a:r>
            <a:endParaRPr lang="zh-CN" altLang="en-US" sz="3200" dirty="0">
              <a:latin typeface="楷体_GB2312" pitchFamily="49" charset="-122"/>
              <a:ea typeface="楷体_GB2312" pitchFamily="49" charset="-122"/>
            </a:endParaRPr>
          </a:p>
        </p:txBody>
      </p:sp>
      <p:sp>
        <p:nvSpPr>
          <p:cNvPr id="107538" name="矩形 107537"/>
          <p:cNvSpPr/>
          <p:nvPr/>
        </p:nvSpPr>
        <p:spPr>
          <a:xfrm>
            <a:off x="7071160" y="5060485"/>
            <a:ext cx="2121093" cy="523220"/>
          </a:xfrm>
          <a:prstGeom prst="rect">
            <a:avLst/>
          </a:prstGeom>
          <a:noFill/>
          <a:ln w="9525">
            <a:noFill/>
          </a:ln>
        </p:spPr>
        <p:txBody>
          <a:bodyPr wrap="none" anchor="ctr" anchorCtr="0">
            <a:spAutoFit/>
          </a:bodyPr>
          <a:lstStyle/>
          <a:p>
            <a:r>
              <a:rPr lang="zh-CN" altLang="en-US" sz="2400" dirty="0">
                <a:latin typeface="Garamond" panose="02020404030301010803" pitchFamily="18" charset="0"/>
                <a:ea typeface="楷体_GB2312" pitchFamily="49" charset="-122"/>
              </a:rPr>
              <a:t>它是椭圆型的</a:t>
            </a:r>
            <a:r>
              <a:rPr lang="zh-CN" altLang="en-US" sz="2800" dirty="0">
                <a:latin typeface="Garamond" panose="02020404030301010803" pitchFamily="18" charset="0"/>
                <a:ea typeface="宋体" panose="02010600030101010101" pitchFamily="2" charset="-122"/>
              </a:rPr>
              <a:t> </a:t>
            </a:r>
            <a:endParaRPr lang="zh-CN" altLang="en-US" sz="2800" dirty="0">
              <a:latin typeface="Garamond" panose="02020404030301010803"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7522"/>
                                        </p:tgtEl>
                                        <p:attrNameLst>
                                          <p:attrName>style.visibility</p:attrName>
                                        </p:attrNameLst>
                                      </p:cBhvr>
                                      <p:to>
                                        <p:strVal val="visible"/>
                                      </p:to>
                                    </p:set>
                                    <p:animEffect transition="in" filter="box(in)">
                                      <p:cBhvr>
                                        <p:cTn id="7" dur="500"/>
                                        <p:tgtEl>
                                          <p:spTgt spid="10752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7523">
                                            <p:txEl>
                                              <p:pRg st="0" end="0"/>
                                            </p:txEl>
                                          </p:spTgt>
                                        </p:tgtEl>
                                        <p:attrNameLst>
                                          <p:attrName>style.visibility</p:attrName>
                                        </p:attrNameLst>
                                      </p:cBhvr>
                                      <p:to>
                                        <p:strVal val="visible"/>
                                      </p:to>
                                    </p:set>
                                    <p:animEffect transition="in" filter="box(in)">
                                      <p:cBhvr>
                                        <p:cTn id="12" dur="500"/>
                                        <p:tgtEl>
                                          <p:spTgt spid="10752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7526"/>
                                        </p:tgtEl>
                                        <p:attrNameLst>
                                          <p:attrName>style.visibility</p:attrName>
                                        </p:attrNameLst>
                                      </p:cBhvr>
                                      <p:to>
                                        <p:strVal val="visible"/>
                                      </p:to>
                                    </p:set>
                                    <p:animEffect transition="in" filter="box(in)">
                                      <p:cBhvr>
                                        <p:cTn id="17" dur="500"/>
                                        <p:tgtEl>
                                          <p:spTgt spid="10752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07529"/>
                                        </p:tgtEl>
                                        <p:attrNameLst>
                                          <p:attrName>style.visibility</p:attrName>
                                        </p:attrNameLst>
                                      </p:cBhvr>
                                      <p:to>
                                        <p:strVal val="visible"/>
                                      </p:to>
                                    </p:set>
                                    <p:animEffect transition="in" filter="box(in)">
                                      <p:cBhvr>
                                        <p:cTn id="22" dur="500"/>
                                        <p:tgtEl>
                                          <p:spTgt spid="107529"/>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07536"/>
                                        </p:tgtEl>
                                        <p:attrNameLst>
                                          <p:attrName>style.visibility</p:attrName>
                                        </p:attrNameLst>
                                      </p:cBhvr>
                                      <p:to>
                                        <p:strVal val="visible"/>
                                      </p:to>
                                    </p:set>
                                    <p:animEffect transition="in" filter="box(in)">
                                      <p:cBhvr>
                                        <p:cTn id="27" dur="500"/>
                                        <p:tgtEl>
                                          <p:spTgt spid="10753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07532"/>
                                        </p:tgtEl>
                                        <p:attrNameLst>
                                          <p:attrName>style.visibility</p:attrName>
                                        </p:attrNameLst>
                                      </p:cBhvr>
                                      <p:to>
                                        <p:strVal val="visible"/>
                                      </p:to>
                                    </p:set>
                                    <p:animEffect transition="in" filter="box(in)">
                                      <p:cBhvr>
                                        <p:cTn id="32" dur="500"/>
                                        <p:tgtEl>
                                          <p:spTgt spid="107532"/>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07537"/>
                                        </p:tgtEl>
                                        <p:attrNameLst>
                                          <p:attrName>style.visibility</p:attrName>
                                        </p:attrNameLst>
                                      </p:cBhvr>
                                      <p:to>
                                        <p:strVal val="visible"/>
                                      </p:to>
                                    </p:set>
                                    <p:animEffect transition="in" filter="box(in)">
                                      <p:cBhvr>
                                        <p:cTn id="37" dur="500"/>
                                        <p:tgtEl>
                                          <p:spTgt spid="107537"/>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107535"/>
                                        </p:tgtEl>
                                        <p:attrNameLst>
                                          <p:attrName>style.visibility</p:attrName>
                                        </p:attrNameLst>
                                      </p:cBhvr>
                                      <p:to>
                                        <p:strVal val="visible"/>
                                      </p:to>
                                    </p:set>
                                    <p:animEffect transition="in" filter="box(in)">
                                      <p:cBhvr>
                                        <p:cTn id="42" dur="500"/>
                                        <p:tgtEl>
                                          <p:spTgt spid="107535"/>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107538"/>
                                        </p:tgtEl>
                                        <p:attrNameLst>
                                          <p:attrName>style.visibility</p:attrName>
                                        </p:attrNameLst>
                                      </p:cBhvr>
                                      <p:to>
                                        <p:strVal val="visible"/>
                                      </p:to>
                                    </p:set>
                                    <p:animEffect transition="in" filter="box(in)">
                                      <p:cBhvr>
                                        <p:cTn id="47" dur="500"/>
                                        <p:tgtEl>
                                          <p:spTgt spid="107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p:bldP spid="107523" grpId="0" build="p"/>
      <p:bldP spid="107526" grpId="0"/>
      <p:bldP spid="107536" grpId="0"/>
      <p:bldP spid="107537" grpId="0"/>
      <p:bldP spid="10753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08545"/>
          <p:cNvSpPr>
            <a:spLocks noGrp="1" noRot="1"/>
          </p:cNvSpPr>
          <p:nvPr>
            <p:ph type="title"/>
          </p:nvPr>
        </p:nvSpPr>
        <p:spPr>
          <a:xfrm>
            <a:off x="1676401" y="304800"/>
            <a:ext cx="7616825" cy="1143000"/>
          </a:xfrm>
        </p:spPr>
        <p:txBody>
          <a:bodyPr anchor="ctr" anchorCtr="0"/>
          <a:lstStyle/>
          <a:p>
            <a:r>
              <a:rPr lang="zh-CN" altLang="en-US" sz="2800" dirty="0">
                <a:latin typeface="楷体_GB2312" pitchFamily="49" charset="-122"/>
                <a:ea typeface="楷体_GB2312" pitchFamily="49" charset="-122"/>
              </a:rPr>
              <a:t>假设 （</a:t>
            </a:r>
            <a:r>
              <a:rPr lang="en-US" altLang="zh-CN" sz="2800" dirty="0">
                <a:latin typeface="楷体_GB2312" pitchFamily="49" charset="-122"/>
                <a:ea typeface="楷体_GB2312" pitchFamily="49" charset="-122"/>
              </a:rPr>
              <a:t>4.0.2</a:t>
            </a:r>
            <a:r>
              <a:rPr lang="zh-CN" altLang="en-US" sz="2800" dirty="0">
                <a:latin typeface="楷体_GB2312" pitchFamily="49" charset="-122"/>
                <a:ea typeface="楷体_GB2312" pitchFamily="49" charset="-122"/>
              </a:rPr>
              <a:t>）的解有下列分离的形式</a:t>
            </a:r>
            <a:r>
              <a:rPr lang="zh-CN" altLang="en-US" dirty="0"/>
              <a:t> </a:t>
            </a:r>
            <a:endParaRPr lang="zh-CN" altLang="en-US" dirty="0"/>
          </a:p>
        </p:txBody>
      </p:sp>
      <p:sp>
        <p:nvSpPr>
          <p:cNvPr id="108547" name="文本占位符 108546"/>
          <p:cNvSpPr>
            <a:spLocks noGrp="1"/>
          </p:cNvSpPr>
          <p:nvPr>
            <p:ph type="body" idx="1"/>
          </p:nvPr>
        </p:nvSpPr>
        <p:spPr>
          <a:xfrm>
            <a:off x="2667000" y="2743201"/>
            <a:ext cx="1162050" cy="576263"/>
          </a:xfrm>
        </p:spPr>
        <p:txBody>
          <a:bodyPr/>
          <a:lstStyle/>
          <a:p>
            <a:pPr>
              <a:lnSpc>
                <a:spcPct val="90000"/>
              </a:lnSpc>
              <a:buNone/>
            </a:pPr>
            <a:r>
              <a:rPr lang="zh-CN" altLang="en-US" sz="2000" b="1" dirty="0">
                <a:ea typeface="楷体_GB2312" pitchFamily="49" charset="-122"/>
              </a:rPr>
              <a:t>其中</a:t>
            </a:r>
            <a:r>
              <a:rPr lang="zh-CN" altLang="en-US" sz="2000" b="1" dirty="0"/>
              <a:t> </a:t>
            </a:r>
            <a:endParaRPr lang="zh-CN" altLang="en-US" sz="2000" b="1" dirty="0"/>
          </a:p>
        </p:txBody>
      </p:sp>
      <p:sp>
        <p:nvSpPr>
          <p:cNvPr id="108549" name="矩形 108548"/>
          <p:cNvSpPr/>
          <p:nvPr/>
        </p:nvSpPr>
        <p:spPr>
          <a:xfrm>
            <a:off x="1524000" y="3328988"/>
            <a:ext cx="9144000" cy="0"/>
          </a:xfrm>
          <a:prstGeom prst="rect">
            <a:avLst/>
          </a:prstGeom>
          <a:noFill/>
          <a:ln w="9525">
            <a:noFill/>
          </a:ln>
        </p:spPr>
        <p:txBody>
          <a:bodyPr/>
          <a:lstStyle/>
          <a:p>
            <a:endParaRPr lang="zh-CN" altLang="en-US"/>
          </a:p>
        </p:txBody>
      </p:sp>
      <p:grpSp>
        <p:nvGrpSpPr>
          <p:cNvPr id="108557" name="组合 108556"/>
          <p:cNvGrpSpPr/>
          <p:nvPr/>
        </p:nvGrpSpPr>
        <p:grpSpPr>
          <a:xfrm>
            <a:off x="2362201" y="1447800"/>
            <a:ext cx="5872164" cy="661988"/>
            <a:chOff x="528" y="912"/>
            <a:chExt cx="3699" cy="417"/>
          </a:xfrm>
        </p:grpSpPr>
        <mc:AlternateContent xmlns:mc="http://schemas.openxmlformats.org/markup-compatibility/2006">
          <mc:Choice xmlns:a14="http://schemas.microsoft.com/office/drawing/2010/main" Requires="a14">
            <p:sp>
              <p:nvSpPr>
                <p:cNvPr id="108548" name="对象 108547"/>
                <p:cNvSpPr txBox="1"/>
                <p:nvPr/>
              </p:nvSpPr>
              <p:spPr>
                <a:xfrm>
                  <a:off x="528" y="912"/>
                  <a:ext cx="2544" cy="417"/>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𝑢</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𝑥</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𝑦</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𝑋</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𝑥</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𝑌</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𝑦</m:t>
                        </m:r>
                        <m:r>
                          <a:rPr lang="zh-CN" altLang="en-US" sz="2800" i="1">
                            <a:solidFill>
                              <a:srgbClr val="000000"/>
                            </a:solidFill>
                            <a:latin typeface="Cambria Math" panose="02040503050406030204" pitchFamily="18" charset="0"/>
                          </a:rPr>
                          <m:t>)</m:t>
                        </m:r>
                      </m:oMath>
                    </m:oMathPara>
                  </a14:m>
                  <a:endParaRPr lang="zh-CN" altLang="en-US" sz="2800" dirty="0"/>
                </a:p>
              </p:txBody>
            </p:sp>
          </mc:Choice>
          <mc:Fallback>
            <p:sp>
              <p:nvSpPr>
                <p:cNvPr id="108548" name="对象 108547"/>
                <p:cNvSpPr txBox="1">
                  <a:spLocks noRot="1" noChangeAspect="1" noMove="1" noResize="1" noEditPoints="1" noAdjustHandles="1" noChangeArrowheads="1" noChangeShapeType="1" noTextEdit="1"/>
                </p:cNvSpPr>
                <p:nvPr/>
              </p:nvSpPr>
              <p:spPr>
                <a:xfrm>
                  <a:off x="528" y="912"/>
                  <a:ext cx="2544" cy="417"/>
                </a:xfrm>
                <a:prstGeom prst="rect">
                  <a:avLst/>
                </a:prstGeom>
                <a:blipFill rotWithShape="1">
                  <a:blip r:embed="rId1"/>
                </a:blipFill>
                <a:ln w="38100">
                  <a:noFill/>
                  <a:miter/>
                </a:ln>
              </p:spPr>
              <p:txBody>
                <a:bodyPr/>
                <a:lstStyle/>
                <a:p>
                  <a:r>
                    <a:rPr lang="zh-CN" altLang="en-US">
                      <a:noFill/>
                    </a:rPr>
                    <a:t> </a:t>
                  </a:r>
                </a:p>
              </p:txBody>
            </p:sp>
          </mc:Fallback>
        </mc:AlternateContent>
        <p:sp>
          <p:nvSpPr>
            <p:cNvPr id="108550" name="矩形 108549"/>
            <p:cNvSpPr/>
            <p:nvPr/>
          </p:nvSpPr>
          <p:spPr>
            <a:xfrm>
              <a:off x="3562" y="959"/>
              <a:ext cx="665" cy="330"/>
            </a:xfrm>
            <a:prstGeom prst="rect">
              <a:avLst/>
            </a:prstGeom>
            <a:noFill/>
            <a:ln w="9525">
              <a:noFill/>
            </a:ln>
          </p:spPr>
          <p:txBody>
            <a:bodyPr wrap="none" anchor="ctr" anchorCtr="0">
              <a:spAutoFit/>
            </a:bodyPr>
            <a:lstStyle/>
            <a:p>
              <a:pPr algn="ctr"/>
              <a:r>
                <a:rPr lang="en-US" altLang="zh-CN" sz="2800" dirty="0">
                  <a:latin typeface="Garamond" panose="02020404030301010803" pitchFamily="18" charset="0"/>
                  <a:ea typeface="宋体" panose="02010600030101010101" pitchFamily="2" charset="-122"/>
                </a:rPr>
                <a:t>(4.0.3)</a:t>
              </a:r>
              <a:endParaRPr lang="en-US" altLang="zh-CN" sz="2800" dirty="0">
                <a:latin typeface="Garamond" panose="02020404030301010803" pitchFamily="18" charset="0"/>
                <a:ea typeface="宋体" panose="02010600030101010101" pitchFamily="2" charset="-122"/>
              </a:endParaRPr>
            </a:p>
          </p:txBody>
        </p:sp>
      </p:grpSp>
      <p:sp>
        <p:nvSpPr>
          <p:cNvPr id="108554" name="矩形 108553"/>
          <p:cNvSpPr/>
          <p:nvPr/>
        </p:nvSpPr>
        <p:spPr>
          <a:xfrm>
            <a:off x="1524000" y="3328988"/>
            <a:ext cx="9144000" cy="0"/>
          </a:xfrm>
          <a:prstGeom prst="rect">
            <a:avLst/>
          </a:prstGeom>
          <a:noFill/>
          <a:ln w="9525">
            <a:noFill/>
          </a:ln>
        </p:spPr>
        <p:txBody>
          <a:bodyPr/>
          <a:lstStyle/>
          <a:p>
            <a:endParaRPr lang="zh-CN" altLang="en-US"/>
          </a:p>
        </p:txBody>
      </p:sp>
      <mc:AlternateContent xmlns:mc="http://schemas.openxmlformats.org/markup-compatibility/2006">
        <mc:Choice xmlns:a14="http://schemas.microsoft.com/office/drawing/2010/main" Requires="a14">
          <p:sp>
            <p:nvSpPr>
              <p:cNvPr id="108553" name="对象 108552"/>
              <p:cNvSpPr txBox="1"/>
              <p:nvPr/>
            </p:nvSpPr>
            <p:spPr>
              <a:xfrm>
                <a:off x="4000500" y="2647296"/>
                <a:ext cx="2095500" cy="585788"/>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𝑋</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𝑥</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𝑌</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𝑦</m:t>
                      </m:r>
                      <m:r>
                        <a:rPr lang="zh-CN" altLang="en-US" sz="2800" i="1">
                          <a:solidFill>
                            <a:srgbClr val="000000"/>
                          </a:solidFill>
                          <a:latin typeface="Cambria Math" panose="02040503050406030204" pitchFamily="18" charset="0"/>
                        </a:rPr>
                        <m:t>)</m:t>
                      </m:r>
                    </m:oMath>
                  </m:oMathPara>
                </a14:m>
                <a:endParaRPr lang="zh-CN" altLang="en-US" sz="2800" dirty="0"/>
              </a:p>
            </p:txBody>
          </p:sp>
        </mc:Choice>
        <mc:Fallback>
          <p:sp>
            <p:nvSpPr>
              <p:cNvPr id="108553" name="对象 108552"/>
              <p:cNvSpPr txBox="1">
                <a:spLocks noRot="1" noChangeAspect="1" noMove="1" noResize="1" noEditPoints="1" noAdjustHandles="1" noChangeArrowheads="1" noChangeShapeType="1" noTextEdit="1"/>
              </p:cNvSpPr>
              <p:nvPr/>
            </p:nvSpPr>
            <p:spPr>
              <a:xfrm>
                <a:off x="4000500" y="2647296"/>
                <a:ext cx="2095500" cy="585788"/>
              </a:xfrm>
              <a:prstGeom prst="rect">
                <a:avLst/>
              </a:prstGeom>
              <a:blipFill rotWithShape="1">
                <a:blip r:embed="rId2"/>
                <a:stretch>
                  <a:fillRect t="-105" b="51"/>
                </a:stretch>
              </a:blipFill>
              <a:ln w="38100">
                <a:noFill/>
                <a:miter/>
              </a:ln>
            </p:spPr>
            <p:txBody>
              <a:bodyPr/>
              <a:lstStyle/>
              <a:p>
                <a:r>
                  <a:rPr lang="zh-CN" altLang="en-US">
                    <a:noFill/>
                  </a:rPr>
                  <a:t> </a:t>
                </a:r>
              </a:p>
            </p:txBody>
          </p:sp>
        </mc:Fallback>
      </mc:AlternateContent>
      <p:sp>
        <p:nvSpPr>
          <p:cNvPr id="108555" name="矩形 108554"/>
          <p:cNvSpPr/>
          <p:nvPr/>
        </p:nvSpPr>
        <p:spPr>
          <a:xfrm>
            <a:off x="5820140" y="2726900"/>
            <a:ext cx="4878259" cy="461665"/>
          </a:xfrm>
          <a:prstGeom prst="rect">
            <a:avLst/>
          </a:prstGeom>
          <a:noFill/>
          <a:ln w="9525">
            <a:noFill/>
          </a:ln>
        </p:spPr>
        <p:txBody>
          <a:bodyPr wrap="none" anchor="ctr" anchorCtr="0">
            <a:spAutoFit/>
          </a:bodyPr>
          <a:lstStyle/>
          <a:p>
            <a:r>
              <a:rPr lang="zh-CN" altLang="en-US" sz="2400" dirty="0">
                <a:latin typeface="Garamond" panose="02020404030301010803" pitchFamily="18" charset="0"/>
                <a:ea typeface="楷体_GB2312" pitchFamily="49" charset="-122"/>
              </a:rPr>
              <a:t>分别是单个变量的二次可微函数。</a:t>
            </a:r>
            <a:r>
              <a:rPr lang="zh-CN" altLang="en-US" sz="2400" dirty="0">
                <a:latin typeface="Garamond" panose="02020404030301010803" pitchFamily="18" charset="0"/>
                <a:ea typeface="宋体" panose="02010600030101010101" pitchFamily="2" charset="-122"/>
              </a:rPr>
              <a:t> </a:t>
            </a:r>
            <a:endParaRPr lang="zh-CN" altLang="en-US" sz="2400" dirty="0">
              <a:latin typeface="Garamond" panose="02020404030301010803" pitchFamily="18" charset="0"/>
              <a:ea typeface="宋体" panose="02010600030101010101" pitchFamily="2" charset="-122"/>
            </a:endParaRPr>
          </a:p>
        </p:txBody>
      </p:sp>
      <p:sp>
        <p:nvSpPr>
          <p:cNvPr id="108556" name="矩形 108555"/>
          <p:cNvSpPr/>
          <p:nvPr/>
        </p:nvSpPr>
        <p:spPr>
          <a:xfrm>
            <a:off x="1465389" y="3568290"/>
            <a:ext cx="2403222" cy="461665"/>
          </a:xfrm>
          <a:prstGeom prst="rect">
            <a:avLst/>
          </a:prstGeom>
          <a:noFill/>
          <a:ln w="9525">
            <a:noFill/>
          </a:ln>
        </p:spPr>
        <p:txBody>
          <a:bodyPr wrap="none" anchor="ctr" anchorCtr="0">
            <a:spAutoFit/>
          </a:bodyPr>
          <a:lstStyle/>
          <a:p>
            <a:r>
              <a:rPr lang="zh-CN" altLang="en-US" sz="2400" dirty="0">
                <a:latin typeface="楷体_GB2312" pitchFamily="49" charset="-122"/>
                <a:ea typeface="楷体_GB2312" pitchFamily="49" charset="-122"/>
              </a:rPr>
              <a:t>代入 </a:t>
            </a:r>
            <a:r>
              <a:rPr lang="en-US" altLang="zh-CN" sz="2400" dirty="0">
                <a:latin typeface="楷体_GB2312" pitchFamily="49" charset="-122"/>
                <a:ea typeface="楷体_GB2312" pitchFamily="49" charset="-122"/>
              </a:rPr>
              <a:t>(4.0.2)</a:t>
            </a:r>
            <a:r>
              <a:rPr lang="zh-CN" altLang="en-US" sz="2400" dirty="0">
                <a:latin typeface="楷体_GB2312" pitchFamily="49" charset="-122"/>
                <a:ea typeface="楷体_GB2312" pitchFamily="49" charset="-122"/>
              </a:rPr>
              <a:t>即有</a:t>
            </a:r>
            <a:endParaRPr lang="zh-CN" altLang="en-US" sz="2400" dirty="0">
              <a:latin typeface="楷体_GB2312" pitchFamily="49" charset="-122"/>
              <a:ea typeface="楷体_GB2312" pitchFamily="49" charset="-122"/>
            </a:endParaRPr>
          </a:p>
        </p:txBody>
      </p:sp>
      <p:grpSp>
        <p:nvGrpSpPr>
          <p:cNvPr id="108559" name="组合 108558"/>
          <p:cNvGrpSpPr/>
          <p:nvPr/>
        </p:nvGrpSpPr>
        <p:grpSpPr>
          <a:xfrm>
            <a:off x="1362074" y="4415574"/>
            <a:ext cx="10079038" cy="1211263"/>
            <a:chOff x="-88" y="343"/>
            <a:chExt cx="6349" cy="763"/>
          </a:xfrm>
        </p:grpSpPr>
        <mc:AlternateContent xmlns:mc="http://schemas.openxmlformats.org/markup-compatibility/2006">
          <mc:Choice xmlns:a14="http://schemas.microsoft.com/office/drawing/2010/main" Requires="a14">
            <p:sp>
              <p:nvSpPr>
                <p:cNvPr id="108560" name="对象 108559"/>
                <p:cNvSpPr txBox="1"/>
                <p:nvPr/>
              </p:nvSpPr>
              <p:spPr>
                <a:xfrm>
                  <a:off x="-88" y="343"/>
                  <a:ext cx="6349" cy="440"/>
                </a:xfrm>
                <a:prstGeom prst="rect">
                  <a:avLst/>
                </a:prstGeom>
                <a:noFill/>
                <a:ln w="38100">
                  <a:noFill/>
                  <a:miter/>
                </a:ln>
              </p:spPr>
              <p:txBody>
                <a:bodyPr>
                  <a:noAutofit/>
                </a:bodyPr>
                <a:lstStyle/>
                <a:p>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𝐴</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𝑋</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𝑌</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𝐶</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𝑋</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𝑌</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𝐷</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𝑋</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𝑌</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𝐸</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𝑋</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𝑌</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𝐹</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𝑋𝑌</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0</m:t>
                        </m:r>
                      </m:oMath>
                    </m:oMathPara>
                  </a14:m>
                  <a:endParaRPr lang="zh-CN" altLang="en-US" sz="2400" dirty="0"/>
                </a:p>
              </p:txBody>
            </p:sp>
          </mc:Choice>
          <mc:Fallback>
            <p:sp>
              <p:nvSpPr>
                <p:cNvPr id="108560" name="对象 108559"/>
                <p:cNvSpPr txBox="1">
                  <a:spLocks noRot="1" noChangeAspect="1" noMove="1" noResize="1" noEditPoints="1" noAdjustHandles="1" noChangeArrowheads="1" noChangeShapeType="1" noTextEdit="1"/>
                </p:cNvSpPr>
                <p:nvPr/>
              </p:nvSpPr>
              <p:spPr>
                <a:xfrm>
                  <a:off x="-88" y="343"/>
                  <a:ext cx="6349" cy="440"/>
                </a:xfrm>
                <a:prstGeom prst="rect">
                  <a:avLst/>
                </a:prstGeom>
                <a:blipFill rotWithShape="1">
                  <a:blip r:embed="rId3"/>
                </a:blipFill>
                <a:ln w="38100">
                  <a:noFill/>
                  <a:miter/>
                </a:ln>
              </p:spPr>
              <p:txBody>
                <a:bodyPr/>
                <a:lstStyle/>
                <a:p>
                  <a:r>
                    <a:rPr lang="zh-CN" altLang="en-US">
                      <a:noFill/>
                    </a:rPr>
                    <a:t> </a:t>
                  </a:r>
                </a:p>
              </p:txBody>
            </p:sp>
          </mc:Fallback>
        </mc:AlternateContent>
        <p:sp>
          <p:nvSpPr>
            <p:cNvPr id="108561" name="矩形 108560"/>
            <p:cNvSpPr/>
            <p:nvPr/>
          </p:nvSpPr>
          <p:spPr>
            <a:xfrm>
              <a:off x="4608" y="815"/>
              <a:ext cx="681" cy="291"/>
            </a:xfrm>
            <a:prstGeom prst="rect">
              <a:avLst/>
            </a:prstGeom>
            <a:noFill/>
            <a:ln w="9525">
              <a:noFill/>
            </a:ln>
          </p:spPr>
          <p:txBody>
            <a:bodyPr wrap="none" anchor="ctr" anchorCtr="0">
              <a:spAutoFit/>
            </a:bodyPr>
            <a:lstStyle/>
            <a:p>
              <a:r>
                <a:rPr lang="en-US" altLang="zh-CN" sz="2400" dirty="0">
                  <a:latin typeface="楷体_GB2312" pitchFamily="49" charset="-122"/>
                  <a:ea typeface="楷体_GB2312" pitchFamily="49" charset="-122"/>
                </a:rPr>
                <a:t>(4.0.4)</a:t>
              </a:r>
              <a:endParaRPr lang="en-US" altLang="zh-CN" sz="2400" dirty="0">
                <a:latin typeface="楷体_GB2312" pitchFamily="49" charset="-122"/>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8546"/>
                                        </p:tgtEl>
                                        <p:attrNameLst>
                                          <p:attrName>style.visibility</p:attrName>
                                        </p:attrNameLst>
                                      </p:cBhvr>
                                      <p:to>
                                        <p:strVal val="visible"/>
                                      </p:to>
                                    </p:set>
                                    <p:animEffect transition="in" filter="box(in)">
                                      <p:cBhvr>
                                        <p:cTn id="7" dur="500"/>
                                        <p:tgtEl>
                                          <p:spTgt spid="10854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8557"/>
                                        </p:tgtEl>
                                        <p:attrNameLst>
                                          <p:attrName>style.visibility</p:attrName>
                                        </p:attrNameLst>
                                      </p:cBhvr>
                                      <p:to>
                                        <p:strVal val="visible"/>
                                      </p:to>
                                    </p:set>
                                    <p:animEffect transition="in" filter="box(in)">
                                      <p:cBhvr>
                                        <p:cTn id="12" dur="500"/>
                                        <p:tgtEl>
                                          <p:spTgt spid="10855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8547">
                                            <p:txEl>
                                              <p:pRg st="0" end="0"/>
                                            </p:txEl>
                                          </p:spTgt>
                                        </p:tgtEl>
                                        <p:attrNameLst>
                                          <p:attrName>style.visibility</p:attrName>
                                        </p:attrNameLst>
                                      </p:cBhvr>
                                      <p:to>
                                        <p:strVal val="visible"/>
                                      </p:to>
                                    </p:set>
                                    <p:animEffect transition="in" filter="box(in)">
                                      <p:cBhvr>
                                        <p:cTn id="17" dur="500"/>
                                        <p:tgtEl>
                                          <p:spTgt spid="10854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08555"/>
                                        </p:tgtEl>
                                        <p:attrNameLst>
                                          <p:attrName>style.visibility</p:attrName>
                                        </p:attrNameLst>
                                      </p:cBhvr>
                                      <p:to>
                                        <p:strVal val="visible"/>
                                      </p:to>
                                    </p:set>
                                    <p:animEffect transition="in" filter="box(in)">
                                      <p:cBhvr>
                                        <p:cTn id="22" dur="500"/>
                                        <p:tgtEl>
                                          <p:spTgt spid="108555"/>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08556"/>
                                        </p:tgtEl>
                                        <p:attrNameLst>
                                          <p:attrName>style.visibility</p:attrName>
                                        </p:attrNameLst>
                                      </p:cBhvr>
                                      <p:to>
                                        <p:strVal val="visible"/>
                                      </p:to>
                                    </p:set>
                                    <p:animEffect transition="in" filter="box(in)">
                                      <p:cBhvr>
                                        <p:cTn id="27" dur="500"/>
                                        <p:tgtEl>
                                          <p:spTgt spid="10855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499"/>
                                          </p:stCondLst>
                                        </p:cTn>
                                        <p:tgtEl>
                                          <p:spTgt spid="1085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p:bldP spid="108547" grpId="0" build="p"/>
      <p:bldP spid="108555" grpId="0"/>
      <p:bldP spid="10855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文本占位符 109570"/>
          <p:cNvSpPr>
            <a:spLocks noGrp="1"/>
          </p:cNvSpPr>
          <p:nvPr>
            <p:ph type="body" idx="1"/>
          </p:nvPr>
        </p:nvSpPr>
        <p:spPr>
          <a:xfrm>
            <a:off x="1905000" y="990600"/>
            <a:ext cx="4330700" cy="609600"/>
          </a:xfrm>
        </p:spPr>
        <p:txBody>
          <a:bodyPr/>
          <a:lstStyle/>
          <a:p>
            <a:pPr>
              <a:buNone/>
            </a:pPr>
            <a:r>
              <a:rPr lang="en-US" altLang="zh-CN" sz="2000" b="1">
                <a:latin typeface="楷体_GB2312" pitchFamily="49" charset="-122"/>
                <a:ea typeface="楷体_GB2312" pitchFamily="49" charset="-122"/>
              </a:rPr>
              <a:t>1. </a:t>
            </a:r>
            <a:r>
              <a:rPr lang="zh-CN" altLang="en-US" sz="2000" b="1" dirty="0">
                <a:latin typeface="楷体_GB2312" pitchFamily="49" charset="-122"/>
                <a:ea typeface="楷体_GB2312" pitchFamily="49" charset="-122"/>
              </a:rPr>
              <a:t>常系数偏微分方程</a:t>
            </a:r>
            <a:endParaRPr lang="zh-CN" altLang="en-US" sz="2000" dirty="0">
              <a:latin typeface="楷体_GB2312" pitchFamily="49" charset="-122"/>
              <a:ea typeface="楷体_GB2312" pitchFamily="49" charset="-122"/>
            </a:endParaRPr>
          </a:p>
        </p:txBody>
      </p:sp>
      <p:sp>
        <p:nvSpPr>
          <p:cNvPr id="109573" name="矩形 109572"/>
          <p:cNvSpPr/>
          <p:nvPr/>
        </p:nvSpPr>
        <p:spPr>
          <a:xfrm>
            <a:off x="1524000" y="3328988"/>
            <a:ext cx="9144000" cy="0"/>
          </a:xfrm>
          <a:prstGeom prst="rect">
            <a:avLst/>
          </a:prstGeom>
          <a:noFill/>
          <a:ln w="9525">
            <a:noFill/>
          </a:ln>
        </p:spPr>
        <p:txBody>
          <a:bodyPr/>
          <a:lstStyle/>
          <a:p>
            <a:endParaRPr lang="zh-CN" altLang="en-US" sz="2000"/>
          </a:p>
        </p:txBody>
      </p:sp>
      <p:sp>
        <p:nvSpPr>
          <p:cNvPr id="109576" name="矩形 109575"/>
          <p:cNvSpPr/>
          <p:nvPr/>
        </p:nvSpPr>
        <p:spPr>
          <a:xfrm>
            <a:off x="1524000" y="0"/>
            <a:ext cx="9144000" cy="0"/>
          </a:xfrm>
          <a:prstGeom prst="rect">
            <a:avLst/>
          </a:prstGeom>
          <a:noFill/>
          <a:ln w="9525">
            <a:noFill/>
          </a:ln>
        </p:spPr>
        <p:txBody>
          <a:bodyPr/>
          <a:lstStyle/>
          <a:p>
            <a:endParaRPr lang="zh-CN" altLang="en-US"/>
          </a:p>
        </p:txBody>
      </p:sp>
      <p:sp>
        <p:nvSpPr>
          <p:cNvPr id="109578" name="矩形 109577"/>
          <p:cNvSpPr/>
          <p:nvPr/>
        </p:nvSpPr>
        <p:spPr>
          <a:xfrm>
            <a:off x="1524000" y="0"/>
            <a:ext cx="9144000" cy="0"/>
          </a:xfrm>
          <a:prstGeom prst="rect">
            <a:avLst/>
          </a:prstGeom>
          <a:noFill/>
          <a:ln w="9525">
            <a:noFill/>
          </a:ln>
        </p:spPr>
        <p:txBody>
          <a:bodyPr/>
          <a:lstStyle/>
          <a:p>
            <a:endParaRPr lang="zh-CN" altLang="en-US"/>
          </a:p>
        </p:txBody>
      </p:sp>
      <p:sp>
        <p:nvSpPr>
          <p:cNvPr id="109580" name="矩形 109579"/>
          <p:cNvSpPr/>
          <p:nvPr/>
        </p:nvSpPr>
        <p:spPr>
          <a:xfrm>
            <a:off x="1524000" y="3348038"/>
            <a:ext cx="9144000" cy="0"/>
          </a:xfrm>
          <a:prstGeom prst="rect">
            <a:avLst/>
          </a:prstGeom>
          <a:noFill/>
          <a:ln w="9525">
            <a:noFill/>
          </a:ln>
        </p:spPr>
        <p:txBody>
          <a:bodyPr/>
          <a:lstStyle/>
          <a:p>
            <a:endParaRPr lang="zh-CN" altLang="en-US" sz="2000"/>
          </a:p>
        </p:txBody>
      </p:sp>
      <p:sp>
        <p:nvSpPr>
          <p:cNvPr id="109593" name="矩形 109592"/>
          <p:cNvSpPr/>
          <p:nvPr/>
        </p:nvSpPr>
        <p:spPr>
          <a:xfrm>
            <a:off x="1981200" y="260351"/>
            <a:ext cx="1104790" cy="584775"/>
          </a:xfrm>
          <a:prstGeom prst="rect">
            <a:avLst/>
          </a:prstGeom>
          <a:noFill/>
          <a:ln w="9525">
            <a:noFill/>
          </a:ln>
        </p:spPr>
        <p:txBody>
          <a:bodyPr wrap="none" anchor="t" anchorCtr="0">
            <a:spAutoFit/>
          </a:bodyPr>
          <a:lstStyle/>
          <a:p>
            <a:pPr>
              <a:spcBef>
                <a:spcPct val="20000"/>
              </a:spcBef>
              <a:buClr>
                <a:schemeClr val="hlink"/>
              </a:buClr>
              <a:buSzPct val="70000"/>
              <a:buFont typeface="Wingdings" panose="05000000000000000000" pitchFamily="2" charset="2"/>
            </a:pPr>
            <a:r>
              <a:rPr lang="zh-CN" altLang="en-US" sz="3200" dirty="0">
                <a:effectLst>
                  <a:outerShdw blurRad="38100" dist="38100" dir="2700000">
                    <a:srgbClr val="000000"/>
                  </a:outerShdw>
                </a:effectLst>
                <a:latin typeface="楷体_GB2312" pitchFamily="49" charset="-122"/>
                <a:ea typeface="楷体_GB2312" pitchFamily="49" charset="-122"/>
              </a:rPr>
              <a:t>讨论</a:t>
            </a:r>
            <a:r>
              <a:rPr lang="en-US" altLang="zh-CN" sz="3200" dirty="0">
                <a:effectLst>
                  <a:outerShdw blurRad="38100" dist="38100" dir="2700000">
                    <a:srgbClr val="000000"/>
                  </a:outerShdw>
                </a:effectLst>
                <a:latin typeface="楷体_GB2312" pitchFamily="49" charset="-122"/>
                <a:ea typeface="楷体_GB2312" pitchFamily="49" charset="-122"/>
              </a:rPr>
              <a:t>:</a:t>
            </a:r>
            <a:endParaRPr lang="en-US" altLang="zh-CN" sz="3200" dirty="0">
              <a:effectLst>
                <a:outerShdw blurRad="38100" dist="38100" dir="2700000">
                  <a:srgbClr val="000000"/>
                </a:outerShdw>
              </a:effectLst>
              <a:latin typeface="楷体_GB2312" pitchFamily="49" charset="-122"/>
              <a:ea typeface="楷体_GB2312" pitchFamily="49" charset="-122"/>
            </a:endParaRPr>
          </a:p>
        </p:txBody>
      </p:sp>
      <p:grpSp>
        <p:nvGrpSpPr>
          <p:cNvPr id="109596" name="组合 109595"/>
          <p:cNvGrpSpPr/>
          <p:nvPr/>
        </p:nvGrpSpPr>
        <p:grpSpPr>
          <a:xfrm>
            <a:off x="1905001" y="1887539"/>
            <a:ext cx="7237413" cy="1789113"/>
            <a:chOff x="192" y="1333"/>
            <a:chExt cx="4559" cy="1127"/>
          </a:xfrm>
        </p:grpSpPr>
        <p:sp>
          <p:nvSpPr>
            <p:cNvPr id="109582" name="矩形 109581"/>
            <p:cNvSpPr/>
            <p:nvPr/>
          </p:nvSpPr>
          <p:spPr>
            <a:xfrm>
              <a:off x="288" y="1333"/>
              <a:ext cx="3530" cy="252"/>
            </a:xfrm>
            <a:prstGeom prst="rect">
              <a:avLst/>
            </a:prstGeom>
            <a:noFill/>
            <a:ln w="9525">
              <a:noFill/>
            </a:ln>
          </p:spPr>
          <p:txBody>
            <a:bodyPr wrap="none" anchor="ctr" anchorCtr="0">
              <a:spAutoFit/>
            </a:bodyPr>
            <a:lstStyle/>
            <a:p>
              <a:r>
                <a:rPr lang="zh-CN" altLang="en-US" sz="2000" dirty="0">
                  <a:latin typeface="楷体_GB2312" pitchFamily="49" charset="-122"/>
                  <a:ea typeface="楷体_GB2312" pitchFamily="49" charset="-122"/>
                </a:rPr>
                <a:t>若（</a:t>
              </a:r>
              <a:r>
                <a:rPr lang="en-US" altLang="zh-CN" sz="2000" dirty="0">
                  <a:latin typeface="楷体_GB2312" pitchFamily="49" charset="-122"/>
                  <a:ea typeface="楷体_GB2312" pitchFamily="49" charset="-122"/>
                </a:rPr>
                <a:t>4.0.4</a:t>
              </a:r>
              <a:r>
                <a:rPr lang="zh-CN" altLang="en-US" sz="2000" dirty="0">
                  <a:latin typeface="楷体_GB2312" pitchFamily="49" charset="-122"/>
                  <a:ea typeface="楷体_GB2312" pitchFamily="49" charset="-122"/>
                </a:rPr>
                <a:t>）的系数均为常数，并分别用小写的 </a:t>
              </a:r>
              <a:endParaRPr lang="zh-CN" altLang="en-US" sz="2000" dirty="0">
                <a:latin typeface="楷体_GB2312" pitchFamily="49" charset="-122"/>
                <a:ea typeface="楷体_GB2312" pitchFamily="49" charset="-122"/>
              </a:endParaRPr>
            </a:p>
          </p:txBody>
        </p:sp>
        <mc:AlternateContent xmlns:mc="http://schemas.openxmlformats.org/markup-compatibility/2006">
          <mc:Choice xmlns:a14="http://schemas.microsoft.com/office/drawing/2010/main" Requires="a14">
            <p:sp>
              <p:nvSpPr>
                <p:cNvPr id="109583" name="对象 109582"/>
                <p:cNvSpPr txBox="1"/>
                <p:nvPr/>
              </p:nvSpPr>
              <p:spPr>
                <a:xfrm>
                  <a:off x="192" y="1748"/>
                  <a:ext cx="1162" cy="358"/>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𝑎</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𝑐</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𝑑</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𝑒</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𝑓</m:t>
                        </m:r>
                      </m:oMath>
                    </m:oMathPara>
                  </a14:m>
                  <a:endParaRPr lang="zh-CN" altLang="en-US" sz="2400" dirty="0"/>
                </a:p>
              </p:txBody>
            </p:sp>
          </mc:Choice>
          <mc:Fallback>
            <p:sp>
              <p:nvSpPr>
                <p:cNvPr id="109583" name="对象 109582"/>
                <p:cNvSpPr txBox="1">
                  <a:spLocks noRot="1" noChangeAspect="1" noMove="1" noResize="1" noEditPoints="1" noAdjustHandles="1" noChangeArrowheads="1" noChangeShapeType="1" noTextEdit="1"/>
                </p:cNvSpPr>
                <p:nvPr/>
              </p:nvSpPr>
              <p:spPr>
                <a:xfrm>
                  <a:off x="192" y="1748"/>
                  <a:ext cx="1162" cy="358"/>
                </a:xfrm>
                <a:prstGeom prst="rect">
                  <a:avLst/>
                </a:prstGeom>
                <a:blipFill rotWithShape="1">
                  <a:blip r:embed="rId1"/>
                </a:blipFill>
                <a:ln w="38100">
                  <a:noFill/>
                  <a:miter/>
                </a:ln>
              </p:spPr>
              <p:txBody>
                <a:bodyPr/>
                <a:lstStyle/>
                <a:p>
                  <a:r>
                    <a:rPr lang="zh-CN" altLang="en-US">
                      <a:noFill/>
                    </a:rPr>
                    <a:t> </a:t>
                  </a:r>
                </a:p>
              </p:txBody>
            </p:sp>
          </mc:Fallback>
        </mc:AlternateContent>
        <p:sp>
          <p:nvSpPr>
            <p:cNvPr id="109585" name="矩形 109584"/>
            <p:cNvSpPr/>
            <p:nvPr/>
          </p:nvSpPr>
          <p:spPr>
            <a:xfrm>
              <a:off x="1296" y="1765"/>
              <a:ext cx="487" cy="252"/>
            </a:xfrm>
            <a:prstGeom prst="rect">
              <a:avLst/>
            </a:prstGeom>
            <a:noFill/>
            <a:ln w="9525">
              <a:noFill/>
            </a:ln>
          </p:spPr>
          <p:txBody>
            <a:bodyPr wrap="none" anchor="ctr" anchorCtr="0">
              <a:spAutoFit/>
            </a:bodyPr>
            <a:lstStyle/>
            <a:p>
              <a:r>
                <a:rPr lang="zh-CN" altLang="en-US" sz="2000" dirty="0">
                  <a:latin typeface="楷体_GB2312" pitchFamily="49" charset="-122"/>
                  <a:ea typeface="楷体_GB2312" pitchFamily="49" charset="-122"/>
                </a:rPr>
                <a:t>代表 </a:t>
              </a:r>
              <a:endParaRPr lang="zh-CN" altLang="en-US" sz="2000" dirty="0">
                <a:latin typeface="楷体_GB2312" pitchFamily="49" charset="-122"/>
                <a:ea typeface="楷体_GB2312" pitchFamily="49" charset="-122"/>
              </a:endParaRPr>
            </a:p>
          </p:txBody>
        </p:sp>
        <mc:AlternateContent xmlns:mc="http://schemas.openxmlformats.org/markup-compatibility/2006">
          <mc:Choice xmlns:a14="http://schemas.microsoft.com/office/drawing/2010/main" Requires="a14">
            <p:sp>
              <p:nvSpPr>
                <p:cNvPr id="109586" name="对象 109585"/>
                <p:cNvSpPr txBox="1"/>
                <p:nvPr/>
              </p:nvSpPr>
              <p:spPr>
                <a:xfrm>
                  <a:off x="1824" y="1680"/>
                  <a:ext cx="1655" cy="378"/>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𝐴</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𝐶</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𝐷</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𝐸</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𝐹</m:t>
                            </m:r>
                          </m:e>
                          <m:sub>
                            <m:r>
                              <a:rPr lang="zh-CN" altLang="en-US" sz="2400" i="1">
                                <a:solidFill>
                                  <a:srgbClr val="000000"/>
                                </a:solidFill>
                                <a:latin typeface="Cambria Math" panose="02040503050406030204" pitchFamily="18" charset="0"/>
                              </a:rPr>
                              <m:t>1</m:t>
                            </m:r>
                          </m:sub>
                        </m:sSub>
                      </m:oMath>
                    </m:oMathPara>
                  </a14:m>
                  <a:endParaRPr lang="zh-CN" altLang="en-US" sz="2400" dirty="0"/>
                </a:p>
              </p:txBody>
            </p:sp>
          </mc:Choice>
          <mc:Fallback>
            <p:sp>
              <p:nvSpPr>
                <p:cNvPr id="109586" name="对象 109585"/>
                <p:cNvSpPr txBox="1">
                  <a:spLocks noRot="1" noChangeAspect="1" noMove="1" noResize="1" noEditPoints="1" noAdjustHandles="1" noChangeArrowheads="1" noChangeShapeType="1" noTextEdit="1"/>
                </p:cNvSpPr>
                <p:nvPr/>
              </p:nvSpPr>
              <p:spPr>
                <a:xfrm>
                  <a:off x="1824" y="1680"/>
                  <a:ext cx="1655" cy="378"/>
                </a:xfrm>
                <a:prstGeom prst="rect">
                  <a:avLst/>
                </a:prstGeom>
                <a:blipFill rotWithShape="1">
                  <a:blip r:embed="rId2"/>
                </a:blipFill>
                <a:ln w="38100">
                  <a:noFill/>
                  <a:miter/>
                </a:ln>
              </p:spPr>
              <p:txBody>
                <a:bodyPr/>
                <a:lstStyle/>
                <a:p>
                  <a:r>
                    <a:rPr lang="zh-CN" altLang="en-US">
                      <a:noFill/>
                    </a:rPr>
                    <a:t> </a:t>
                  </a:r>
                </a:p>
              </p:txBody>
            </p:sp>
          </mc:Fallback>
        </mc:AlternateContent>
        <p:sp>
          <p:nvSpPr>
            <p:cNvPr id="109588" name="矩形 109587"/>
            <p:cNvSpPr/>
            <p:nvPr/>
          </p:nvSpPr>
          <p:spPr>
            <a:xfrm>
              <a:off x="3504" y="1765"/>
              <a:ext cx="1247" cy="252"/>
            </a:xfrm>
            <a:prstGeom prst="rect">
              <a:avLst/>
            </a:prstGeom>
            <a:noFill/>
            <a:ln w="9525">
              <a:noFill/>
            </a:ln>
          </p:spPr>
          <p:txBody>
            <a:bodyPr wrap="none" anchor="ctr" anchorCtr="0">
              <a:spAutoFit/>
            </a:bodyPr>
            <a:lstStyle/>
            <a:p>
              <a:r>
                <a:rPr lang="zh-CN" altLang="en-US" sz="2000" dirty="0">
                  <a:latin typeface="Garamond" panose="02020404030301010803" pitchFamily="18" charset="0"/>
                  <a:ea typeface="宋体" panose="02010600030101010101" pitchFamily="2" charset="-122"/>
                </a:rPr>
                <a:t>，</a:t>
              </a:r>
              <a:r>
                <a:rPr lang="zh-CN" altLang="en-US" sz="2000" dirty="0">
                  <a:latin typeface="楷体_GB2312" pitchFamily="49" charset="-122"/>
                  <a:ea typeface="楷体_GB2312" pitchFamily="49" charset="-122"/>
                </a:rPr>
                <a:t>将方程两边同</a:t>
              </a:r>
              <a:endParaRPr lang="zh-CN" altLang="en-US" sz="2000" dirty="0">
                <a:latin typeface="楷体_GB2312" pitchFamily="49" charset="-122"/>
                <a:ea typeface="楷体_GB2312" pitchFamily="49" charset="-122"/>
              </a:endParaRPr>
            </a:p>
          </p:txBody>
        </p:sp>
        <p:sp>
          <p:nvSpPr>
            <p:cNvPr id="109595" name="矩形 109594"/>
            <p:cNvSpPr/>
            <p:nvPr/>
          </p:nvSpPr>
          <p:spPr>
            <a:xfrm>
              <a:off x="192" y="2208"/>
              <a:ext cx="875" cy="252"/>
            </a:xfrm>
            <a:prstGeom prst="rect">
              <a:avLst/>
            </a:prstGeom>
            <a:noFill/>
            <a:ln w="9525">
              <a:noFill/>
            </a:ln>
          </p:spPr>
          <p:txBody>
            <a:bodyPr wrap="none" anchor="t" anchorCtr="0">
              <a:spAutoFit/>
            </a:bodyPr>
            <a:lstStyle/>
            <a:p>
              <a:r>
                <a:rPr lang="zh-CN" altLang="en-US" sz="2000" dirty="0">
                  <a:latin typeface="楷体_GB2312" pitchFamily="49" charset="-122"/>
                  <a:ea typeface="楷体_GB2312" pitchFamily="49" charset="-122"/>
                </a:rPr>
                <a:t>除以</a:t>
              </a:r>
              <a:r>
                <a:rPr lang="en-US" altLang="zh-CN" sz="2000" i="1">
                  <a:latin typeface="楷体_GB2312" pitchFamily="49" charset="-122"/>
                  <a:ea typeface="楷体_GB2312" pitchFamily="49" charset="-122"/>
                </a:rPr>
                <a:t>XY, </a:t>
              </a:r>
              <a:r>
                <a:rPr lang="zh-CN" altLang="en-US" sz="2000" dirty="0">
                  <a:latin typeface="楷体_GB2312" pitchFamily="49" charset="-122"/>
                  <a:ea typeface="楷体_GB2312" pitchFamily="49" charset="-122"/>
                </a:rPr>
                <a:t>则</a:t>
              </a:r>
              <a:endParaRPr lang="zh-CN" altLang="en-US" sz="2000" dirty="0">
                <a:latin typeface="楷体_GB2312" pitchFamily="49" charset="-122"/>
                <a:ea typeface="楷体_GB2312" pitchFamily="49" charset="-122"/>
              </a:endParaRPr>
            </a:p>
          </p:txBody>
        </p:sp>
      </p:grpSp>
      <mc:AlternateContent xmlns:mc="http://schemas.openxmlformats.org/markup-compatibility/2006">
        <mc:Choice xmlns:a14="http://schemas.microsoft.com/office/drawing/2010/main" Requires="a14">
          <p:sp>
            <p:nvSpPr>
              <p:cNvPr id="109597" name="对象 109596"/>
              <p:cNvSpPr txBox="1"/>
              <p:nvPr/>
            </p:nvSpPr>
            <p:spPr>
              <a:xfrm>
                <a:off x="3962400" y="3581400"/>
                <a:ext cx="5543550" cy="1098550"/>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r>
                        <a:rPr lang="zh-CN" altLang="en-US" sz="2000" i="1">
                          <a:solidFill>
                            <a:srgbClr val="000000"/>
                          </a:solidFill>
                          <a:latin typeface="Cambria Math" panose="02040503050406030204" pitchFamily="18" charset="0"/>
                        </a:rPr>
                        <m:t>𝑎</m:t>
                      </m:r>
                      <m:f>
                        <m:fPr>
                          <m:ctrlPr>
                            <a:rPr lang="zh-CN" altLang="en-US" sz="2000" i="1">
                              <a:solidFill>
                                <a:srgbClr val="000000"/>
                              </a:solidFill>
                              <a:latin typeface="Cambria Math" panose="02040503050406030204" pitchFamily="18" charset="0"/>
                            </a:rPr>
                          </m:ctrlPr>
                        </m:fPr>
                        <m:num>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𝑋</m:t>
                              </m:r>
                            </m:e>
                            <m:sup>
                              <m:r>
                                <a:rPr lang="zh-CN" altLang="en-US" sz="2000" i="1">
                                  <a:solidFill>
                                    <a:srgbClr val="000000"/>
                                  </a:solidFill>
                                  <a:latin typeface="Cambria Math" panose="02040503050406030204" pitchFamily="18" charset="0"/>
                                </a:rPr>
                                <m:t>″</m:t>
                              </m:r>
                            </m:sup>
                          </m:sSup>
                        </m:num>
                        <m:den>
                          <m:r>
                            <a:rPr lang="zh-CN" altLang="en-US" sz="2000" i="1">
                              <a:solidFill>
                                <a:srgbClr val="000000"/>
                              </a:solidFill>
                              <a:latin typeface="Cambria Math" panose="02040503050406030204" pitchFamily="18" charset="0"/>
                            </a:rPr>
                            <m:t>𝑋</m:t>
                          </m:r>
                        </m:den>
                      </m:f>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𝑐</m:t>
                      </m:r>
                      <m:f>
                        <m:fPr>
                          <m:ctrlPr>
                            <a:rPr lang="zh-CN" altLang="en-US" sz="2000" i="1">
                              <a:solidFill>
                                <a:srgbClr val="000000"/>
                              </a:solidFill>
                              <a:latin typeface="Cambria Math" panose="02040503050406030204" pitchFamily="18" charset="0"/>
                            </a:rPr>
                          </m:ctrlPr>
                        </m:fPr>
                        <m:num>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𝑌</m:t>
                              </m:r>
                            </m:e>
                            <m:sup>
                              <m:r>
                                <a:rPr lang="zh-CN" altLang="en-US" sz="2000" i="1">
                                  <a:solidFill>
                                    <a:srgbClr val="000000"/>
                                  </a:solidFill>
                                  <a:latin typeface="Cambria Math" panose="02040503050406030204" pitchFamily="18" charset="0"/>
                                </a:rPr>
                                <m:t>″</m:t>
                              </m:r>
                            </m:sup>
                          </m:sSup>
                        </m:num>
                        <m:den>
                          <m:r>
                            <a:rPr lang="zh-CN" altLang="en-US" sz="2000" i="1">
                              <a:solidFill>
                                <a:srgbClr val="000000"/>
                              </a:solidFill>
                              <a:latin typeface="Cambria Math" panose="02040503050406030204" pitchFamily="18" charset="0"/>
                            </a:rPr>
                            <m:t>𝑌</m:t>
                          </m:r>
                        </m:den>
                      </m:f>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𝑑</m:t>
                      </m:r>
                      <m:f>
                        <m:fPr>
                          <m:ctrlPr>
                            <a:rPr lang="zh-CN" altLang="en-US" sz="2000" i="1">
                              <a:solidFill>
                                <a:srgbClr val="000000"/>
                              </a:solidFill>
                              <a:latin typeface="Cambria Math" panose="02040503050406030204" pitchFamily="18" charset="0"/>
                            </a:rPr>
                          </m:ctrlPr>
                        </m:fPr>
                        <m:num>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𝑋</m:t>
                              </m:r>
                            </m:e>
                            <m:sup>
                              <m:r>
                                <a:rPr lang="zh-CN" altLang="en-US" sz="2000" i="1">
                                  <a:solidFill>
                                    <a:srgbClr val="000000"/>
                                  </a:solidFill>
                                  <a:latin typeface="Cambria Math" panose="02040503050406030204" pitchFamily="18" charset="0"/>
                                </a:rPr>
                                <m:t>′</m:t>
                              </m:r>
                            </m:sup>
                          </m:sSup>
                        </m:num>
                        <m:den>
                          <m:r>
                            <a:rPr lang="zh-CN" altLang="en-US" sz="2000" i="1">
                              <a:solidFill>
                                <a:srgbClr val="000000"/>
                              </a:solidFill>
                              <a:latin typeface="Cambria Math" panose="02040503050406030204" pitchFamily="18" charset="0"/>
                            </a:rPr>
                            <m:t>𝑋</m:t>
                          </m:r>
                        </m:den>
                      </m:f>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𝑒</m:t>
                      </m:r>
                      <m:f>
                        <m:fPr>
                          <m:ctrlPr>
                            <a:rPr lang="zh-CN" altLang="en-US" sz="2000" i="1">
                              <a:solidFill>
                                <a:srgbClr val="000000"/>
                              </a:solidFill>
                              <a:latin typeface="Cambria Math" panose="02040503050406030204" pitchFamily="18" charset="0"/>
                            </a:rPr>
                          </m:ctrlPr>
                        </m:fPr>
                        <m:num>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𝑌</m:t>
                              </m:r>
                            </m:e>
                            <m:sup>
                              <m:r>
                                <a:rPr lang="zh-CN" altLang="en-US" sz="2000" i="1">
                                  <a:solidFill>
                                    <a:srgbClr val="000000"/>
                                  </a:solidFill>
                                  <a:latin typeface="Cambria Math" panose="02040503050406030204" pitchFamily="18" charset="0"/>
                                </a:rPr>
                                <m:t>′</m:t>
                              </m:r>
                            </m:sup>
                          </m:sSup>
                        </m:num>
                        <m:den>
                          <m:r>
                            <a:rPr lang="zh-CN" altLang="en-US" sz="2000" i="1">
                              <a:solidFill>
                                <a:srgbClr val="000000"/>
                              </a:solidFill>
                              <a:latin typeface="Cambria Math" panose="02040503050406030204" pitchFamily="18" charset="0"/>
                            </a:rPr>
                            <m:t>𝑌</m:t>
                          </m:r>
                        </m:den>
                      </m:f>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𝑓</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0</m:t>
                      </m:r>
                    </m:oMath>
                  </m:oMathPara>
                </a14:m>
                <a:endParaRPr lang="zh-CN" altLang="en-US" sz="2000" dirty="0"/>
              </a:p>
            </p:txBody>
          </p:sp>
        </mc:Choice>
        <mc:Fallback>
          <p:sp>
            <p:nvSpPr>
              <p:cNvPr id="109597" name="对象 109596"/>
              <p:cNvSpPr txBox="1">
                <a:spLocks noRot="1" noChangeAspect="1" noMove="1" noResize="1" noEditPoints="1" noAdjustHandles="1" noChangeArrowheads="1" noChangeShapeType="1" noTextEdit="1"/>
              </p:cNvSpPr>
              <p:nvPr/>
            </p:nvSpPr>
            <p:spPr>
              <a:xfrm>
                <a:off x="3962400" y="3581400"/>
                <a:ext cx="5543550" cy="1098550"/>
              </a:xfrm>
              <a:prstGeom prst="rect">
                <a:avLst/>
              </a:prstGeom>
              <a:blipFill rotWithShape="1">
                <a:blip r:embed="rId3"/>
                <a:stretch>
                  <a:fillRect/>
                </a:stretch>
              </a:blipFill>
              <a:ln w="38100">
                <a:noFill/>
                <a:miter/>
              </a:ln>
            </p:spPr>
            <p:txBody>
              <a:bodyPr/>
              <a:lstStyle/>
              <a:p>
                <a:r>
                  <a:rPr lang="zh-CN" altLang="en-US">
                    <a:noFill/>
                  </a:rPr>
                  <a:t> </a:t>
                </a:r>
              </a:p>
            </p:txBody>
          </p:sp>
        </mc:Fallback>
      </mc:AlternateContent>
      <p:sp>
        <p:nvSpPr>
          <p:cNvPr id="109598" name="下箭头 109597"/>
          <p:cNvSpPr/>
          <p:nvPr/>
        </p:nvSpPr>
        <p:spPr>
          <a:xfrm>
            <a:off x="5493327" y="4570411"/>
            <a:ext cx="228600" cy="685800"/>
          </a:xfrm>
          <a:prstGeom prst="downArrow">
            <a:avLst>
              <a:gd name="adj1" fmla="val 50000"/>
              <a:gd name="adj2" fmla="val 7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mc:AlternateContent xmlns:mc="http://schemas.openxmlformats.org/markup-compatibility/2006">
        <mc:Choice xmlns:a14="http://schemas.microsoft.com/office/drawing/2010/main" Requires="a14">
          <p:sp>
            <p:nvSpPr>
              <p:cNvPr id="109599" name="对象 109598"/>
              <p:cNvSpPr txBox="1"/>
              <p:nvPr/>
            </p:nvSpPr>
            <p:spPr>
              <a:xfrm>
                <a:off x="3962400" y="5410200"/>
                <a:ext cx="5076825" cy="1150938"/>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𝑎</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𝑋</m:t>
                              </m:r>
                            </m:e>
                            <m:sup>
                              <m:r>
                                <a:rPr lang="zh-CN" altLang="en-US" sz="2000" i="1">
                                  <a:solidFill>
                                    <a:srgbClr val="000000"/>
                                  </a:solidFill>
                                  <a:latin typeface="Cambria Math" panose="02040503050406030204" pitchFamily="18" charset="0"/>
                                </a:rPr>
                                <m:t>″</m:t>
                              </m:r>
                            </m:sup>
                          </m:sSup>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𝑑</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𝑋</m:t>
                              </m:r>
                            </m:e>
                            <m:sup>
                              <m:r>
                                <a:rPr lang="zh-CN" altLang="en-US" sz="2000" i="1">
                                  <a:solidFill>
                                    <a:srgbClr val="000000"/>
                                  </a:solidFill>
                                  <a:latin typeface="Cambria Math" panose="02040503050406030204" pitchFamily="18" charset="0"/>
                                </a:rPr>
                                <m:t>′</m:t>
                              </m:r>
                            </m:sup>
                          </m:sSup>
                        </m:num>
                        <m:den>
                          <m:r>
                            <a:rPr lang="zh-CN" altLang="en-US" sz="2000" i="1">
                              <a:solidFill>
                                <a:srgbClr val="000000"/>
                              </a:solidFill>
                              <a:latin typeface="Cambria Math" panose="02040503050406030204" pitchFamily="18" charset="0"/>
                            </a:rPr>
                            <m:t>𝑋</m:t>
                          </m:r>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𝑐</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𝑌</m:t>
                              </m:r>
                            </m:e>
                            <m:sup>
                              <m:r>
                                <a:rPr lang="zh-CN" altLang="en-US" sz="2000" i="1">
                                  <a:solidFill>
                                    <a:srgbClr val="000000"/>
                                  </a:solidFill>
                                  <a:latin typeface="Cambria Math" panose="02040503050406030204" pitchFamily="18" charset="0"/>
                                </a:rPr>
                                <m:t>″</m:t>
                              </m:r>
                            </m:sup>
                          </m:sSup>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𝑒</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𝑌</m:t>
                              </m:r>
                            </m:e>
                            <m:sup>
                              <m:r>
                                <a:rPr lang="zh-CN" altLang="en-US" sz="2000" i="1">
                                  <a:solidFill>
                                    <a:srgbClr val="000000"/>
                                  </a:solidFill>
                                  <a:latin typeface="Cambria Math" panose="02040503050406030204" pitchFamily="18" charset="0"/>
                                </a:rPr>
                                <m:t>′</m:t>
                              </m:r>
                            </m:sup>
                          </m:sSup>
                        </m:num>
                        <m:den>
                          <m:r>
                            <a:rPr lang="zh-CN" altLang="en-US" sz="2000" i="1">
                              <a:solidFill>
                                <a:srgbClr val="000000"/>
                              </a:solidFill>
                              <a:latin typeface="Cambria Math" panose="02040503050406030204" pitchFamily="18" charset="0"/>
                            </a:rPr>
                            <m:t>𝑌</m:t>
                          </m:r>
                        </m:den>
                      </m:f>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𝑓</m:t>
                      </m:r>
                    </m:oMath>
                  </m:oMathPara>
                </a14:m>
                <a:endParaRPr lang="zh-CN" altLang="en-US" sz="2000" dirty="0"/>
              </a:p>
            </p:txBody>
          </p:sp>
        </mc:Choice>
        <mc:Fallback>
          <p:sp>
            <p:nvSpPr>
              <p:cNvPr id="109599" name="对象 109598"/>
              <p:cNvSpPr txBox="1">
                <a:spLocks noRot="1" noChangeAspect="1" noMove="1" noResize="1" noEditPoints="1" noAdjustHandles="1" noChangeArrowheads="1" noChangeShapeType="1" noTextEdit="1"/>
              </p:cNvSpPr>
              <p:nvPr/>
            </p:nvSpPr>
            <p:spPr>
              <a:xfrm>
                <a:off x="3962400" y="5410200"/>
                <a:ext cx="5076825" cy="1150938"/>
              </a:xfrm>
              <a:prstGeom prst="rect">
                <a:avLst/>
              </a:prstGeom>
              <a:blipFill rotWithShape="1">
                <a:blip r:embed="rId4"/>
                <a:stretch>
                  <a:fillRect b="28"/>
                </a:stretch>
              </a:blipFill>
              <a:ln w="38100">
                <a:noFill/>
                <a:miter/>
              </a:ln>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9593"/>
                                        </p:tgtEl>
                                        <p:attrNameLst>
                                          <p:attrName>style.visibility</p:attrName>
                                        </p:attrNameLst>
                                      </p:cBhvr>
                                      <p:to>
                                        <p:strVal val="visible"/>
                                      </p:to>
                                    </p:set>
                                    <p:animEffect transition="in" filter="box(in)">
                                      <p:cBhvr>
                                        <p:cTn id="7" dur="500"/>
                                        <p:tgtEl>
                                          <p:spTgt spid="10959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9571">
                                            <p:txEl>
                                              <p:pRg st="0" end="0"/>
                                            </p:txEl>
                                          </p:spTgt>
                                        </p:tgtEl>
                                        <p:attrNameLst>
                                          <p:attrName>style.visibility</p:attrName>
                                        </p:attrNameLst>
                                      </p:cBhvr>
                                      <p:to>
                                        <p:strVal val="visible"/>
                                      </p:to>
                                    </p:set>
                                    <p:animEffect transition="in" filter="blinds(horizontal)">
                                      <p:cBhvr>
                                        <p:cTn id="12" dur="500"/>
                                        <p:tgtEl>
                                          <p:spTgt spid="10957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9596"/>
                                        </p:tgtEl>
                                        <p:attrNameLst>
                                          <p:attrName>style.visibility</p:attrName>
                                        </p:attrNameLst>
                                      </p:cBhvr>
                                      <p:to>
                                        <p:strVal val="visible"/>
                                      </p:to>
                                    </p:set>
                                    <p:animEffect transition="in" filter="blinds(horizontal)">
                                      <p:cBhvr>
                                        <p:cTn id="17" dur="500"/>
                                        <p:tgtEl>
                                          <p:spTgt spid="10959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9598"/>
                                        </p:tgtEl>
                                        <p:attrNameLst>
                                          <p:attrName>style.visibility</p:attrName>
                                        </p:attrNameLst>
                                      </p:cBhvr>
                                      <p:to>
                                        <p:strVal val="visible"/>
                                      </p:to>
                                    </p:set>
                                    <p:animEffect transition="in" filter="blinds(horizontal)">
                                      <p:cBhvr>
                                        <p:cTn id="22" dur="500"/>
                                        <p:tgtEl>
                                          <p:spTgt spid="109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build="p"/>
      <p:bldP spid="10959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11617"/>
          <p:cNvSpPr>
            <a:spLocks noGrp="1" noRot="1"/>
          </p:cNvSpPr>
          <p:nvPr>
            <p:ph type="title"/>
          </p:nvPr>
        </p:nvSpPr>
        <p:spPr>
          <a:xfrm>
            <a:off x="1981200" y="1295400"/>
            <a:ext cx="8229600" cy="1143000"/>
          </a:xfrm>
        </p:spPr>
        <p:txBody>
          <a:bodyPr anchor="ctr" anchorCtr="0"/>
          <a:lstStyle/>
          <a:p>
            <a:pPr algn="l"/>
            <a:r>
              <a:rPr lang="zh-CN" altLang="en-US" sz="3200" dirty="0">
                <a:latin typeface="楷体_GB2312" pitchFamily="49" charset="-122"/>
                <a:ea typeface="楷体_GB2312" pitchFamily="49" charset="-122"/>
              </a:rPr>
              <a:t>要等式恒成立，只能它们等于一个既不依赖于</a:t>
            </a:r>
            <a:r>
              <a:rPr lang="en-US" altLang="zh-CN" sz="3200" i="1" dirty="0">
                <a:latin typeface="楷体_GB2312" pitchFamily="49" charset="-122"/>
                <a:ea typeface="楷体_GB2312" pitchFamily="49" charset="-122"/>
              </a:rPr>
              <a:t>x</a:t>
            </a:r>
            <a:r>
              <a:rPr lang="en-US" altLang="zh-CN" sz="3200" dirty="0">
                <a:latin typeface="楷体_GB2312" pitchFamily="49" charset="-122"/>
                <a:ea typeface="楷体_GB2312" pitchFamily="49" charset="-122"/>
              </a:rPr>
              <a:t>,</a:t>
            </a:r>
            <a:r>
              <a:rPr lang="zh-CN" altLang="en-US" sz="3200" dirty="0">
                <a:latin typeface="楷体_GB2312" pitchFamily="49" charset="-122"/>
                <a:ea typeface="楷体_GB2312" pitchFamily="49" charset="-122"/>
              </a:rPr>
              <a:t>也不依赖于</a:t>
            </a:r>
            <a:r>
              <a:rPr lang="en-US" altLang="zh-CN" sz="3200" i="1" dirty="0">
                <a:latin typeface="楷体_GB2312" pitchFamily="49" charset="-122"/>
                <a:ea typeface="楷体_GB2312" pitchFamily="49" charset="-122"/>
              </a:rPr>
              <a:t>y</a:t>
            </a:r>
            <a:r>
              <a:rPr lang="zh-CN" altLang="en-US" sz="3200" dirty="0">
                <a:latin typeface="楷体_GB2312" pitchFamily="49" charset="-122"/>
                <a:ea typeface="楷体_GB2312" pitchFamily="49" charset="-122"/>
              </a:rPr>
              <a:t>的常数，记为   ，从而得到两个</a:t>
            </a:r>
            <a:r>
              <a:rPr lang="zh-CN" altLang="en-US" sz="3200" dirty="0">
                <a:solidFill>
                  <a:srgbClr val="FF0000"/>
                </a:solidFill>
                <a:latin typeface="楷体_GB2312" pitchFamily="49" charset="-122"/>
                <a:ea typeface="楷体_GB2312" pitchFamily="49" charset="-122"/>
              </a:rPr>
              <a:t>常微分方程</a:t>
            </a:r>
            <a:endParaRPr lang="zh-CN" altLang="en-US" sz="3200" dirty="0">
              <a:solidFill>
                <a:srgbClr val="FF0000"/>
              </a:solidFill>
              <a:latin typeface="楷体_GB2312" pitchFamily="49" charset="-122"/>
              <a:ea typeface="楷体_GB2312" pitchFamily="49" charset="-122"/>
            </a:endParaRPr>
          </a:p>
        </p:txBody>
      </p:sp>
      <mc:AlternateContent xmlns:mc="http://schemas.openxmlformats.org/markup-compatibility/2006">
        <mc:Choice xmlns:a14="http://schemas.microsoft.com/office/drawing/2010/main" Requires="a14">
          <p:sp>
            <p:nvSpPr>
              <p:cNvPr id="111620" name="对象 111619"/>
              <p:cNvSpPr txBox="1"/>
              <p:nvPr/>
            </p:nvSpPr>
            <p:spPr>
              <a:xfrm>
                <a:off x="3048000" y="3124200"/>
                <a:ext cx="4897438" cy="1431925"/>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r>
                        <a:rPr lang="zh-CN" altLang="en-US" sz="2800" i="1" smtClean="0">
                          <a:solidFill>
                            <a:schemeClr val="tx1"/>
                          </a:solidFill>
                          <a:latin typeface="Cambria Math" panose="02040503050406030204" pitchFamily="18" charset="0"/>
                        </a:rPr>
                        <m:t>𝑎</m:t>
                      </m:r>
                      <m:sSup>
                        <m:sSupPr>
                          <m:ctrlPr>
                            <a:rPr lang="zh-CN" altLang="en-US" sz="2800" i="1">
                              <a:solidFill>
                                <a:schemeClr val="tx1"/>
                              </a:solidFill>
                              <a:latin typeface="Cambria Math" panose="02040503050406030204" pitchFamily="18" charset="0"/>
                            </a:rPr>
                          </m:ctrlPr>
                        </m:sSupPr>
                        <m:e>
                          <m:r>
                            <a:rPr lang="zh-CN" altLang="en-US" sz="2800" i="1">
                              <a:solidFill>
                                <a:schemeClr val="tx1"/>
                              </a:solidFill>
                              <a:latin typeface="Cambria Math" panose="02040503050406030204" pitchFamily="18" charset="0"/>
                            </a:rPr>
                            <m:t>𝑋</m:t>
                          </m:r>
                        </m:e>
                        <m:sup>
                          <m:r>
                            <a:rPr lang="zh-CN" altLang="en-US" sz="2800" i="1">
                              <a:solidFill>
                                <a:schemeClr val="tx1"/>
                              </a:solidFill>
                              <a:latin typeface="Cambria Math" panose="02040503050406030204" pitchFamily="18" charset="0"/>
                            </a:rPr>
                            <m:t>″</m:t>
                          </m:r>
                        </m:sup>
                      </m:sSup>
                      <m:r>
                        <a:rPr lang="zh-CN" altLang="en-US" sz="2800" i="1">
                          <a:solidFill>
                            <a:schemeClr val="tx1"/>
                          </a:solidFill>
                          <a:latin typeface="Cambria Math" panose="02040503050406030204" pitchFamily="18" charset="0"/>
                        </a:rPr>
                        <m:t>+</m:t>
                      </m:r>
                      <m:r>
                        <a:rPr lang="zh-CN" altLang="en-US" sz="2800" i="1">
                          <a:solidFill>
                            <a:schemeClr val="tx1"/>
                          </a:solidFill>
                          <a:latin typeface="Cambria Math" panose="02040503050406030204" pitchFamily="18" charset="0"/>
                        </a:rPr>
                        <m:t>𝑑</m:t>
                      </m:r>
                      <m:sSup>
                        <m:sSupPr>
                          <m:ctrlPr>
                            <a:rPr lang="zh-CN" altLang="en-US" sz="2800" i="1">
                              <a:solidFill>
                                <a:schemeClr val="tx1"/>
                              </a:solidFill>
                              <a:latin typeface="Cambria Math" panose="02040503050406030204" pitchFamily="18" charset="0"/>
                            </a:rPr>
                          </m:ctrlPr>
                        </m:sSupPr>
                        <m:e>
                          <m:r>
                            <a:rPr lang="zh-CN" altLang="en-US" sz="2800" i="1">
                              <a:solidFill>
                                <a:schemeClr val="tx1"/>
                              </a:solidFill>
                              <a:latin typeface="Cambria Math" panose="02040503050406030204" pitchFamily="18" charset="0"/>
                            </a:rPr>
                            <m:t>𝑋</m:t>
                          </m:r>
                        </m:e>
                        <m:sup>
                          <m:r>
                            <a:rPr lang="zh-CN" altLang="en-US" sz="2800" i="1">
                              <a:solidFill>
                                <a:schemeClr val="tx1"/>
                              </a:solidFill>
                              <a:latin typeface="Cambria Math" panose="02040503050406030204" pitchFamily="18" charset="0"/>
                            </a:rPr>
                            <m:t>′</m:t>
                          </m:r>
                        </m:sup>
                      </m:sSup>
                      <m:r>
                        <a:rPr lang="zh-CN" altLang="en-US" sz="2800" i="1">
                          <a:solidFill>
                            <a:schemeClr val="tx1"/>
                          </a:solidFill>
                          <a:latin typeface="Cambria Math" panose="02040503050406030204" pitchFamily="18" charset="0"/>
                        </a:rPr>
                        <m:t>−</m:t>
                      </m:r>
                      <m:r>
                        <a:rPr lang="zh-CN" altLang="en-US" sz="2800" i="1">
                          <a:solidFill>
                            <a:schemeClr val="tx1"/>
                          </a:solidFill>
                          <a:latin typeface="Cambria Math" panose="02040503050406030204" pitchFamily="18" charset="0"/>
                        </a:rPr>
                        <m:t>𝜆</m:t>
                      </m:r>
                      <m:r>
                        <a:rPr lang="zh-CN" altLang="en-US" sz="2800" i="1">
                          <a:solidFill>
                            <a:schemeClr val="tx1"/>
                          </a:solidFill>
                          <a:latin typeface="Cambria Math" panose="02040503050406030204" pitchFamily="18" charset="0"/>
                        </a:rPr>
                        <m:t>𝑋</m:t>
                      </m:r>
                      <m:r>
                        <a:rPr lang="zh-CN" altLang="en-US" sz="2800" i="1">
                          <a:solidFill>
                            <a:schemeClr val="tx1"/>
                          </a:solidFill>
                          <a:latin typeface="Cambria Math" panose="02040503050406030204" pitchFamily="18" charset="0"/>
                        </a:rPr>
                        <m:t>=</m:t>
                      </m:r>
                      <m:r>
                        <a:rPr lang="zh-CN" altLang="en-US" sz="2800" i="1">
                          <a:solidFill>
                            <a:schemeClr val="tx1"/>
                          </a:solidFill>
                          <a:latin typeface="Cambria Math" panose="02040503050406030204" pitchFamily="18" charset="0"/>
                        </a:rPr>
                        <m:t>0</m:t>
                      </m:r>
                    </m:oMath>
                    <m:oMath xmlns:m="http://schemas.openxmlformats.org/officeDocument/2006/math">
                      <m:r>
                        <a:rPr lang="zh-CN" altLang="en-US" sz="2800" i="1">
                          <a:solidFill>
                            <a:schemeClr val="tx1"/>
                          </a:solidFill>
                          <a:latin typeface="Cambria Math" panose="02040503050406030204" pitchFamily="18" charset="0"/>
                        </a:rPr>
                        <m:t>𝑐</m:t>
                      </m:r>
                      <m:sSup>
                        <m:sSupPr>
                          <m:ctrlPr>
                            <a:rPr lang="zh-CN" altLang="en-US" sz="2800" i="1">
                              <a:solidFill>
                                <a:schemeClr val="tx1"/>
                              </a:solidFill>
                              <a:latin typeface="Cambria Math" panose="02040503050406030204" pitchFamily="18" charset="0"/>
                            </a:rPr>
                          </m:ctrlPr>
                        </m:sSupPr>
                        <m:e>
                          <m:r>
                            <a:rPr lang="zh-CN" altLang="en-US" sz="2800" i="1">
                              <a:solidFill>
                                <a:schemeClr val="tx1"/>
                              </a:solidFill>
                              <a:latin typeface="Cambria Math" panose="02040503050406030204" pitchFamily="18" charset="0"/>
                            </a:rPr>
                            <m:t>𝑌</m:t>
                          </m:r>
                        </m:e>
                        <m:sup>
                          <m:r>
                            <a:rPr lang="zh-CN" altLang="en-US" sz="2800" i="1">
                              <a:solidFill>
                                <a:schemeClr val="tx1"/>
                              </a:solidFill>
                              <a:latin typeface="Cambria Math" panose="02040503050406030204" pitchFamily="18" charset="0"/>
                            </a:rPr>
                            <m:t>″</m:t>
                          </m:r>
                        </m:sup>
                      </m:sSup>
                      <m:r>
                        <a:rPr lang="zh-CN" altLang="en-US" sz="2800" i="1">
                          <a:solidFill>
                            <a:schemeClr val="tx1"/>
                          </a:solidFill>
                          <a:latin typeface="Cambria Math" panose="02040503050406030204" pitchFamily="18" charset="0"/>
                        </a:rPr>
                        <m:t>+</m:t>
                      </m:r>
                      <m:r>
                        <a:rPr lang="zh-CN" altLang="en-US" sz="2800" i="1">
                          <a:solidFill>
                            <a:schemeClr val="tx1"/>
                          </a:solidFill>
                          <a:latin typeface="Cambria Math" panose="02040503050406030204" pitchFamily="18" charset="0"/>
                        </a:rPr>
                        <m:t>𝑒</m:t>
                      </m:r>
                      <m:sSup>
                        <m:sSupPr>
                          <m:ctrlPr>
                            <a:rPr lang="zh-CN" altLang="en-US" sz="2800" i="1">
                              <a:solidFill>
                                <a:schemeClr val="tx1"/>
                              </a:solidFill>
                              <a:latin typeface="Cambria Math" panose="02040503050406030204" pitchFamily="18" charset="0"/>
                            </a:rPr>
                          </m:ctrlPr>
                        </m:sSupPr>
                        <m:e>
                          <m:r>
                            <a:rPr lang="zh-CN" altLang="en-US" sz="2800" i="1">
                              <a:solidFill>
                                <a:schemeClr val="tx1"/>
                              </a:solidFill>
                              <a:latin typeface="Cambria Math" panose="02040503050406030204" pitchFamily="18" charset="0"/>
                            </a:rPr>
                            <m:t>𝑌</m:t>
                          </m:r>
                        </m:e>
                        <m:sup>
                          <m:r>
                            <a:rPr lang="zh-CN" altLang="en-US" sz="2800" i="1">
                              <a:solidFill>
                                <a:schemeClr val="tx1"/>
                              </a:solidFill>
                              <a:latin typeface="Cambria Math" panose="02040503050406030204" pitchFamily="18" charset="0"/>
                            </a:rPr>
                            <m:t>′</m:t>
                          </m:r>
                        </m:sup>
                      </m:sSup>
                      <m:r>
                        <a:rPr lang="zh-CN" altLang="en-US" sz="2800" i="1">
                          <a:solidFill>
                            <a:schemeClr val="tx1"/>
                          </a:solidFill>
                          <a:latin typeface="Cambria Math" panose="02040503050406030204" pitchFamily="18" charset="0"/>
                        </a:rPr>
                        <m:t>+(</m:t>
                      </m:r>
                      <m:r>
                        <a:rPr lang="zh-CN" altLang="en-US" sz="2800" i="1">
                          <a:solidFill>
                            <a:schemeClr val="tx1"/>
                          </a:solidFill>
                          <a:latin typeface="Cambria Math" panose="02040503050406030204" pitchFamily="18" charset="0"/>
                        </a:rPr>
                        <m:t>𝑓</m:t>
                      </m:r>
                      <m:r>
                        <a:rPr lang="zh-CN" altLang="en-US" sz="2800" i="1">
                          <a:solidFill>
                            <a:schemeClr val="tx1"/>
                          </a:solidFill>
                          <a:latin typeface="Cambria Math" panose="02040503050406030204" pitchFamily="18" charset="0"/>
                        </a:rPr>
                        <m:t>+</m:t>
                      </m:r>
                      <m:r>
                        <a:rPr lang="zh-CN" altLang="en-US" sz="2800" i="1">
                          <a:solidFill>
                            <a:schemeClr val="tx1"/>
                          </a:solidFill>
                          <a:latin typeface="Cambria Math" panose="02040503050406030204" pitchFamily="18" charset="0"/>
                        </a:rPr>
                        <m:t>𝜆</m:t>
                      </m:r>
                      <m:r>
                        <a:rPr lang="zh-CN" altLang="en-US" sz="2800" i="1">
                          <a:solidFill>
                            <a:schemeClr val="tx1"/>
                          </a:solidFill>
                          <a:latin typeface="Cambria Math" panose="02040503050406030204" pitchFamily="18" charset="0"/>
                        </a:rPr>
                        <m:t>)</m:t>
                      </m:r>
                      <m:r>
                        <a:rPr lang="zh-CN" altLang="en-US" sz="2800" i="1">
                          <a:solidFill>
                            <a:schemeClr val="tx1"/>
                          </a:solidFill>
                          <a:latin typeface="Cambria Math" panose="02040503050406030204" pitchFamily="18" charset="0"/>
                        </a:rPr>
                        <m:t>𝑌</m:t>
                      </m:r>
                      <m:r>
                        <a:rPr lang="zh-CN" altLang="en-US" sz="2800" i="1">
                          <a:solidFill>
                            <a:schemeClr val="tx1"/>
                          </a:solidFill>
                          <a:latin typeface="Cambria Math" panose="02040503050406030204" pitchFamily="18" charset="0"/>
                        </a:rPr>
                        <m:t>=</m:t>
                      </m:r>
                      <m:r>
                        <a:rPr lang="zh-CN" altLang="en-US" sz="2800" i="1">
                          <a:solidFill>
                            <a:schemeClr val="tx1"/>
                          </a:solidFill>
                          <a:latin typeface="Cambria Math" panose="02040503050406030204" pitchFamily="18" charset="0"/>
                        </a:rPr>
                        <m:t>0</m:t>
                      </m:r>
                    </m:oMath>
                  </m:oMathPara>
                </a14:m>
                <a:endParaRPr lang="zh-CN" altLang="en-US" sz="2800" dirty="0">
                  <a:solidFill>
                    <a:schemeClr val="tx1"/>
                  </a:solidFill>
                </a:endParaRPr>
              </a:p>
            </p:txBody>
          </p:sp>
        </mc:Choice>
        <mc:Fallback>
          <p:sp>
            <p:nvSpPr>
              <p:cNvPr id="111620" name="对象 111619"/>
              <p:cNvSpPr txBox="1">
                <a:spLocks noRot="1" noChangeAspect="1" noMove="1" noResize="1" noEditPoints="1" noAdjustHandles="1" noChangeArrowheads="1" noChangeShapeType="1" noTextEdit="1"/>
              </p:cNvSpPr>
              <p:nvPr/>
            </p:nvSpPr>
            <p:spPr>
              <a:xfrm>
                <a:off x="3048000" y="3124200"/>
                <a:ext cx="4897438" cy="1431925"/>
              </a:xfrm>
              <a:prstGeom prst="rect">
                <a:avLst/>
              </a:prstGeom>
              <a:blipFill rotWithShape="1">
                <a:blip r:embed="rId1"/>
                <a:stretch>
                  <a:fillRect r="6"/>
                </a:stretch>
              </a:blipFill>
              <a:ln w="38100">
                <a:noFill/>
                <a:miter/>
              </a:ln>
            </p:spPr>
            <p:txBody>
              <a:bodyPr/>
              <a:lstStyle/>
              <a:p>
                <a:r>
                  <a:rPr lang="zh-CN" altLang="en-US">
                    <a:noFill/>
                  </a:rPr>
                  <a:t> </a:t>
                </a:r>
              </a:p>
            </p:txBody>
          </p:sp>
        </mc:Fallback>
      </mc:AlternateContent>
      <p:sp>
        <p:nvSpPr>
          <p:cNvPr id="111624" name="矩形 111623"/>
          <p:cNvSpPr/>
          <p:nvPr/>
        </p:nvSpPr>
        <p:spPr>
          <a:xfrm>
            <a:off x="1524000" y="3328988"/>
            <a:ext cx="9144000" cy="0"/>
          </a:xfrm>
          <a:prstGeom prst="rect">
            <a:avLst/>
          </a:prstGeom>
          <a:noFill/>
          <a:ln w="9525">
            <a:noFill/>
          </a:ln>
        </p:spPr>
        <p:txBody>
          <a:bodyPr/>
          <a:lstStyle/>
          <a:p>
            <a:endParaRPr lang="zh-CN" altLang="en-US"/>
          </a:p>
        </p:txBody>
      </p:sp>
      <p:sp>
        <p:nvSpPr>
          <p:cNvPr id="111627" name="矩形 111626"/>
          <p:cNvSpPr/>
          <p:nvPr/>
        </p:nvSpPr>
        <p:spPr>
          <a:xfrm>
            <a:off x="1524000" y="3333750"/>
            <a:ext cx="9144000" cy="0"/>
          </a:xfrm>
          <a:prstGeom prst="rect">
            <a:avLst/>
          </a:prstGeom>
          <a:noFill/>
          <a:ln w="9525">
            <a:noFill/>
          </a:ln>
        </p:spPr>
        <p:txBody>
          <a:bodyPr/>
          <a:lstStyle/>
          <a:p>
            <a:endParaRPr lang="zh-CN" altLang="en-US"/>
          </a:p>
        </p:txBody>
      </p:sp>
      <mc:AlternateContent xmlns:mc="http://schemas.openxmlformats.org/markup-compatibility/2006">
        <mc:Choice xmlns:a14="http://schemas.microsoft.com/office/drawing/2010/main" Requires="a14">
          <p:sp>
            <p:nvSpPr>
              <p:cNvPr id="111631" name="对象 111630"/>
              <p:cNvSpPr txBox="1"/>
              <p:nvPr/>
            </p:nvSpPr>
            <p:spPr>
              <a:xfrm>
                <a:off x="8388928" y="1573214"/>
                <a:ext cx="411163" cy="533400"/>
              </a:xfrm>
              <a:prstGeom prst="rect">
                <a:avLst/>
              </a:prstGeom>
              <a:noFill/>
              <a:ln w="38100">
                <a:noFill/>
                <a:miter/>
              </a:ln>
            </p:spPr>
            <p:txBody>
              <a:bodyPr>
                <a:noAutofit/>
              </a:bodyPr>
              <a:lstStyle/>
              <a:p>
                <a14:m>
                  <m:oMathPara xmlns:m="http://schemas.openxmlformats.org/officeDocument/2006/math">
                    <m:oMathParaPr>
                      <m:jc m:val="left"/>
                    </m:oMathParaPr>
                    <m:oMath xmlns:m="http://schemas.openxmlformats.org/officeDocument/2006/math">
                      <m:r>
                        <a:rPr lang="zh-CN" altLang="en-US" sz="3600" i="1">
                          <a:solidFill>
                            <a:srgbClr val="000000"/>
                          </a:solidFill>
                          <a:latin typeface="Cambria Math" panose="02040503050406030204" pitchFamily="18" charset="0"/>
                        </a:rPr>
                        <m:t>𝜆</m:t>
                      </m:r>
                    </m:oMath>
                  </m:oMathPara>
                </a14:m>
                <a:endParaRPr lang="zh-CN" altLang="en-US" sz="3600" dirty="0"/>
              </a:p>
            </p:txBody>
          </p:sp>
        </mc:Choice>
        <mc:Fallback>
          <p:sp>
            <p:nvSpPr>
              <p:cNvPr id="111631" name="对象 111630"/>
              <p:cNvSpPr txBox="1">
                <a:spLocks noRot="1" noChangeAspect="1" noMove="1" noResize="1" noEditPoints="1" noAdjustHandles="1" noChangeArrowheads="1" noChangeShapeType="1" noTextEdit="1"/>
              </p:cNvSpPr>
              <p:nvPr/>
            </p:nvSpPr>
            <p:spPr>
              <a:xfrm>
                <a:off x="8388928" y="1573214"/>
                <a:ext cx="411163" cy="533400"/>
              </a:xfrm>
              <a:prstGeom prst="rect">
                <a:avLst/>
              </a:prstGeom>
              <a:blipFill rotWithShape="1">
                <a:blip r:embed="rId2"/>
                <a:stretch>
                  <a:fillRect l="-141" t="-60" r="63" b="-11369"/>
                </a:stretch>
              </a:blipFill>
              <a:ln w="38100">
                <a:noFill/>
                <a:miter/>
              </a:ln>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矩形 203777"/>
          <p:cNvSpPr/>
          <p:nvPr/>
        </p:nvSpPr>
        <p:spPr>
          <a:xfrm>
            <a:off x="2286000" y="1066800"/>
            <a:ext cx="4114800" cy="647700"/>
          </a:xfrm>
          <a:prstGeom prst="rect">
            <a:avLst/>
          </a:prstGeom>
          <a:noFill/>
          <a:ln w="9525">
            <a:noFill/>
          </a:ln>
        </p:spPr>
        <p:txBody>
          <a:bodyPr/>
          <a:lstStyle/>
          <a:p>
            <a:pPr marL="342900" indent="-342900">
              <a:spcBef>
                <a:spcPct val="20000"/>
              </a:spcBef>
              <a:buClr>
                <a:schemeClr val="hlink"/>
              </a:buClr>
              <a:buSzPct val="70000"/>
              <a:buFont typeface="Wingdings" panose="05000000000000000000" pitchFamily="2" charset="2"/>
            </a:pPr>
            <a:r>
              <a:rPr lang="en-US" altLang="zh-CN" sz="3200">
                <a:effectLst>
                  <a:outerShdw blurRad="38100" dist="38100" dir="2700000">
                    <a:srgbClr val="000000"/>
                  </a:outerShdw>
                </a:effectLst>
                <a:latin typeface="楷体_GB2312" pitchFamily="49" charset="-122"/>
                <a:ea typeface="楷体_GB2312" pitchFamily="49" charset="-122"/>
              </a:rPr>
              <a:t>2. </a:t>
            </a:r>
            <a:r>
              <a:rPr lang="zh-CN" altLang="en-US" sz="3200" dirty="0">
                <a:effectLst>
                  <a:outerShdw blurRad="38100" dist="38100" dir="2700000">
                    <a:srgbClr val="000000"/>
                  </a:outerShdw>
                </a:effectLst>
                <a:latin typeface="楷体_GB2312" pitchFamily="49" charset="-122"/>
                <a:ea typeface="楷体_GB2312" pitchFamily="49" charset="-122"/>
              </a:rPr>
              <a:t>变系数偏微分方程</a:t>
            </a:r>
            <a:endParaRPr lang="zh-CN" altLang="en-US" sz="3200" dirty="0">
              <a:effectLst>
                <a:outerShdw blurRad="38100" dist="38100" dir="2700000">
                  <a:srgbClr val="000000"/>
                </a:outerShdw>
              </a:effectLst>
              <a:latin typeface="楷体_GB2312" pitchFamily="49" charset="-122"/>
              <a:ea typeface="楷体_GB2312" pitchFamily="49" charset="-122"/>
            </a:endParaRPr>
          </a:p>
        </p:txBody>
      </p:sp>
      <p:grpSp>
        <p:nvGrpSpPr>
          <p:cNvPr id="203786" name="组合 203785"/>
          <p:cNvGrpSpPr/>
          <p:nvPr/>
        </p:nvGrpSpPr>
        <p:grpSpPr>
          <a:xfrm>
            <a:off x="1752600" y="2557464"/>
            <a:ext cx="7993063" cy="2322513"/>
            <a:chOff x="144" y="1611"/>
            <a:chExt cx="5035" cy="1463"/>
          </a:xfrm>
        </p:grpSpPr>
        <p:sp>
          <p:nvSpPr>
            <p:cNvPr id="203779" name="矩形 203778"/>
            <p:cNvSpPr/>
            <p:nvPr/>
          </p:nvSpPr>
          <p:spPr>
            <a:xfrm>
              <a:off x="432" y="1650"/>
              <a:ext cx="1183" cy="291"/>
            </a:xfrm>
            <a:prstGeom prst="rect">
              <a:avLst/>
            </a:prstGeom>
            <a:noFill/>
            <a:ln w="9525">
              <a:noFill/>
            </a:ln>
          </p:spPr>
          <p:txBody>
            <a:bodyPr wrap="none" anchor="ctr" anchorCtr="0">
              <a:spAutoFit/>
            </a:bodyPr>
            <a:lstStyle/>
            <a:p>
              <a:r>
                <a:rPr lang="zh-CN" altLang="en-US" dirty="0">
                  <a:latin typeface="Garamond" panose="02020404030301010803" pitchFamily="18" charset="0"/>
                  <a:ea typeface="楷体_GB2312" pitchFamily="49" charset="-122"/>
                </a:rPr>
                <a:t>对于变系数函数</a:t>
              </a:r>
              <a:r>
                <a:rPr lang="zh-CN" altLang="en-US" sz="2400" dirty="0">
                  <a:latin typeface="Garamond" panose="02020404030301010803" pitchFamily="18" charset="0"/>
                  <a:ea typeface="宋体" panose="02010600030101010101" pitchFamily="2" charset="-122"/>
                </a:rPr>
                <a:t> </a:t>
              </a:r>
              <a:endParaRPr lang="zh-CN" altLang="en-US" sz="2400" dirty="0">
                <a:latin typeface="Garamond" panose="02020404030301010803" pitchFamily="18"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203780" name="对象 203779"/>
                <p:cNvSpPr txBox="1"/>
                <p:nvPr/>
              </p:nvSpPr>
              <p:spPr>
                <a:xfrm>
                  <a:off x="1615" y="1611"/>
                  <a:ext cx="3564" cy="442"/>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𝐴</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𝑥</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𝑦</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𝑥</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𝑦</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𝐷</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𝑥</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𝑦</m:t>
                        </m:r>
                        <m:r>
                          <a:rPr lang="zh-CN" altLang="en-US" sz="2800" i="1">
                            <a:solidFill>
                              <a:srgbClr val="000000"/>
                            </a:solidFill>
                            <a:latin typeface="Cambria Math" panose="02040503050406030204" pitchFamily="18" charset="0"/>
                          </a:rPr>
                          <m:t>),⋯</m:t>
                        </m:r>
                      </m:oMath>
                    </m:oMathPara>
                  </a14:m>
                  <a:endParaRPr lang="zh-CN" altLang="en-US" sz="2800" dirty="0"/>
                </a:p>
              </p:txBody>
            </p:sp>
          </mc:Choice>
          <mc:Fallback>
            <p:sp>
              <p:nvSpPr>
                <p:cNvPr id="203780" name="对象 203779"/>
                <p:cNvSpPr txBox="1">
                  <a:spLocks noRot="1" noChangeAspect="1" noMove="1" noResize="1" noEditPoints="1" noAdjustHandles="1" noChangeArrowheads="1" noChangeShapeType="1" noTextEdit="1"/>
                </p:cNvSpPr>
                <p:nvPr/>
              </p:nvSpPr>
              <p:spPr>
                <a:xfrm>
                  <a:off x="1615" y="1611"/>
                  <a:ext cx="3564" cy="442"/>
                </a:xfrm>
                <a:prstGeom prst="rect">
                  <a:avLst/>
                </a:prstGeom>
                <a:blipFill rotWithShape="1">
                  <a:blip r:embed="rId1"/>
                </a:blipFill>
                <a:ln w="38100">
                  <a:noFill/>
                  <a:miter/>
                </a:ln>
              </p:spPr>
              <p:txBody>
                <a:bodyPr/>
                <a:lstStyle/>
                <a:p>
                  <a:r>
                    <a:rPr lang="zh-CN" altLang="en-US">
                      <a:noFill/>
                    </a:rPr>
                    <a:t> </a:t>
                  </a:r>
                </a:p>
              </p:txBody>
            </p:sp>
          </mc:Fallback>
        </mc:AlternateContent>
        <p:sp>
          <p:nvSpPr>
            <p:cNvPr id="203781" name="矩形 203780"/>
            <p:cNvSpPr/>
            <p:nvPr/>
          </p:nvSpPr>
          <p:spPr>
            <a:xfrm>
              <a:off x="144" y="2178"/>
              <a:ext cx="1619" cy="291"/>
            </a:xfrm>
            <a:prstGeom prst="rect">
              <a:avLst/>
            </a:prstGeom>
            <a:noFill/>
            <a:ln w="9525">
              <a:noFill/>
            </a:ln>
          </p:spPr>
          <p:txBody>
            <a:bodyPr wrap="none" anchor="ctr" anchorCtr="0">
              <a:spAutoFit/>
            </a:bodyPr>
            <a:lstStyle/>
            <a:p>
              <a:r>
                <a:rPr lang="zh-CN" altLang="en-US" dirty="0">
                  <a:latin typeface="Garamond" panose="02020404030301010803" pitchFamily="18" charset="0"/>
                  <a:ea typeface="楷体_GB2312" pitchFamily="49" charset="-122"/>
                </a:rPr>
                <a:t>，假设存在某一个函数</a:t>
              </a:r>
              <a:r>
                <a:rPr lang="zh-CN" altLang="en-US" sz="2400" dirty="0">
                  <a:latin typeface="Garamond" panose="02020404030301010803" pitchFamily="18" charset="0"/>
                  <a:ea typeface="宋体" panose="02010600030101010101" pitchFamily="2" charset="-122"/>
                </a:rPr>
                <a:t> </a:t>
              </a:r>
              <a:endParaRPr lang="zh-CN" altLang="en-US" sz="2400" dirty="0">
                <a:latin typeface="Garamond" panose="02020404030301010803" pitchFamily="18"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203782" name="对象 203781"/>
                <p:cNvSpPr txBox="1"/>
                <p:nvPr/>
              </p:nvSpPr>
              <p:spPr>
                <a:xfrm>
                  <a:off x="1916" y="2193"/>
                  <a:ext cx="1460" cy="361"/>
                </a:xfrm>
                <a:prstGeom prst="rect">
                  <a:avLst/>
                </a:prstGeom>
                <a:noFill/>
                <a:ln w="38100">
                  <a:noFill/>
                  <a:miter/>
                </a:ln>
              </p:spPr>
              <p:txBody>
                <a:bodyPr>
                  <a:noAutofit/>
                </a:bodyPr>
                <a:lstStyle/>
                <a:p>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𝑃</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𝑥</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𝑦</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0</m:t>
                        </m:r>
                      </m:oMath>
                    </m:oMathPara>
                  </a14:m>
                  <a:endParaRPr lang="zh-CN" altLang="en-US" sz="2800"/>
                </a:p>
              </p:txBody>
            </p:sp>
          </mc:Choice>
          <mc:Fallback>
            <p:sp>
              <p:nvSpPr>
                <p:cNvPr id="203782" name="对象 203781"/>
                <p:cNvSpPr txBox="1">
                  <a:spLocks noRot="1" noChangeAspect="1" noMove="1" noResize="1" noEditPoints="1" noAdjustHandles="1" noChangeArrowheads="1" noChangeShapeType="1" noTextEdit="1"/>
                </p:cNvSpPr>
                <p:nvPr/>
              </p:nvSpPr>
              <p:spPr>
                <a:xfrm>
                  <a:off x="1916" y="2193"/>
                  <a:ext cx="1460" cy="361"/>
                </a:xfrm>
                <a:prstGeom prst="rect">
                  <a:avLst/>
                </a:prstGeom>
                <a:blipFill rotWithShape="1">
                  <a:blip r:embed="rId2"/>
                </a:blipFill>
                <a:ln w="38100">
                  <a:noFill/>
                  <a:miter/>
                </a:ln>
              </p:spPr>
              <p:txBody>
                <a:bodyPr/>
                <a:lstStyle/>
                <a:p>
                  <a:r>
                    <a:rPr lang="zh-CN" altLang="en-US">
                      <a:noFill/>
                    </a:rPr>
                    <a:t> </a:t>
                  </a:r>
                </a:p>
              </p:txBody>
            </p:sp>
          </mc:Fallback>
        </mc:AlternateContent>
        <p:sp>
          <p:nvSpPr>
            <p:cNvPr id="203783" name="矩形 203782"/>
            <p:cNvSpPr/>
            <p:nvPr/>
          </p:nvSpPr>
          <p:spPr>
            <a:xfrm>
              <a:off x="3376" y="2167"/>
              <a:ext cx="1183" cy="291"/>
            </a:xfrm>
            <a:prstGeom prst="rect">
              <a:avLst/>
            </a:prstGeom>
            <a:noFill/>
            <a:ln w="9525">
              <a:noFill/>
            </a:ln>
          </p:spPr>
          <p:txBody>
            <a:bodyPr wrap="none" anchor="ctr" anchorCtr="0">
              <a:spAutoFit/>
            </a:bodyPr>
            <a:lstStyle/>
            <a:p>
              <a:r>
                <a:rPr lang="zh-CN" altLang="en-US" sz="2400" dirty="0">
                  <a:latin typeface="Times New Roman" panose="02020603050405020304" pitchFamily="18" charset="0"/>
                  <a:ea typeface="楷体_GB2312" pitchFamily="49" charset="-122"/>
                </a:rPr>
                <a:t>，</a:t>
              </a:r>
              <a:r>
                <a:rPr lang="zh-CN" altLang="en-US" dirty="0">
                  <a:latin typeface="Times New Roman" panose="02020603050405020304" pitchFamily="18" charset="0"/>
                  <a:ea typeface="楷体_GB2312" pitchFamily="49" charset="-122"/>
                </a:rPr>
                <a:t>使得方程除以</a:t>
              </a:r>
              <a:endParaRPr lang="zh-CN" altLang="en-US" dirty="0">
                <a:latin typeface="Arial" panose="020B0604020202020204" pitchFamily="34" charset="0"/>
                <a:ea typeface="楷体_GB2312" pitchFamily="49" charset="-122"/>
              </a:endParaRPr>
            </a:p>
          </p:txBody>
        </p:sp>
        <mc:AlternateContent xmlns:mc="http://schemas.openxmlformats.org/markup-compatibility/2006">
          <mc:Choice xmlns:a14="http://schemas.microsoft.com/office/drawing/2010/main" Requires="a14">
            <p:sp>
              <p:nvSpPr>
                <p:cNvPr id="203784" name="对象 203783"/>
                <p:cNvSpPr txBox="1"/>
                <p:nvPr/>
              </p:nvSpPr>
              <p:spPr>
                <a:xfrm>
                  <a:off x="240" y="2736"/>
                  <a:ext cx="726" cy="338"/>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𝑃</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oMath>
                    </m:oMathPara>
                  </a14:m>
                  <a:endParaRPr lang="zh-CN" altLang="en-US" sz="2400" dirty="0"/>
                </a:p>
              </p:txBody>
            </p:sp>
          </mc:Choice>
          <mc:Fallback>
            <p:sp>
              <p:nvSpPr>
                <p:cNvPr id="203784" name="对象 203783"/>
                <p:cNvSpPr txBox="1">
                  <a:spLocks noRot="1" noChangeAspect="1" noMove="1" noResize="1" noEditPoints="1" noAdjustHandles="1" noChangeArrowheads="1" noChangeShapeType="1" noTextEdit="1"/>
                </p:cNvSpPr>
                <p:nvPr/>
              </p:nvSpPr>
              <p:spPr>
                <a:xfrm>
                  <a:off x="240" y="2736"/>
                  <a:ext cx="726" cy="338"/>
                </a:xfrm>
                <a:prstGeom prst="rect">
                  <a:avLst/>
                </a:prstGeom>
                <a:blipFill rotWithShape="1">
                  <a:blip r:embed="rId3"/>
                </a:blipFill>
                <a:ln w="38100">
                  <a:noFill/>
                  <a:miter/>
                </a:ln>
              </p:spPr>
              <p:txBody>
                <a:bodyPr/>
                <a:lstStyle/>
                <a:p>
                  <a:r>
                    <a:rPr lang="zh-CN" altLang="en-US">
                      <a:noFill/>
                    </a:rPr>
                    <a:t> </a:t>
                  </a:r>
                </a:p>
              </p:txBody>
            </p:sp>
          </mc:Fallback>
        </mc:AlternateContent>
        <p:sp>
          <p:nvSpPr>
            <p:cNvPr id="203785" name="矩形 203784"/>
            <p:cNvSpPr/>
            <p:nvPr/>
          </p:nvSpPr>
          <p:spPr>
            <a:xfrm>
              <a:off x="1056" y="2783"/>
              <a:ext cx="1425" cy="233"/>
            </a:xfrm>
            <a:prstGeom prst="rect">
              <a:avLst/>
            </a:prstGeom>
            <a:noFill/>
            <a:ln w="9525">
              <a:noFill/>
            </a:ln>
          </p:spPr>
          <p:txBody>
            <a:bodyPr wrap="none" anchor="ctr" anchorCtr="0">
              <a:spAutoFit/>
            </a:bodyPr>
            <a:lstStyle/>
            <a:p>
              <a:r>
                <a:rPr lang="zh-CN" altLang="en-US" dirty="0">
                  <a:latin typeface="Times New Roman" panose="02020603050405020304" pitchFamily="18" charset="0"/>
                  <a:ea typeface="楷体_GB2312" pitchFamily="49" charset="-122"/>
                </a:rPr>
                <a:t>后变为可分离的形式</a:t>
              </a:r>
              <a:endParaRPr lang="zh-CN" altLang="en-US" dirty="0">
                <a:latin typeface="Arial" panose="020B0604020202020204" pitchFamily="34" charset="0"/>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3778"/>
                                        </p:tgtEl>
                                        <p:attrNameLst>
                                          <p:attrName>style.visibility</p:attrName>
                                        </p:attrNameLst>
                                      </p:cBhvr>
                                      <p:to>
                                        <p:strVal val="visible"/>
                                      </p:to>
                                    </p:set>
                                    <p:animEffect transition="in" filter="dissolve">
                                      <p:cBhvr>
                                        <p:cTn id="7" dur="500"/>
                                        <p:tgtEl>
                                          <p:spTgt spid="20377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03786"/>
                                        </p:tgtEl>
                                        <p:attrNameLst>
                                          <p:attrName>style.visibility</p:attrName>
                                        </p:attrNameLst>
                                      </p:cBhvr>
                                      <p:to>
                                        <p:strVal val="visible"/>
                                      </p:to>
                                    </p:set>
                                    <p:animEffect transition="in" filter="dissolve">
                                      <p:cBhvr>
                                        <p:cTn id="12" dur="500"/>
                                        <p:tgtEl>
                                          <p:spTgt spid="203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文本占位符 112642"/>
          <p:cNvSpPr>
            <a:spLocks noGrp="1"/>
          </p:cNvSpPr>
          <p:nvPr>
            <p:ph type="body" idx="1"/>
          </p:nvPr>
        </p:nvSpPr>
        <p:spPr>
          <a:xfrm>
            <a:off x="2133600" y="3505200"/>
            <a:ext cx="8153400" cy="649288"/>
          </a:xfrm>
        </p:spPr>
        <p:txBody>
          <a:bodyPr/>
          <a:lstStyle/>
          <a:p>
            <a:pPr>
              <a:lnSpc>
                <a:spcPct val="90000"/>
              </a:lnSpc>
              <a:buNone/>
            </a:pPr>
            <a:r>
              <a:rPr lang="zh-CN" altLang="en-US" sz="2800" b="1" dirty="0">
                <a:ea typeface="楷体_GB2312" pitchFamily="49" charset="-122"/>
              </a:rPr>
              <a:t>上式要恒成立，只有它们均等于同一个常数，记为</a:t>
            </a:r>
            <a:r>
              <a:rPr lang="zh-CN" altLang="en-US" sz="2800" b="1" dirty="0"/>
              <a:t> </a:t>
            </a:r>
            <a:endParaRPr lang="zh-CN" altLang="en-US" sz="2800" b="1" dirty="0"/>
          </a:p>
        </p:txBody>
      </p:sp>
      <p:sp>
        <p:nvSpPr>
          <p:cNvPr id="112645" name="矩形 112644"/>
          <p:cNvSpPr/>
          <p:nvPr/>
        </p:nvSpPr>
        <p:spPr>
          <a:xfrm>
            <a:off x="1524000" y="3328988"/>
            <a:ext cx="9144000" cy="0"/>
          </a:xfrm>
          <a:prstGeom prst="rect">
            <a:avLst/>
          </a:prstGeom>
          <a:noFill/>
          <a:ln w="9525">
            <a:noFill/>
          </a:ln>
        </p:spPr>
        <p:txBody>
          <a:bodyPr/>
          <a:lstStyle/>
          <a:p>
            <a:endParaRPr lang="zh-CN" altLang="en-US"/>
          </a:p>
        </p:txBody>
      </p:sp>
      <mc:AlternateContent xmlns:mc="http://schemas.openxmlformats.org/markup-compatibility/2006">
        <mc:Choice xmlns:a14="http://schemas.microsoft.com/office/drawing/2010/main" Requires="a14">
          <p:sp>
            <p:nvSpPr>
              <p:cNvPr id="112644" name="对象 112643"/>
              <p:cNvSpPr txBox="1"/>
              <p:nvPr/>
            </p:nvSpPr>
            <p:spPr>
              <a:xfrm>
                <a:off x="1432213" y="648859"/>
                <a:ext cx="10344150" cy="604838"/>
              </a:xfrm>
              <a:prstGeom prst="rect">
                <a:avLst/>
              </a:prstGeom>
              <a:noFill/>
              <a:ln w="38100">
                <a:noFill/>
                <a:miter/>
              </a:ln>
            </p:spPr>
            <p:txBody>
              <a:bodyPr>
                <a:noAutofit/>
              </a:bodyPr>
              <a:lstStyle/>
              <a:p>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𝑎</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𝑋</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𝑌</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𝑏</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𝑋</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𝑌</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𝑎</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𝑋</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𝑌</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𝑏</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𝑋</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𝑌</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𝑎</m:t>
                          </m:r>
                        </m:e>
                        <m:sub>
                          <m:r>
                            <a:rPr lang="zh-CN" altLang="en-US" sz="2400" i="1">
                              <a:solidFill>
                                <a:srgbClr val="000000"/>
                              </a:solidFill>
                              <a:latin typeface="Cambria Math" panose="02040503050406030204" pitchFamily="18" charset="0"/>
                            </a:rPr>
                            <m:t>3</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𝑏</m:t>
                          </m:r>
                        </m:e>
                        <m:sub>
                          <m:r>
                            <a:rPr lang="zh-CN" altLang="en-US" sz="2400" i="1">
                              <a:solidFill>
                                <a:srgbClr val="000000"/>
                              </a:solidFill>
                              <a:latin typeface="Cambria Math" panose="02040503050406030204" pitchFamily="18" charset="0"/>
                            </a:rPr>
                            <m:t>3</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𝑋𝑌</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0</m:t>
                      </m:r>
                    </m:oMath>
                  </m:oMathPara>
                </a14:m>
                <a:endParaRPr lang="zh-CN" altLang="en-US" sz="2400" dirty="0"/>
              </a:p>
            </p:txBody>
          </p:sp>
        </mc:Choice>
        <mc:Fallback>
          <p:sp>
            <p:nvSpPr>
              <p:cNvPr id="112644" name="对象 112643"/>
              <p:cNvSpPr txBox="1">
                <a:spLocks noRot="1" noChangeAspect="1" noMove="1" noResize="1" noEditPoints="1" noAdjustHandles="1" noChangeArrowheads="1" noChangeShapeType="1" noTextEdit="1"/>
              </p:cNvSpPr>
              <p:nvPr/>
            </p:nvSpPr>
            <p:spPr>
              <a:xfrm>
                <a:off x="1432213" y="648859"/>
                <a:ext cx="10344150" cy="604838"/>
              </a:xfrm>
              <a:prstGeom prst="rect">
                <a:avLst/>
              </a:prstGeom>
              <a:blipFill rotWithShape="1">
                <a:blip r:embed="rId1"/>
                <a:stretch>
                  <a:fillRect l="-3" t="-87" r="3" b="34"/>
                </a:stretch>
              </a:blipFill>
              <a:ln w="38100">
                <a:noFill/>
                <a:miter/>
              </a:ln>
            </p:spPr>
            <p:txBody>
              <a:bodyPr/>
              <a:lstStyle/>
              <a:p>
                <a:r>
                  <a:rPr lang="zh-CN" altLang="en-US">
                    <a:noFill/>
                  </a:rPr>
                  <a:t> </a:t>
                </a:r>
              </a:p>
            </p:txBody>
          </p:sp>
        </mc:Fallback>
      </mc:AlternateContent>
      <p:sp>
        <p:nvSpPr>
          <p:cNvPr id="112647" name="矩形 112646"/>
          <p:cNvSpPr/>
          <p:nvPr/>
        </p:nvSpPr>
        <p:spPr>
          <a:xfrm>
            <a:off x="1524000" y="3243263"/>
            <a:ext cx="9144000" cy="0"/>
          </a:xfrm>
          <a:prstGeom prst="rect">
            <a:avLst/>
          </a:prstGeom>
          <a:noFill/>
          <a:ln w="9525">
            <a:noFill/>
          </a:ln>
        </p:spPr>
        <p:txBody>
          <a:bodyPr/>
          <a:lstStyle/>
          <a:p>
            <a:endParaRPr lang="zh-CN" altLang="en-US"/>
          </a:p>
        </p:txBody>
      </p:sp>
      <mc:AlternateContent xmlns:mc="http://schemas.openxmlformats.org/markup-compatibility/2006">
        <mc:Choice xmlns:a14="http://schemas.microsoft.com/office/drawing/2010/main" Requires="a14">
          <p:sp>
            <p:nvSpPr>
              <p:cNvPr id="112646" name="对象 112645"/>
              <p:cNvSpPr txBox="1"/>
              <p:nvPr/>
            </p:nvSpPr>
            <p:spPr>
              <a:xfrm>
                <a:off x="1794162" y="2249059"/>
                <a:ext cx="7774869" cy="1073150"/>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𝑎</m:t>
                          </m:r>
                        </m:e>
                        <m:sub>
                          <m:r>
                            <a:rPr lang="zh-CN" altLang="en-US" sz="2400" i="1">
                              <a:solidFill>
                                <a:srgbClr val="000000"/>
                              </a:solidFill>
                              <a:latin typeface="Cambria Math" panose="02040503050406030204" pitchFamily="18" charset="0"/>
                            </a:rPr>
                            <m:t>1</m:t>
                          </m:r>
                        </m:sub>
                      </m:sSub>
                      <m:f>
                        <m:fPr>
                          <m:ctrlPr>
                            <a:rPr lang="zh-CN" altLang="en-US" sz="2400" i="1">
                              <a:solidFill>
                                <a:srgbClr val="000000"/>
                              </a:solidFill>
                              <a:latin typeface="Cambria Math" panose="02040503050406030204" pitchFamily="18" charset="0"/>
                            </a:rPr>
                          </m:ctrlPr>
                        </m:fPr>
                        <m:num>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𝑋</m:t>
                              </m:r>
                            </m:e>
                            <m:sup>
                              <m:r>
                                <a:rPr lang="zh-CN" altLang="en-US" sz="2400" i="1">
                                  <a:solidFill>
                                    <a:srgbClr val="000000"/>
                                  </a:solidFill>
                                  <a:latin typeface="Cambria Math" panose="02040503050406030204" pitchFamily="18" charset="0"/>
                                </a:rPr>
                                <m:t>″</m:t>
                              </m:r>
                            </m:sup>
                          </m:sSup>
                        </m:num>
                        <m:den>
                          <m:r>
                            <a:rPr lang="zh-CN" altLang="en-US" sz="2400" i="1">
                              <a:solidFill>
                                <a:srgbClr val="000000"/>
                              </a:solidFill>
                              <a:latin typeface="Cambria Math" panose="02040503050406030204" pitchFamily="18" charset="0"/>
                            </a:rPr>
                            <m:t>𝑋</m:t>
                          </m:r>
                        </m:den>
                      </m:f>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𝑎</m:t>
                          </m:r>
                        </m:e>
                        <m:sub>
                          <m:r>
                            <a:rPr lang="zh-CN" altLang="en-US" sz="2400" i="1">
                              <a:solidFill>
                                <a:srgbClr val="000000"/>
                              </a:solidFill>
                              <a:latin typeface="Cambria Math" panose="02040503050406030204" pitchFamily="18" charset="0"/>
                            </a:rPr>
                            <m:t>2</m:t>
                          </m:r>
                        </m:sub>
                      </m:sSub>
                      <m:f>
                        <m:fPr>
                          <m:ctrlPr>
                            <a:rPr lang="zh-CN" altLang="en-US" sz="2400" i="1">
                              <a:solidFill>
                                <a:srgbClr val="000000"/>
                              </a:solidFill>
                              <a:latin typeface="Cambria Math" panose="02040503050406030204" pitchFamily="18" charset="0"/>
                            </a:rPr>
                          </m:ctrlPr>
                        </m:fPr>
                        <m:num>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𝑋</m:t>
                              </m:r>
                            </m:e>
                            <m:sup>
                              <m:r>
                                <a:rPr lang="zh-CN" altLang="en-US" sz="2400" i="1">
                                  <a:solidFill>
                                    <a:srgbClr val="000000"/>
                                  </a:solidFill>
                                  <a:latin typeface="Cambria Math" panose="02040503050406030204" pitchFamily="18" charset="0"/>
                                </a:rPr>
                                <m:t>′</m:t>
                              </m:r>
                            </m:sup>
                          </m:sSup>
                        </m:num>
                        <m:den>
                          <m:r>
                            <a:rPr lang="zh-CN" altLang="en-US" sz="2400" i="1">
                              <a:solidFill>
                                <a:srgbClr val="000000"/>
                              </a:solidFill>
                              <a:latin typeface="Cambria Math" panose="02040503050406030204" pitchFamily="18" charset="0"/>
                            </a:rPr>
                            <m:t>𝑋</m:t>
                          </m:r>
                        </m:den>
                      </m:f>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𝑎</m:t>
                          </m:r>
                        </m:e>
                        <m:sub>
                          <m:r>
                            <a:rPr lang="zh-CN" altLang="en-US" sz="2400" i="1">
                              <a:solidFill>
                                <a:srgbClr val="000000"/>
                              </a:solidFill>
                              <a:latin typeface="Cambria Math" panose="02040503050406030204" pitchFamily="18" charset="0"/>
                            </a:rPr>
                            <m:t>3</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𝑏</m:t>
                          </m:r>
                        </m:e>
                        <m:sub>
                          <m:r>
                            <a:rPr lang="zh-CN" altLang="en-US" sz="2400" i="1">
                              <a:solidFill>
                                <a:srgbClr val="000000"/>
                              </a:solidFill>
                              <a:latin typeface="Cambria Math" panose="02040503050406030204" pitchFamily="18" charset="0"/>
                            </a:rPr>
                            <m:t>1</m:t>
                          </m:r>
                        </m:sub>
                      </m:sSub>
                      <m:f>
                        <m:fPr>
                          <m:ctrlPr>
                            <a:rPr lang="zh-CN" altLang="en-US" sz="2400" i="1">
                              <a:solidFill>
                                <a:srgbClr val="000000"/>
                              </a:solidFill>
                              <a:latin typeface="Cambria Math" panose="02040503050406030204" pitchFamily="18" charset="0"/>
                            </a:rPr>
                          </m:ctrlPr>
                        </m:fPr>
                        <m:num>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𝑌</m:t>
                              </m:r>
                            </m:e>
                            <m:sup>
                              <m:r>
                                <a:rPr lang="zh-CN" altLang="en-US" sz="2400" i="1">
                                  <a:solidFill>
                                    <a:srgbClr val="000000"/>
                                  </a:solidFill>
                                  <a:latin typeface="Cambria Math" panose="02040503050406030204" pitchFamily="18" charset="0"/>
                                </a:rPr>
                                <m:t>″</m:t>
                              </m:r>
                            </m:sup>
                          </m:sSup>
                        </m:num>
                        <m:den>
                          <m:r>
                            <a:rPr lang="zh-CN" altLang="en-US" sz="2400" i="1">
                              <a:solidFill>
                                <a:srgbClr val="000000"/>
                              </a:solidFill>
                              <a:latin typeface="Cambria Math" panose="02040503050406030204" pitchFamily="18" charset="0"/>
                            </a:rPr>
                            <m:t>𝑌</m:t>
                          </m:r>
                        </m:den>
                      </m:f>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𝑏</m:t>
                          </m:r>
                        </m:e>
                        <m:sub>
                          <m:r>
                            <a:rPr lang="zh-CN" altLang="en-US" sz="2400" i="1">
                              <a:solidFill>
                                <a:srgbClr val="000000"/>
                              </a:solidFill>
                              <a:latin typeface="Cambria Math" panose="02040503050406030204" pitchFamily="18" charset="0"/>
                            </a:rPr>
                            <m:t>2</m:t>
                          </m:r>
                        </m:sub>
                      </m:sSub>
                      <m:f>
                        <m:fPr>
                          <m:ctrlPr>
                            <a:rPr lang="zh-CN" altLang="en-US" sz="2400" i="1">
                              <a:solidFill>
                                <a:srgbClr val="000000"/>
                              </a:solidFill>
                              <a:latin typeface="Cambria Math" panose="02040503050406030204" pitchFamily="18" charset="0"/>
                            </a:rPr>
                          </m:ctrlPr>
                        </m:fPr>
                        <m:num>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𝑌</m:t>
                              </m:r>
                            </m:e>
                            <m:sup>
                              <m:r>
                                <a:rPr lang="zh-CN" altLang="en-US" sz="2400" i="1">
                                  <a:solidFill>
                                    <a:srgbClr val="000000"/>
                                  </a:solidFill>
                                  <a:latin typeface="Cambria Math" panose="02040503050406030204" pitchFamily="18" charset="0"/>
                                </a:rPr>
                                <m:t>′</m:t>
                              </m:r>
                            </m:sup>
                          </m:sSup>
                        </m:num>
                        <m:den>
                          <m:r>
                            <a:rPr lang="zh-CN" altLang="en-US" sz="2400" i="1">
                              <a:solidFill>
                                <a:srgbClr val="000000"/>
                              </a:solidFill>
                              <a:latin typeface="Cambria Math" panose="02040503050406030204" pitchFamily="18" charset="0"/>
                            </a:rPr>
                            <m:t>𝑌</m:t>
                          </m:r>
                        </m:den>
                      </m:f>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𝑏</m:t>
                          </m:r>
                        </m:e>
                        <m:sub>
                          <m:r>
                            <a:rPr lang="zh-CN" altLang="en-US" sz="2400" i="1">
                              <a:solidFill>
                                <a:srgbClr val="000000"/>
                              </a:solidFill>
                              <a:latin typeface="Cambria Math" panose="02040503050406030204" pitchFamily="18" charset="0"/>
                            </a:rPr>
                            <m:t>3</m:t>
                          </m:r>
                        </m:sub>
                      </m:sSub>
                      <m:r>
                        <a:rPr lang="zh-CN" altLang="en-US" sz="2400" i="1">
                          <a:solidFill>
                            <a:srgbClr val="000000"/>
                          </a:solidFill>
                          <a:latin typeface="Cambria Math" panose="02040503050406030204" pitchFamily="18" charset="0"/>
                        </a:rPr>
                        <m:t>)</m:t>
                      </m:r>
                    </m:oMath>
                  </m:oMathPara>
                </a14:m>
                <a:endParaRPr lang="zh-CN" altLang="en-US" sz="2400" dirty="0"/>
              </a:p>
            </p:txBody>
          </p:sp>
        </mc:Choice>
        <mc:Fallback>
          <p:sp>
            <p:nvSpPr>
              <p:cNvPr id="112646" name="对象 112645"/>
              <p:cNvSpPr txBox="1">
                <a:spLocks noRot="1" noChangeAspect="1" noMove="1" noResize="1" noEditPoints="1" noAdjustHandles="1" noChangeArrowheads="1" noChangeShapeType="1" noTextEdit="1"/>
              </p:cNvSpPr>
              <p:nvPr/>
            </p:nvSpPr>
            <p:spPr>
              <a:xfrm>
                <a:off x="1794162" y="2249059"/>
                <a:ext cx="7774869" cy="1073150"/>
              </a:xfrm>
              <a:prstGeom prst="rect">
                <a:avLst/>
              </a:prstGeom>
              <a:blipFill rotWithShape="1">
                <a:blip r:embed="rId2"/>
                <a:stretch>
                  <a:fillRect l="-4" t="-49" r="3" b="49"/>
                </a:stretch>
              </a:blipFill>
              <a:ln w="38100">
                <a:noFill/>
                <a:miter/>
              </a:ln>
            </p:spPr>
            <p:txBody>
              <a:bodyPr/>
              <a:lstStyle/>
              <a:p>
                <a:r>
                  <a:rPr lang="zh-CN" altLang="en-US">
                    <a:noFill/>
                  </a:rPr>
                  <a:t> </a:t>
                </a:r>
              </a:p>
            </p:txBody>
          </p:sp>
        </mc:Fallback>
      </mc:AlternateContent>
      <p:sp>
        <p:nvSpPr>
          <p:cNvPr id="112648" name="上箭头 112647"/>
          <p:cNvSpPr/>
          <p:nvPr/>
        </p:nvSpPr>
        <p:spPr>
          <a:xfrm rot="10800000">
            <a:off x="5070763" y="1487059"/>
            <a:ext cx="223416" cy="627063"/>
          </a:xfrm>
          <a:prstGeom prst="upArrow">
            <a:avLst>
              <a:gd name="adj1" fmla="val 50000"/>
              <a:gd name="adj2" fmla="val 82291"/>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sz="2000"/>
          </a:p>
        </p:txBody>
      </p:sp>
      <p:sp>
        <p:nvSpPr>
          <p:cNvPr id="112650" name="矩形 112649"/>
          <p:cNvSpPr/>
          <p:nvPr/>
        </p:nvSpPr>
        <p:spPr>
          <a:xfrm>
            <a:off x="1524000" y="0"/>
            <a:ext cx="9144000" cy="0"/>
          </a:xfrm>
          <a:prstGeom prst="rect">
            <a:avLst/>
          </a:prstGeom>
          <a:noFill/>
          <a:ln w="9525">
            <a:noFill/>
          </a:ln>
        </p:spPr>
        <p:txBody>
          <a:bodyPr/>
          <a:lstStyle/>
          <a:p>
            <a:endParaRPr lang="zh-CN" altLang="en-US"/>
          </a:p>
        </p:txBody>
      </p:sp>
      <p:graphicFrame>
        <p:nvGraphicFramePr>
          <p:cNvPr id="112649" name="对象 112648"/>
          <p:cNvGraphicFramePr/>
          <p:nvPr/>
        </p:nvGraphicFramePr>
        <p:xfrm>
          <a:off x="1524001" y="1"/>
          <a:ext cx="123825" cy="161925"/>
        </p:xfrm>
        <a:graphic>
          <a:graphicData uri="http://schemas.openxmlformats.org/presentationml/2006/ole">
            <mc:AlternateContent xmlns:mc="http://schemas.openxmlformats.org/markup-compatibility/2006">
              <mc:Choice xmlns:v="urn:schemas-microsoft-com:vml" Requires="v">
                <p:oleObj spid="_x0000_s2" name="" r:id="rId3" imgW="127000" imgH="165100" progId="Equation.DSMT4">
                  <p:embed/>
                </p:oleObj>
              </mc:Choice>
              <mc:Fallback>
                <p:oleObj name="" r:id="rId3" imgW="127000" imgH="165100" progId="Equation.DSMT4">
                  <p:embed/>
                  <p:pic>
                    <p:nvPicPr>
                      <p:cNvPr id="0" name="对象 112648"/>
                      <p:cNvPicPr/>
                      <p:nvPr/>
                    </p:nvPicPr>
                    <p:blipFill>
                      <a:blip r:embed="rId4"/>
                      <a:stretch>
                        <a:fillRect/>
                      </a:stretch>
                    </p:blipFill>
                    <p:spPr>
                      <a:xfrm>
                        <a:off x="1524001" y="1"/>
                        <a:ext cx="123825" cy="161925"/>
                      </a:xfrm>
                      <a:prstGeom prst="rect">
                        <a:avLst/>
                      </a:prstGeom>
                      <a:noFill/>
                      <a:ln w="38100">
                        <a:noFill/>
                        <a:miter/>
                      </a:ln>
                    </p:spPr>
                  </p:pic>
                </p:oleObj>
              </mc:Fallback>
            </mc:AlternateContent>
          </a:graphicData>
        </a:graphic>
      </p:graphicFrame>
      <p:grpSp>
        <p:nvGrpSpPr>
          <p:cNvPr id="112658" name="组合 112657"/>
          <p:cNvGrpSpPr/>
          <p:nvPr/>
        </p:nvGrpSpPr>
        <p:grpSpPr>
          <a:xfrm>
            <a:off x="2803959" y="3829052"/>
            <a:ext cx="4211639" cy="611188"/>
            <a:chOff x="591" y="1819"/>
            <a:chExt cx="2653" cy="385"/>
          </a:xfrm>
        </p:grpSpPr>
        <mc:AlternateContent xmlns:mc="http://schemas.openxmlformats.org/markup-compatibility/2006">
          <mc:Choice xmlns:a14="http://schemas.microsoft.com/office/drawing/2010/main" Requires="a14">
            <p:sp>
              <p:nvSpPr>
                <p:cNvPr id="112651" name="对象 112650"/>
                <p:cNvSpPr txBox="1"/>
                <p:nvPr/>
              </p:nvSpPr>
              <p:spPr>
                <a:xfrm>
                  <a:off x="591" y="1819"/>
                  <a:ext cx="257" cy="336"/>
                </a:xfrm>
                <a:prstGeom prst="rect">
                  <a:avLst/>
                </a:prstGeom>
                <a:noFill/>
                <a:ln w="38100">
                  <a:noFill/>
                  <a:miter/>
                </a:ln>
              </p:spPr>
              <p:txBody>
                <a:bodyPr>
                  <a:noAutofit/>
                </a:bodyPr>
                <a:lstStyle/>
                <a:p>
                  <a14:m>
                    <m:oMathPara xmlns:m="http://schemas.openxmlformats.org/officeDocument/2006/math">
                      <m:oMathParaPr>
                        <m:jc m:val="left"/>
                      </m:oMathParaPr>
                      <m:oMath xmlns:m="http://schemas.openxmlformats.org/officeDocument/2006/math">
                        <m:r>
                          <a:rPr lang="zh-CN" altLang="en-US" sz="3200" i="1">
                            <a:solidFill>
                              <a:srgbClr val="000000"/>
                            </a:solidFill>
                            <a:latin typeface="Cambria Math" panose="02040503050406030204" pitchFamily="18" charset="0"/>
                          </a:rPr>
                          <m:t>𝜆</m:t>
                        </m:r>
                      </m:oMath>
                    </m:oMathPara>
                  </a14:m>
                  <a:endParaRPr lang="zh-CN" altLang="en-US" sz="3200" dirty="0"/>
                </a:p>
              </p:txBody>
            </p:sp>
          </mc:Choice>
          <mc:Fallback>
            <p:sp>
              <p:nvSpPr>
                <p:cNvPr id="112651" name="对象 112650"/>
                <p:cNvSpPr txBox="1">
                  <a:spLocks noRot="1" noChangeAspect="1" noMove="1" noResize="1" noEditPoints="1" noAdjustHandles="1" noChangeArrowheads="1" noChangeShapeType="1" noTextEdit="1"/>
                </p:cNvSpPr>
                <p:nvPr/>
              </p:nvSpPr>
              <p:spPr>
                <a:xfrm>
                  <a:off x="591" y="1819"/>
                  <a:ext cx="257" cy="336"/>
                </a:xfrm>
                <a:prstGeom prst="rect">
                  <a:avLst/>
                </a:prstGeom>
                <a:blipFill rotWithShape="1">
                  <a:blip r:embed="rId5"/>
                </a:blipFill>
                <a:ln w="38100">
                  <a:noFill/>
                  <a:miter/>
                </a:ln>
              </p:spPr>
              <p:txBody>
                <a:bodyPr/>
                <a:lstStyle/>
                <a:p>
                  <a:r>
                    <a:rPr lang="zh-CN" altLang="en-US">
                      <a:noFill/>
                    </a:rPr>
                    <a:t> </a:t>
                  </a:r>
                </a:p>
              </p:txBody>
            </p:sp>
          </mc:Fallback>
        </mc:AlternateContent>
        <p:sp>
          <p:nvSpPr>
            <p:cNvPr id="112654" name="矩形 112653"/>
            <p:cNvSpPr/>
            <p:nvPr/>
          </p:nvSpPr>
          <p:spPr>
            <a:xfrm>
              <a:off x="801" y="1913"/>
              <a:ext cx="2443" cy="291"/>
            </a:xfrm>
            <a:prstGeom prst="rect">
              <a:avLst/>
            </a:prstGeom>
            <a:noFill/>
            <a:ln w="9525">
              <a:noFill/>
            </a:ln>
          </p:spPr>
          <p:txBody>
            <a:bodyPr wrap="none" anchor="ctr" anchorCtr="0">
              <a:spAutoFit/>
            </a:bodyPr>
            <a:lstStyle/>
            <a:p>
              <a:r>
                <a:rPr lang="zh-CN" altLang="en-US" sz="2400" dirty="0">
                  <a:latin typeface="Garamond" panose="02020404030301010803" pitchFamily="18" charset="0"/>
                  <a:ea typeface="楷体_GB2312" pitchFamily="49" charset="-122"/>
                </a:rPr>
                <a:t>，从而得到两个</a:t>
              </a:r>
              <a:r>
                <a:rPr lang="zh-CN" altLang="en-US" sz="2400" dirty="0">
                  <a:effectLst>
                    <a:outerShdw blurRad="38100" dist="38100" dir="2700000">
                      <a:srgbClr val="000000"/>
                    </a:outerShdw>
                  </a:effectLst>
                  <a:latin typeface="Garamond" panose="02020404030301010803" pitchFamily="18" charset="0"/>
                  <a:ea typeface="楷体_GB2312" pitchFamily="49" charset="-122"/>
                </a:rPr>
                <a:t>常微分方程</a:t>
              </a:r>
              <a:endParaRPr lang="zh-CN" altLang="en-US" sz="2400" dirty="0">
                <a:effectLst>
                  <a:outerShdw blurRad="38100" dist="38100" dir="2700000">
                    <a:srgbClr val="000000"/>
                  </a:outerShdw>
                </a:effectLst>
                <a:latin typeface="Garamond" panose="02020404030301010803" pitchFamily="18" charset="0"/>
                <a:ea typeface="楷体_GB2312" pitchFamily="49" charset="-122"/>
              </a:endParaRPr>
            </a:p>
          </p:txBody>
        </p:sp>
      </p:grpSp>
      <p:sp>
        <p:nvSpPr>
          <p:cNvPr id="112656" name="矩形 112655"/>
          <p:cNvSpPr/>
          <p:nvPr/>
        </p:nvSpPr>
        <p:spPr>
          <a:xfrm>
            <a:off x="1524000" y="3219450"/>
            <a:ext cx="9144000" cy="0"/>
          </a:xfrm>
          <a:prstGeom prst="rect">
            <a:avLst/>
          </a:prstGeom>
          <a:noFill/>
          <a:ln w="9525">
            <a:noFill/>
          </a:ln>
        </p:spPr>
        <p:txBody>
          <a:bodyPr/>
          <a:lstStyle/>
          <a:p>
            <a:endParaRPr lang="zh-CN" altLang="en-US"/>
          </a:p>
        </p:txBody>
      </p:sp>
      <mc:AlternateContent xmlns:mc="http://schemas.openxmlformats.org/markup-compatibility/2006">
        <mc:Choice xmlns:a14="http://schemas.microsoft.com/office/drawing/2010/main" Requires="a14">
          <p:sp>
            <p:nvSpPr>
              <p:cNvPr id="112655" name="对象 112654"/>
              <p:cNvSpPr txBox="1"/>
              <p:nvPr/>
            </p:nvSpPr>
            <p:spPr>
              <a:xfrm>
                <a:off x="3137334" y="4680242"/>
                <a:ext cx="5327650" cy="1346201"/>
              </a:xfrm>
              <a:prstGeom prst="rect">
                <a:avLst/>
              </a:prstGeom>
              <a:noFill/>
              <a:ln w="38100">
                <a:noFill/>
                <a:miter/>
              </a:ln>
            </p:spPr>
            <p:txBody>
              <a:bodyPr>
                <a:noAutofit/>
              </a:bodyPr>
              <a:lstStyle/>
              <a:p>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𝑎</m:t>
                          </m:r>
                        </m:e>
                        <m:sub>
                          <m:r>
                            <a:rPr lang="zh-CN" altLang="en-US" sz="2800" i="1">
                              <a:solidFill>
                                <a:srgbClr val="000000"/>
                              </a:solidFill>
                              <a:latin typeface="Cambria Math" panose="02040503050406030204" pitchFamily="18" charset="0"/>
                            </a:rPr>
                            <m:t>1</m:t>
                          </m:r>
                        </m:sub>
                      </m:sSub>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𝑋</m:t>
                          </m:r>
                        </m:e>
                        <m:sup>
                          <m:r>
                            <a:rPr lang="zh-CN" altLang="en-US" sz="2800" i="1">
                              <a:solidFill>
                                <a:srgbClr val="000000"/>
                              </a:solidFill>
                              <a:latin typeface="Cambria Math" panose="02040503050406030204" pitchFamily="18" charset="0"/>
                            </a:rPr>
                            <m:t>″</m:t>
                          </m:r>
                        </m:sup>
                      </m:sSup>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𝑎</m:t>
                          </m:r>
                        </m:e>
                        <m:sub>
                          <m:r>
                            <a:rPr lang="zh-CN" altLang="en-US" sz="2800" i="1">
                              <a:solidFill>
                                <a:srgbClr val="000000"/>
                              </a:solidFill>
                              <a:latin typeface="Cambria Math" panose="02040503050406030204" pitchFamily="18" charset="0"/>
                            </a:rPr>
                            <m:t>2</m:t>
                          </m:r>
                        </m:sub>
                      </m:sSub>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𝑋</m:t>
                          </m:r>
                        </m:e>
                        <m:sup>
                          <m:r>
                            <a:rPr lang="zh-CN" altLang="en-US" sz="2800" i="1">
                              <a:solidFill>
                                <a:srgbClr val="000000"/>
                              </a:solidFill>
                              <a:latin typeface="Cambria Math" panose="02040503050406030204" pitchFamily="18" charset="0"/>
                            </a:rPr>
                            <m:t>′</m:t>
                          </m:r>
                        </m:sup>
                      </m:sSup>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𝑎</m:t>
                          </m:r>
                        </m:e>
                        <m:sub>
                          <m:r>
                            <a:rPr lang="zh-CN" altLang="en-US" sz="2800" i="1">
                              <a:solidFill>
                                <a:srgbClr val="000000"/>
                              </a:solidFill>
                              <a:latin typeface="Cambria Math" panose="02040503050406030204" pitchFamily="18" charset="0"/>
                            </a:rPr>
                            <m:t>3</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𝜆</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𝑋</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0</m:t>
                      </m:r>
                      <m:r>
                        <a:rPr lang="zh-CN" altLang="en-US" sz="2800" i="1">
                          <a:solidFill>
                            <a:srgbClr val="000000"/>
                          </a:solidFill>
                          <a:latin typeface="Cambria Math" panose="02040503050406030204" pitchFamily="18" charset="0"/>
                        </a:rPr>
                        <m:t>;</m:t>
                      </m:r>
                    </m:oMath>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𝑏</m:t>
                          </m:r>
                        </m:e>
                        <m:sub>
                          <m:r>
                            <a:rPr lang="zh-CN" altLang="en-US" sz="2800" i="1">
                              <a:solidFill>
                                <a:srgbClr val="000000"/>
                              </a:solidFill>
                              <a:latin typeface="Cambria Math" panose="02040503050406030204" pitchFamily="18" charset="0"/>
                            </a:rPr>
                            <m:t>1</m:t>
                          </m:r>
                        </m:sub>
                      </m:sSub>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𝑌</m:t>
                          </m:r>
                        </m:e>
                        <m:sup>
                          <m:r>
                            <a:rPr lang="zh-CN" altLang="en-US" sz="2800" i="1">
                              <a:solidFill>
                                <a:srgbClr val="000000"/>
                              </a:solidFill>
                              <a:latin typeface="Cambria Math" panose="02040503050406030204" pitchFamily="18" charset="0"/>
                            </a:rPr>
                            <m:t>″</m:t>
                          </m:r>
                        </m:sup>
                      </m:sSup>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𝑏</m:t>
                          </m:r>
                        </m:e>
                        <m:sub>
                          <m:r>
                            <a:rPr lang="zh-CN" altLang="en-US" sz="2800" i="1">
                              <a:solidFill>
                                <a:srgbClr val="000000"/>
                              </a:solidFill>
                              <a:latin typeface="Cambria Math" panose="02040503050406030204" pitchFamily="18" charset="0"/>
                            </a:rPr>
                            <m:t>2</m:t>
                          </m:r>
                        </m:sub>
                      </m:sSub>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𝑌</m:t>
                          </m:r>
                        </m:e>
                        <m:sup>
                          <m:r>
                            <a:rPr lang="zh-CN" altLang="en-US" sz="2800" i="1">
                              <a:solidFill>
                                <a:srgbClr val="000000"/>
                              </a:solidFill>
                              <a:latin typeface="Cambria Math" panose="02040503050406030204" pitchFamily="18" charset="0"/>
                            </a:rPr>
                            <m:t>′</m:t>
                          </m:r>
                        </m:sup>
                      </m:sSup>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𝑏</m:t>
                          </m:r>
                        </m:e>
                        <m:sub>
                          <m:r>
                            <a:rPr lang="zh-CN" altLang="en-US" sz="2800" i="1">
                              <a:solidFill>
                                <a:srgbClr val="000000"/>
                              </a:solidFill>
                              <a:latin typeface="Cambria Math" panose="02040503050406030204" pitchFamily="18" charset="0"/>
                            </a:rPr>
                            <m:t>3</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𝜆</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𝑌</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0</m:t>
                      </m:r>
                    </m:oMath>
                  </m:oMathPara>
                </a14:m>
                <a:endParaRPr lang="zh-CN" altLang="en-US" sz="2800" dirty="0"/>
              </a:p>
            </p:txBody>
          </p:sp>
        </mc:Choice>
        <mc:Fallback>
          <p:sp>
            <p:nvSpPr>
              <p:cNvPr id="112655" name="对象 112654"/>
              <p:cNvSpPr txBox="1">
                <a:spLocks noRot="1" noChangeAspect="1" noMove="1" noResize="1" noEditPoints="1" noAdjustHandles="1" noChangeArrowheads="1" noChangeShapeType="1" noTextEdit="1"/>
              </p:cNvSpPr>
              <p:nvPr/>
            </p:nvSpPr>
            <p:spPr>
              <a:xfrm>
                <a:off x="3137334" y="4680242"/>
                <a:ext cx="5327650" cy="1346201"/>
              </a:xfrm>
              <a:prstGeom prst="rect">
                <a:avLst/>
              </a:prstGeom>
              <a:blipFill rotWithShape="1">
                <a:blip r:embed="rId6"/>
                <a:stretch>
                  <a:fillRect l="-8" t="-22" r="8" b="22"/>
                </a:stretch>
              </a:blipFill>
              <a:ln w="38100">
                <a:noFill/>
                <a:miter/>
              </a:ln>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12648"/>
                                        </p:tgtEl>
                                        <p:attrNameLst>
                                          <p:attrName>style.visibility</p:attrName>
                                        </p:attrNameLst>
                                      </p:cBhvr>
                                      <p:to>
                                        <p:strVal val="visible"/>
                                      </p:to>
                                    </p:set>
                                    <p:animEffect transition="in" filter="box(in)">
                                      <p:cBhvr>
                                        <p:cTn id="7" dur="500"/>
                                        <p:tgtEl>
                                          <p:spTgt spid="11264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2643">
                                            <p:txEl>
                                              <p:pRg st="0" end="0"/>
                                            </p:txEl>
                                          </p:spTgt>
                                        </p:tgtEl>
                                        <p:attrNameLst>
                                          <p:attrName>style.visibility</p:attrName>
                                        </p:attrNameLst>
                                      </p:cBhvr>
                                      <p:to>
                                        <p:strVal val="visible"/>
                                      </p:to>
                                    </p:set>
                                    <p:animEffect transition="in" filter="box(in)">
                                      <p:cBhvr>
                                        <p:cTn id="12" dur="500"/>
                                        <p:tgtEl>
                                          <p:spTgt spid="11264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12658"/>
                                        </p:tgtEl>
                                        <p:attrNameLst>
                                          <p:attrName>style.visibility</p:attrName>
                                        </p:attrNameLst>
                                      </p:cBhvr>
                                      <p:to>
                                        <p:strVal val="visible"/>
                                      </p:to>
                                    </p:set>
                                    <p:animEffect transition="in" filter="box(in)">
                                      <p:cBhvr>
                                        <p:cTn id="17" dur="500"/>
                                        <p:tgtEl>
                                          <p:spTgt spid="1126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13665"/>
          <p:cNvSpPr>
            <a:spLocks noGrp="1" noRot="1"/>
          </p:cNvSpPr>
          <p:nvPr>
            <p:ph type="title"/>
          </p:nvPr>
        </p:nvSpPr>
        <p:spPr>
          <a:xfrm>
            <a:off x="1981200" y="1052114"/>
            <a:ext cx="7696200" cy="1143000"/>
          </a:xfrm>
        </p:spPr>
        <p:txBody>
          <a:bodyPr anchor="ctr" anchorCtr="0"/>
          <a:lstStyle/>
          <a:p>
            <a:pPr algn="l"/>
            <a:r>
              <a:rPr lang="zh-CN" altLang="en-US" sz="3200" dirty="0">
                <a:ea typeface="楷体_GB2312" pitchFamily="49" charset="-122"/>
              </a:rPr>
              <a:t>由以上讨论知道：对于</a:t>
            </a:r>
            <a:r>
              <a:rPr lang="zh-CN" altLang="en-US" sz="3200" u="sng" dirty="0">
                <a:ea typeface="楷体_GB2312" pitchFamily="49" charset="-122"/>
              </a:rPr>
              <a:t>常系数二阶偏微分齐次方程，</a:t>
            </a:r>
            <a:r>
              <a:rPr lang="zh-CN" altLang="en-US" sz="3200" u="sng" dirty="0">
                <a:latin typeface="楷体_GB2312" pitchFamily="49" charset="-122"/>
                <a:ea typeface="楷体_GB2312" pitchFamily="49" charset="-122"/>
              </a:rPr>
              <a:t>总是能实施变量分离</a:t>
            </a:r>
            <a:r>
              <a:rPr lang="zh-CN" altLang="en-US" sz="4000" dirty="0"/>
              <a:t> </a:t>
            </a:r>
            <a:endParaRPr lang="zh-CN" altLang="en-US" sz="4000" dirty="0"/>
          </a:p>
        </p:txBody>
      </p:sp>
      <p:sp>
        <p:nvSpPr>
          <p:cNvPr id="113667" name="文本占位符 113666"/>
          <p:cNvSpPr>
            <a:spLocks noGrp="1"/>
          </p:cNvSpPr>
          <p:nvPr>
            <p:ph type="body" idx="1"/>
          </p:nvPr>
        </p:nvSpPr>
        <p:spPr>
          <a:xfrm>
            <a:off x="1981200" y="4191000"/>
            <a:ext cx="7848600" cy="1219200"/>
          </a:xfrm>
        </p:spPr>
        <p:txBody>
          <a:bodyPr/>
          <a:lstStyle/>
          <a:p>
            <a:pPr>
              <a:lnSpc>
                <a:spcPct val="90000"/>
              </a:lnSpc>
              <a:buNone/>
            </a:pP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需要满足一定的条件，即必须找到讨论</a:t>
            </a: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中适当的          函数</a:t>
            </a:r>
            <a:r>
              <a:rPr lang="zh-CN" altLang="en-US" sz="2400" b="1" dirty="0">
                <a:effectLst/>
                <a:latin typeface="楷体_GB2312" pitchFamily="49" charset="-122"/>
                <a:ea typeface="楷体_GB2312" pitchFamily="49" charset="-122"/>
              </a:rPr>
              <a:t>才能实施变量分离． </a:t>
            </a:r>
            <a:endParaRPr lang="zh-CN" altLang="en-US" sz="2400" b="1" dirty="0">
              <a:effectLst/>
              <a:latin typeface="楷体_GB2312" pitchFamily="49" charset="-122"/>
              <a:ea typeface="楷体_GB2312" pitchFamily="49" charset="-122"/>
            </a:endParaRPr>
          </a:p>
        </p:txBody>
      </p:sp>
      <p:sp>
        <p:nvSpPr>
          <p:cNvPr id="113669" name="矩形 113668"/>
          <p:cNvSpPr/>
          <p:nvPr/>
        </p:nvSpPr>
        <p:spPr>
          <a:xfrm>
            <a:off x="2142836" y="2795586"/>
            <a:ext cx="6916738" cy="579438"/>
          </a:xfrm>
          <a:prstGeom prst="rect">
            <a:avLst/>
          </a:prstGeom>
          <a:noFill/>
          <a:ln w="9525">
            <a:noFill/>
          </a:ln>
        </p:spPr>
        <p:txBody>
          <a:bodyPr wrap="none" anchor="ctr" anchorCtr="0">
            <a:spAutoFit/>
          </a:bodyPr>
          <a:lstStyle/>
          <a:p>
            <a:r>
              <a:rPr lang="zh-CN" altLang="en-US" sz="3200" dirty="0">
                <a:latin typeface="楷体_GB2312" pitchFamily="49" charset="-122"/>
                <a:ea typeface="楷体_GB2312" pitchFamily="49" charset="-122"/>
              </a:rPr>
              <a:t>但对于变系数的二阶偏微分齐次方程 </a:t>
            </a:r>
            <a:endParaRPr lang="zh-CN" altLang="en-US" sz="3200" dirty="0">
              <a:latin typeface="楷体_GB2312" pitchFamily="49" charset="-122"/>
              <a:ea typeface="楷体_GB2312" pitchFamily="49" charset="-122"/>
            </a:endParaRPr>
          </a:p>
        </p:txBody>
      </p:sp>
      <p:sp>
        <p:nvSpPr>
          <p:cNvPr id="113671" name="矩形 113670"/>
          <p:cNvSpPr/>
          <p:nvPr/>
        </p:nvSpPr>
        <p:spPr>
          <a:xfrm>
            <a:off x="1524000" y="3333750"/>
            <a:ext cx="9144000" cy="0"/>
          </a:xfrm>
          <a:prstGeom prst="rect">
            <a:avLst/>
          </a:prstGeom>
          <a:noFill/>
          <a:ln w="9525">
            <a:noFill/>
          </a:ln>
        </p:spPr>
        <p:txBody>
          <a:bodyPr/>
          <a:lstStyle/>
          <a:p>
            <a:endParaRPr lang="zh-CN" altLang="en-US"/>
          </a:p>
        </p:txBody>
      </p:sp>
      <mc:AlternateContent xmlns:mc="http://schemas.openxmlformats.org/markup-compatibility/2006">
        <mc:Choice xmlns:a14="http://schemas.microsoft.com/office/drawing/2010/main" Requires="a14">
          <p:sp>
            <p:nvSpPr>
              <p:cNvPr id="113670" name="对象 113669"/>
              <p:cNvSpPr txBox="1"/>
              <p:nvPr/>
            </p:nvSpPr>
            <p:spPr>
              <a:xfrm>
                <a:off x="9271793" y="4149727"/>
                <a:ext cx="1116013" cy="474663"/>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113670" name="对象 113669"/>
              <p:cNvSpPr txBox="1">
                <a:spLocks noRot="1" noChangeAspect="1" noMove="1" noResize="1" noEditPoints="1" noAdjustHandles="1" noChangeArrowheads="1" noChangeShapeType="1" noTextEdit="1"/>
              </p:cNvSpPr>
              <p:nvPr/>
            </p:nvSpPr>
            <p:spPr>
              <a:xfrm>
                <a:off x="9271793" y="4149727"/>
                <a:ext cx="1116013" cy="474663"/>
              </a:xfrm>
              <a:prstGeom prst="rect">
                <a:avLst/>
              </a:prstGeom>
              <a:blipFill rotWithShape="1">
                <a:blip r:embed="rId1"/>
                <a:stretch>
                  <a:fillRect l="-14" r="43" b="67"/>
                </a:stretch>
              </a:blipFill>
              <a:ln w="38100">
                <a:noFill/>
                <a:miter/>
              </a:ln>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3666"/>
                                        </p:tgtEl>
                                        <p:attrNameLst>
                                          <p:attrName>style.visibility</p:attrName>
                                        </p:attrNameLst>
                                      </p:cBhvr>
                                      <p:to>
                                        <p:strVal val="visible"/>
                                      </p:to>
                                    </p:set>
                                    <p:animEffect transition="in" filter="blinds(horizontal)">
                                      <p:cBhvr>
                                        <p:cTn id="7" dur="500"/>
                                        <p:tgtEl>
                                          <p:spTgt spid="11366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3669"/>
                                        </p:tgtEl>
                                        <p:attrNameLst>
                                          <p:attrName>style.visibility</p:attrName>
                                        </p:attrNameLst>
                                      </p:cBhvr>
                                      <p:to>
                                        <p:strVal val="visible"/>
                                      </p:to>
                                    </p:set>
                                    <p:animEffect transition="in" filter="blinds(horizontal)">
                                      <p:cBhvr>
                                        <p:cTn id="12" dur="500"/>
                                        <p:tgtEl>
                                          <p:spTgt spid="11366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3667">
                                            <p:txEl>
                                              <p:pRg st="0" end="0"/>
                                            </p:txEl>
                                          </p:spTgt>
                                        </p:tgtEl>
                                        <p:attrNameLst>
                                          <p:attrName>style.visibility</p:attrName>
                                        </p:attrNameLst>
                                      </p:cBhvr>
                                      <p:to>
                                        <p:strVal val="visible"/>
                                      </p:to>
                                    </p:set>
                                    <p:animEffect transition="in" filter="blinds(horizontal)">
                                      <p:cBhvr>
                                        <p:cTn id="17" dur="500"/>
                                        <p:tgtEl>
                                          <p:spTgt spid="1136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6" grpId="0"/>
      <p:bldP spid="113667" grpId="0" build="p"/>
      <p:bldP spid="11366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标题 114689"/>
          <p:cNvSpPr>
            <a:spLocks noGrp="1" noRot="1"/>
          </p:cNvSpPr>
          <p:nvPr>
            <p:ph type="title"/>
          </p:nvPr>
        </p:nvSpPr>
        <p:spPr>
          <a:xfrm>
            <a:off x="4238626" y="2514601"/>
            <a:ext cx="3649229" cy="561975"/>
          </a:xfrm>
        </p:spPr>
        <p:txBody>
          <a:bodyPr anchor="ctr" anchorCtr="0"/>
          <a:lstStyle/>
          <a:p>
            <a:r>
              <a:rPr lang="zh-CN" altLang="en-US" sz="2800" dirty="0">
                <a:ea typeface="楷体_GB2312" pitchFamily="49" charset="-122"/>
              </a:rPr>
              <a:t>第一类边界条件</a:t>
            </a:r>
            <a:endParaRPr lang="zh-CN" altLang="en-US" sz="4000" dirty="0">
              <a:ea typeface="楷体_GB2312" pitchFamily="49" charset="-122"/>
            </a:endParaRPr>
          </a:p>
        </p:txBody>
      </p:sp>
      <p:sp>
        <p:nvSpPr>
          <p:cNvPr id="114691" name="文本占位符 114690"/>
          <p:cNvSpPr>
            <a:spLocks noGrp="1"/>
          </p:cNvSpPr>
          <p:nvPr>
            <p:ph type="body" idx="1"/>
          </p:nvPr>
        </p:nvSpPr>
        <p:spPr>
          <a:xfrm>
            <a:off x="2819401" y="4724400"/>
            <a:ext cx="5554663" cy="457200"/>
          </a:xfrm>
        </p:spPr>
        <p:txBody>
          <a:bodyPr/>
          <a:lstStyle/>
          <a:p>
            <a:pPr algn="ctr">
              <a:lnSpc>
                <a:spcPct val="90000"/>
              </a:lnSpc>
              <a:buNone/>
            </a:pPr>
            <a:r>
              <a:rPr lang="zh-CN" altLang="en-US" sz="2800" b="1" dirty="0">
                <a:ea typeface="楷体_GB2312" pitchFamily="49" charset="-122"/>
              </a:rPr>
              <a:t>第二类边界条件</a:t>
            </a:r>
            <a:endParaRPr lang="zh-CN" altLang="en-US" sz="2800" dirty="0">
              <a:ea typeface="楷体_GB2312" pitchFamily="49" charset="-122"/>
            </a:endParaRPr>
          </a:p>
        </p:txBody>
      </p:sp>
      <p:sp>
        <p:nvSpPr>
          <p:cNvPr id="114692" name="下箭头 114691"/>
          <p:cNvSpPr/>
          <p:nvPr/>
        </p:nvSpPr>
        <p:spPr>
          <a:xfrm>
            <a:off x="5334000" y="3124200"/>
            <a:ext cx="228600" cy="533400"/>
          </a:xfrm>
          <a:prstGeom prst="downArrow">
            <a:avLst>
              <a:gd name="adj1" fmla="val 50000"/>
              <a:gd name="adj2" fmla="val 58333"/>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14694" name="矩形 114693"/>
          <p:cNvSpPr/>
          <p:nvPr/>
        </p:nvSpPr>
        <p:spPr>
          <a:xfrm>
            <a:off x="1524000" y="3328988"/>
            <a:ext cx="9144000" cy="0"/>
          </a:xfrm>
          <a:prstGeom prst="rect">
            <a:avLst/>
          </a:prstGeom>
          <a:noFill/>
          <a:ln w="9525">
            <a:noFill/>
          </a:ln>
        </p:spPr>
        <p:txBody>
          <a:bodyPr/>
          <a:lstStyle/>
          <a:p>
            <a:endParaRPr lang="zh-CN" altLang="en-US"/>
          </a:p>
        </p:txBody>
      </p:sp>
      <mc:AlternateContent xmlns:mc="http://schemas.openxmlformats.org/markup-compatibility/2006">
        <mc:Choice xmlns:a14="http://schemas.microsoft.com/office/drawing/2010/main" Requires="a14">
          <p:sp>
            <p:nvSpPr>
              <p:cNvPr id="114693" name="对象 114692"/>
              <p:cNvSpPr txBox="1"/>
              <p:nvPr/>
            </p:nvSpPr>
            <p:spPr>
              <a:xfrm>
                <a:off x="4419600" y="3733800"/>
                <a:ext cx="2514600" cy="704850"/>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𝑢</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m:t>
                          </m:r>
                        </m:e>
                        <m:sub>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𝑙</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𝛼</m:t>
                      </m:r>
                      <m:r>
                        <a:rPr lang="zh-CN" altLang="en-US" sz="2400" i="1">
                          <a:solidFill>
                            <a:srgbClr val="000000"/>
                          </a:solidFill>
                          <a:latin typeface="Cambria Math" panose="02040503050406030204" pitchFamily="18" charset="0"/>
                        </a:rPr>
                        <m:t>,</m:t>
                      </m:r>
                    </m:oMath>
                  </m:oMathPara>
                </a14:m>
                <a:endParaRPr lang="zh-CN" altLang="en-US" sz="2400" dirty="0"/>
              </a:p>
            </p:txBody>
          </p:sp>
        </mc:Choice>
        <mc:Fallback>
          <p:sp>
            <p:nvSpPr>
              <p:cNvPr id="114693" name="对象 114692"/>
              <p:cNvSpPr txBox="1">
                <a:spLocks noRot="1" noChangeAspect="1" noMove="1" noResize="1" noEditPoints="1" noAdjustHandles="1" noChangeArrowheads="1" noChangeShapeType="1" noTextEdit="1"/>
              </p:cNvSpPr>
              <p:nvPr/>
            </p:nvSpPr>
            <p:spPr>
              <a:xfrm>
                <a:off x="4419600" y="3733800"/>
                <a:ext cx="2514600" cy="704850"/>
              </a:xfrm>
              <a:prstGeom prst="rect">
                <a:avLst/>
              </a:prstGeom>
              <a:blipFill rotWithShape="1">
                <a:blip r:embed="rId1"/>
                <a:stretch>
                  <a:fillRect/>
                </a:stretch>
              </a:blipFill>
              <a:ln w="38100">
                <a:noFill/>
                <a:miter/>
              </a:ln>
            </p:spPr>
            <p:txBody>
              <a:bodyPr/>
              <a:lstStyle/>
              <a:p>
                <a:r>
                  <a:rPr lang="zh-CN" altLang="en-US">
                    <a:noFill/>
                  </a:rPr>
                  <a:t> </a:t>
                </a:r>
              </a:p>
            </p:txBody>
          </p:sp>
        </mc:Fallback>
      </mc:AlternateContent>
      <p:sp>
        <p:nvSpPr>
          <p:cNvPr id="114695" name="下箭头 114694"/>
          <p:cNvSpPr/>
          <p:nvPr/>
        </p:nvSpPr>
        <p:spPr>
          <a:xfrm>
            <a:off x="5334000" y="5257800"/>
            <a:ext cx="228600" cy="533400"/>
          </a:xfrm>
          <a:prstGeom prst="downArrow">
            <a:avLst>
              <a:gd name="adj1" fmla="val 50000"/>
              <a:gd name="adj2" fmla="val 58333"/>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14697" name="矩形 114696"/>
          <p:cNvSpPr/>
          <p:nvPr/>
        </p:nvSpPr>
        <p:spPr>
          <a:xfrm>
            <a:off x="1524000" y="3243263"/>
            <a:ext cx="9144000" cy="0"/>
          </a:xfrm>
          <a:prstGeom prst="rect">
            <a:avLst/>
          </a:prstGeom>
          <a:noFill/>
          <a:ln w="9525">
            <a:noFill/>
          </a:ln>
        </p:spPr>
        <p:txBody>
          <a:bodyPr/>
          <a:lstStyle/>
          <a:p>
            <a:endParaRPr lang="zh-CN" altLang="en-US"/>
          </a:p>
        </p:txBody>
      </p:sp>
      <mc:AlternateContent xmlns:mc="http://schemas.openxmlformats.org/markup-compatibility/2006">
        <mc:Choice xmlns:a14="http://schemas.microsoft.com/office/drawing/2010/main" Requires="a14">
          <p:sp>
            <p:nvSpPr>
              <p:cNvPr id="114696" name="对象 114695"/>
              <p:cNvSpPr txBox="1"/>
              <p:nvPr/>
            </p:nvSpPr>
            <p:spPr>
              <a:xfrm>
                <a:off x="4343400" y="5859463"/>
                <a:ext cx="2589213" cy="998537"/>
              </a:xfrm>
              <a:prstGeom prst="rect">
                <a:avLst/>
              </a:prstGeom>
              <a:noFill/>
              <a:ln w="38100">
                <a:noFill/>
                <a:miter/>
              </a:ln>
            </p:spPr>
            <p:txBody>
              <a:bodyPr>
                <a:normAutofit fontScale="85000" lnSpcReduction="10000"/>
              </a:bodyPr>
              <a:lstStyle/>
              <a:p>
                <a14:m>
                  <m:oMathPara xmlns:m="http://schemas.openxmlformats.org/officeDocument/2006/math">
                    <m:oMathParaPr>
                      <m:jc m:val="left"/>
                    </m:oMathParaPr>
                    <m:oMath xmlns:m="http://schemas.openxmlformats.org/officeDocument/2006/math">
                      <m:r>
                        <m:rPr>
                          <m:nor/>
                        </m:rPr>
                        <a:rPr lang="zh-CN" altLang="en-US" sz="2400" i="0">
                          <a:solidFill>
                            <a:srgbClr val="000000"/>
                          </a:solidFill>
                          <a:latin typeface="Cambria Math" panose="02040503050406030204" pitchFamily="18" charset="0"/>
                        </a:rPr>
                        <m:t>   </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𝑢</m:t>
                          </m:r>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den>
                      </m:f>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m:t>
                          </m:r>
                        </m:e>
                        <m:sub>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𝑙</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𝛽</m:t>
                      </m:r>
                      <m:r>
                        <a:rPr lang="zh-CN" altLang="en-US" sz="2400" i="1">
                          <a:solidFill>
                            <a:srgbClr val="000000"/>
                          </a:solidFill>
                          <a:latin typeface="Cambria Math" panose="02040503050406030204" pitchFamily="18" charset="0"/>
                        </a:rPr>
                        <m:t>,</m:t>
                      </m:r>
                      <m:r>
                        <m:rPr>
                          <m:nor/>
                        </m:rPr>
                        <a:rPr lang="zh-CN" altLang="en-US" sz="2400" i="0">
                          <a:solidFill>
                            <a:srgbClr val="000000"/>
                          </a:solidFill>
                          <a:latin typeface="Cambria Math" panose="02040503050406030204" pitchFamily="18" charset="0"/>
                        </a:rPr>
                        <m:t>     </m:t>
                      </m:r>
                    </m:oMath>
                  </m:oMathPara>
                </a14:m>
                <a:endParaRPr lang="zh-CN" altLang="en-US" dirty="0"/>
              </a:p>
            </p:txBody>
          </p:sp>
        </mc:Choice>
        <mc:Fallback>
          <p:sp>
            <p:nvSpPr>
              <p:cNvPr id="114696" name="对象 114695"/>
              <p:cNvSpPr txBox="1">
                <a:spLocks noRot="1" noChangeAspect="1" noMove="1" noResize="1" noEditPoints="1" noAdjustHandles="1" noChangeArrowheads="1" noChangeShapeType="1" noTextEdit="1"/>
              </p:cNvSpPr>
              <p:nvPr/>
            </p:nvSpPr>
            <p:spPr>
              <a:xfrm>
                <a:off x="4343400" y="5859463"/>
                <a:ext cx="2589213" cy="998537"/>
              </a:xfrm>
              <a:prstGeom prst="rect">
                <a:avLst/>
              </a:prstGeom>
              <a:blipFill rotWithShape="1">
                <a:blip r:embed="rId2"/>
                <a:stretch>
                  <a:fillRect t="-32" r="12"/>
                </a:stretch>
              </a:blipFill>
              <a:ln w="38100">
                <a:noFill/>
                <a:miter/>
              </a:ln>
            </p:spPr>
            <p:txBody>
              <a:bodyPr/>
              <a:lstStyle/>
              <a:p>
                <a:r>
                  <a:rPr lang="zh-CN" altLang="en-US">
                    <a:noFill/>
                  </a:rPr>
                  <a:t> </a:t>
                </a:r>
              </a:p>
            </p:txBody>
          </p:sp>
        </mc:Fallback>
      </mc:AlternateContent>
      <p:sp>
        <p:nvSpPr>
          <p:cNvPr id="114699" name="矩形 114698"/>
          <p:cNvSpPr/>
          <p:nvPr/>
        </p:nvSpPr>
        <p:spPr>
          <a:xfrm>
            <a:off x="548640" y="284745"/>
            <a:ext cx="7048724" cy="584775"/>
          </a:xfrm>
          <a:prstGeom prst="rect">
            <a:avLst/>
          </a:prstGeom>
          <a:noFill/>
          <a:ln w="9525">
            <a:noFill/>
          </a:ln>
        </p:spPr>
        <p:txBody>
          <a:bodyPr wrap="none" anchor="ctr" anchorCtr="0">
            <a:spAutoFit/>
          </a:bodyPr>
          <a:lstStyle/>
          <a:p>
            <a:r>
              <a:rPr lang="en-US" altLang="zh-CN" sz="2400" dirty="0">
                <a:latin typeface="Garamond" panose="02020404030301010803" pitchFamily="18" charset="0"/>
                <a:ea typeface="宋体" panose="02010600030101010101" pitchFamily="2" charset="-122"/>
              </a:rPr>
              <a:t> </a:t>
            </a:r>
            <a:r>
              <a:rPr lang="en-US" altLang="zh-CN" sz="3200" dirty="0">
                <a:solidFill>
                  <a:srgbClr val="0070C0"/>
                </a:solidFill>
                <a:latin typeface="楷体_GB2312" pitchFamily="49" charset="-122"/>
                <a:ea typeface="楷体_GB2312" pitchFamily="49" charset="-122"/>
              </a:rPr>
              <a:t>4.0.2 </a:t>
            </a:r>
            <a:r>
              <a:rPr lang="zh-CN" altLang="en-US" sz="3200" dirty="0">
                <a:solidFill>
                  <a:srgbClr val="0070C0"/>
                </a:solidFill>
                <a:latin typeface="楷体_GB2312" pitchFamily="49" charset="-122"/>
                <a:ea typeface="楷体_GB2312" pitchFamily="49" charset="-122"/>
              </a:rPr>
              <a:t>边界条件可实施变量分离的条件</a:t>
            </a:r>
            <a:endParaRPr lang="zh-CN" altLang="en-US" sz="3200" dirty="0">
              <a:solidFill>
                <a:srgbClr val="0070C0"/>
              </a:solidFill>
              <a:latin typeface="楷体_GB2312" pitchFamily="49" charset="-122"/>
              <a:ea typeface="楷体_GB2312" pitchFamily="49" charset="-122"/>
            </a:endParaRPr>
          </a:p>
        </p:txBody>
      </p:sp>
      <p:grpSp>
        <p:nvGrpSpPr>
          <p:cNvPr id="114704" name="组合 114703"/>
          <p:cNvGrpSpPr/>
          <p:nvPr/>
        </p:nvGrpSpPr>
        <p:grpSpPr>
          <a:xfrm>
            <a:off x="2046287" y="1012395"/>
            <a:ext cx="7261226" cy="1293814"/>
            <a:chOff x="576" y="646"/>
            <a:chExt cx="4574" cy="815"/>
          </a:xfrm>
        </p:grpSpPr>
        <p:sp>
          <p:nvSpPr>
            <p:cNvPr id="114700" name="矩形 114699"/>
            <p:cNvSpPr/>
            <p:nvPr/>
          </p:nvSpPr>
          <p:spPr>
            <a:xfrm>
              <a:off x="576" y="671"/>
              <a:ext cx="2249" cy="291"/>
            </a:xfrm>
            <a:prstGeom prst="rect">
              <a:avLst/>
            </a:prstGeom>
            <a:noFill/>
            <a:ln w="9525">
              <a:noFill/>
            </a:ln>
          </p:spPr>
          <p:txBody>
            <a:bodyPr wrap="none" anchor="ctr" anchorCtr="0">
              <a:spAutoFit/>
            </a:bodyPr>
            <a:lstStyle/>
            <a:p>
              <a:r>
                <a:rPr lang="zh-CN" altLang="en-US" sz="2400" dirty="0">
                  <a:latin typeface="Times New Roman" panose="02020603050405020304" pitchFamily="18" charset="0"/>
                  <a:ea typeface="楷体_GB2312" pitchFamily="49" charset="-122"/>
                </a:rPr>
                <a:t>一维的情形（设在边界点</a:t>
              </a:r>
              <a:endParaRPr lang="zh-CN" altLang="en-US" sz="2400" dirty="0">
                <a:latin typeface="Arial" panose="020B0604020202020204" pitchFamily="34" charset="0"/>
                <a:ea typeface="楷体_GB2312" pitchFamily="49" charset="-122"/>
              </a:endParaRPr>
            </a:p>
          </p:txBody>
        </p:sp>
        <mc:AlternateContent xmlns:mc="http://schemas.openxmlformats.org/markup-compatibility/2006">
          <mc:Choice xmlns:a14="http://schemas.microsoft.com/office/drawing/2010/main" Requires="a14">
            <p:sp>
              <p:nvSpPr>
                <p:cNvPr id="114701" name="对象 114700"/>
                <p:cNvSpPr txBox="1"/>
                <p:nvPr/>
              </p:nvSpPr>
              <p:spPr>
                <a:xfrm>
                  <a:off x="2827" y="646"/>
                  <a:ext cx="982" cy="307"/>
                </a:xfrm>
                <a:prstGeom prst="rect">
                  <a:avLst/>
                </a:prstGeom>
                <a:noFill/>
                <a:ln w="38100">
                  <a:noFill/>
                  <a:miter/>
                </a:ln>
              </p:spPr>
              <p:txBody>
                <a:bodyPr>
                  <a:noAutofit/>
                </a:bodyPr>
                <a:lstStyle/>
                <a:p>
                  <a14:m>
                    <m:oMathPara xmlns:m="http://schemas.openxmlformats.org/officeDocument/2006/math">
                      <m:oMathParaPr>
                        <m:jc m:val="left"/>
                      </m:oMathParaPr>
                      <m:oMath xmlns:m="http://schemas.openxmlformats.org/officeDocument/2006/math">
                        <m:r>
                          <a:rPr lang="zh-CN" altLang="en-US" sz="3600" i="1">
                            <a:solidFill>
                              <a:srgbClr val="000000"/>
                            </a:solidFill>
                            <a:latin typeface="Cambria Math" panose="02040503050406030204" pitchFamily="18" charset="0"/>
                          </a:rPr>
                          <m:t>𝑥</m:t>
                        </m:r>
                        <m:r>
                          <a:rPr lang="zh-CN" altLang="en-US" sz="3600" i="1">
                            <a:solidFill>
                              <a:srgbClr val="000000"/>
                            </a:solidFill>
                            <a:latin typeface="Cambria Math" panose="02040503050406030204" pitchFamily="18" charset="0"/>
                          </a:rPr>
                          <m:t>=</m:t>
                        </m:r>
                        <m:r>
                          <a:rPr lang="zh-CN" altLang="en-US" sz="3600" i="1">
                            <a:solidFill>
                              <a:srgbClr val="000000"/>
                            </a:solidFill>
                            <a:latin typeface="Cambria Math" panose="02040503050406030204" pitchFamily="18" charset="0"/>
                          </a:rPr>
                          <m:t>𝑙</m:t>
                        </m:r>
                      </m:oMath>
                    </m:oMathPara>
                  </a14:m>
                  <a:endParaRPr lang="zh-CN" altLang="en-US" sz="3600" dirty="0"/>
                </a:p>
              </p:txBody>
            </p:sp>
          </mc:Choice>
          <mc:Fallback>
            <p:sp>
              <p:nvSpPr>
                <p:cNvPr id="114701" name="对象 114700"/>
                <p:cNvSpPr txBox="1">
                  <a:spLocks noRot="1" noChangeAspect="1" noMove="1" noResize="1" noEditPoints="1" noAdjustHandles="1" noChangeArrowheads="1" noChangeShapeType="1" noTextEdit="1"/>
                </p:cNvSpPr>
                <p:nvPr/>
              </p:nvSpPr>
              <p:spPr>
                <a:xfrm>
                  <a:off x="2827" y="646"/>
                  <a:ext cx="982" cy="307"/>
                </a:xfrm>
                <a:prstGeom prst="rect">
                  <a:avLst/>
                </a:prstGeom>
                <a:blipFill rotWithShape="1">
                  <a:blip r:embed="rId3"/>
                </a:blipFill>
                <a:ln w="38100">
                  <a:noFill/>
                  <a:miter/>
                </a:ln>
              </p:spPr>
              <p:txBody>
                <a:bodyPr/>
                <a:lstStyle/>
                <a:p>
                  <a:r>
                    <a:rPr lang="zh-CN" altLang="en-US">
                      <a:noFill/>
                    </a:rPr>
                    <a:t> </a:t>
                  </a:r>
                </a:p>
              </p:txBody>
            </p:sp>
          </mc:Fallback>
        </mc:AlternateContent>
        <p:sp>
          <p:nvSpPr>
            <p:cNvPr id="114702" name="矩形 114701"/>
            <p:cNvSpPr/>
            <p:nvPr/>
          </p:nvSpPr>
          <p:spPr>
            <a:xfrm>
              <a:off x="3806" y="652"/>
              <a:ext cx="1344" cy="368"/>
            </a:xfrm>
            <a:prstGeom prst="rect">
              <a:avLst/>
            </a:prstGeom>
            <a:noFill/>
            <a:ln w="9525">
              <a:noFill/>
            </a:ln>
          </p:spPr>
          <p:txBody>
            <a:bodyPr wrap="none" anchor="ctr" anchorCtr="0">
              <a:spAutoFit/>
            </a:bodyPr>
            <a:lstStyle/>
            <a:p>
              <a:r>
                <a:rPr lang="zh-CN" altLang="en-US" sz="2400" dirty="0">
                  <a:latin typeface="楷体_GB2312" pitchFamily="49" charset="-122"/>
                  <a:ea typeface="楷体_GB2312" pitchFamily="49" charset="-122"/>
                </a:rPr>
                <a:t>处），常见的</a:t>
              </a:r>
              <a:r>
                <a:rPr lang="zh-CN" altLang="en-US" sz="3200" dirty="0">
                  <a:latin typeface="Garamond" panose="02020404030301010803" pitchFamily="18" charset="0"/>
                  <a:ea typeface="宋体" panose="02010600030101010101" pitchFamily="2" charset="-122"/>
                </a:rPr>
                <a:t> </a:t>
              </a:r>
              <a:endParaRPr lang="zh-CN" altLang="en-US" sz="3200" dirty="0">
                <a:latin typeface="Arial" panose="020B0604020202020204" pitchFamily="34" charset="0"/>
                <a:ea typeface="宋体" panose="02010600030101010101" pitchFamily="2" charset="-122"/>
              </a:endParaRPr>
            </a:p>
          </p:txBody>
        </p:sp>
        <p:sp>
          <p:nvSpPr>
            <p:cNvPr id="114703" name="矩形 114702"/>
            <p:cNvSpPr/>
            <p:nvPr/>
          </p:nvSpPr>
          <p:spPr>
            <a:xfrm>
              <a:off x="576" y="1170"/>
              <a:ext cx="1473" cy="291"/>
            </a:xfrm>
            <a:prstGeom prst="rect">
              <a:avLst/>
            </a:prstGeom>
            <a:noFill/>
            <a:ln w="9525">
              <a:noFill/>
            </a:ln>
          </p:spPr>
          <p:txBody>
            <a:bodyPr wrap="none" anchor="ctr" anchorCtr="0">
              <a:spAutoFit/>
            </a:bodyPr>
            <a:lstStyle/>
            <a:p>
              <a:r>
                <a:rPr lang="zh-CN" altLang="en-US" sz="2400" dirty="0">
                  <a:latin typeface="Garamond" panose="02020404030301010803" pitchFamily="18" charset="0"/>
                  <a:ea typeface="楷体_GB2312" pitchFamily="49" charset="-122"/>
                </a:rPr>
                <a:t>三类边界条件为</a:t>
              </a:r>
              <a:endParaRPr lang="zh-CN" altLang="en-US" sz="2400" dirty="0">
                <a:latin typeface="Garamond" panose="02020404030301010803" pitchFamily="18" charset="0"/>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14704"/>
                                        </p:tgtEl>
                                        <p:attrNameLst>
                                          <p:attrName>style.visibility</p:attrName>
                                        </p:attrNameLst>
                                      </p:cBhvr>
                                      <p:to>
                                        <p:strVal val="visible"/>
                                      </p:to>
                                    </p:set>
                                    <p:animEffect transition="in" filter="slide(fromBottom)">
                                      <p:cBhvr>
                                        <p:cTn id="7" dur="500"/>
                                        <p:tgtEl>
                                          <p:spTgt spid="11470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14690"/>
                                        </p:tgtEl>
                                        <p:attrNameLst>
                                          <p:attrName>style.visibility</p:attrName>
                                        </p:attrNameLst>
                                      </p:cBhvr>
                                      <p:to>
                                        <p:strVal val="visible"/>
                                      </p:to>
                                    </p:set>
                                    <p:animEffect transition="in" filter="slide(fromBottom)">
                                      <p:cBhvr>
                                        <p:cTn id="12" dur="500"/>
                                        <p:tgtEl>
                                          <p:spTgt spid="114690"/>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114692"/>
                                        </p:tgtEl>
                                        <p:attrNameLst>
                                          <p:attrName>style.visibility</p:attrName>
                                        </p:attrNameLst>
                                      </p:cBhvr>
                                      <p:to>
                                        <p:strVal val="visible"/>
                                      </p:to>
                                    </p:set>
                                    <p:animEffect transition="in" filter="slide(fromBottom)">
                                      <p:cBhvr>
                                        <p:cTn id="17" dur="500"/>
                                        <p:tgtEl>
                                          <p:spTgt spid="114692"/>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14691">
                                            <p:txEl>
                                              <p:pRg st="0" end="0"/>
                                            </p:txEl>
                                          </p:spTgt>
                                        </p:tgtEl>
                                        <p:attrNameLst>
                                          <p:attrName>style.visibility</p:attrName>
                                        </p:attrNameLst>
                                      </p:cBhvr>
                                      <p:to>
                                        <p:strVal val="visible"/>
                                      </p:to>
                                    </p:set>
                                    <p:animEffect transition="in" filter="slide(fromBottom)">
                                      <p:cBhvr>
                                        <p:cTn id="22" dur="500"/>
                                        <p:tgtEl>
                                          <p:spTgt spid="11469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114695"/>
                                        </p:tgtEl>
                                        <p:attrNameLst>
                                          <p:attrName>style.visibility</p:attrName>
                                        </p:attrNameLst>
                                      </p:cBhvr>
                                      <p:to>
                                        <p:strVal val="visible"/>
                                      </p:to>
                                    </p:set>
                                    <p:animEffect transition="in" filter="slide(fromBottom)">
                                      <p:cBhvr>
                                        <p:cTn id="27" dur="500"/>
                                        <p:tgtEl>
                                          <p:spTgt spid="114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0" grpId="0"/>
      <p:bldP spid="114691"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文本占位符 115714"/>
          <p:cNvSpPr>
            <a:spLocks noGrp="1"/>
          </p:cNvSpPr>
          <p:nvPr>
            <p:ph type="body" idx="1"/>
          </p:nvPr>
        </p:nvSpPr>
        <p:spPr>
          <a:xfrm>
            <a:off x="1708727" y="3824613"/>
            <a:ext cx="8153400" cy="935038"/>
          </a:xfrm>
        </p:spPr>
        <p:txBody>
          <a:bodyPr vert="horz" wrap="square" lIns="0" tIns="0" rIns="0" bIns="0" numCol="1" rtlCol="0" anchor="t" anchorCtr="0" compatLnSpc="1">
            <a:noAutofit/>
          </a:bodyPr>
          <a:lstStyle/>
          <a:p>
            <a:pPr>
              <a:lnSpc>
                <a:spcPct val="80000"/>
              </a:lnSpc>
              <a:buNone/>
            </a:pPr>
            <a:r>
              <a:rPr lang="zh-CN" altLang="en-US" sz="2800" b="1" dirty="0">
                <a:ea typeface="楷体_GB2312" pitchFamily="49" charset="-122"/>
              </a:rPr>
              <a:t>假设具体定解问题（以弦的横振动为例）的边界</a:t>
            </a:r>
            <a:endParaRPr lang="zh-CN" altLang="en-US" sz="2800" b="1" dirty="0">
              <a:ea typeface="楷体_GB2312" pitchFamily="49" charset="-122"/>
            </a:endParaRPr>
          </a:p>
          <a:p>
            <a:pPr>
              <a:lnSpc>
                <a:spcPct val="80000"/>
              </a:lnSpc>
              <a:buNone/>
            </a:pPr>
            <a:r>
              <a:rPr lang="zh-CN" altLang="en-US" sz="2800" b="1" dirty="0">
                <a:ea typeface="楷体_GB2312" pitchFamily="49" charset="-122"/>
              </a:rPr>
              <a:t>条件为齐次的：</a:t>
            </a:r>
            <a:r>
              <a:rPr lang="zh-CN" altLang="en-US" sz="2800" b="1" dirty="0"/>
              <a:t> </a:t>
            </a:r>
            <a:endParaRPr lang="zh-CN" altLang="en-US" sz="2800" b="1" dirty="0"/>
          </a:p>
        </p:txBody>
      </p:sp>
      <p:sp>
        <p:nvSpPr>
          <p:cNvPr id="115717" name="矩形 115716"/>
          <p:cNvSpPr/>
          <p:nvPr/>
        </p:nvSpPr>
        <p:spPr>
          <a:xfrm>
            <a:off x="1524000" y="3243263"/>
            <a:ext cx="9144000" cy="0"/>
          </a:xfrm>
          <a:prstGeom prst="rect">
            <a:avLst/>
          </a:prstGeom>
          <a:noFill/>
          <a:ln w="9525">
            <a:noFill/>
          </a:ln>
        </p:spPr>
        <p:txBody>
          <a:bodyPr/>
          <a:lstStyle/>
          <a:p>
            <a:endParaRPr lang="zh-CN" altLang="en-US"/>
          </a:p>
        </p:txBody>
      </p:sp>
      <mc:AlternateContent xmlns:mc="http://schemas.openxmlformats.org/markup-compatibility/2006">
        <mc:Choice xmlns:a14="http://schemas.microsoft.com/office/drawing/2010/main" Requires="a14">
          <p:sp>
            <p:nvSpPr>
              <p:cNvPr id="115716" name="对象 115715"/>
              <p:cNvSpPr txBox="1"/>
              <p:nvPr/>
            </p:nvSpPr>
            <p:spPr>
              <a:xfrm>
                <a:off x="4648200" y="1905000"/>
                <a:ext cx="2895600" cy="1241425"/>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𝑢</m:t>
                          </m:r>
                        </m:num>
                        <m:den>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𝑥</m:t>
                          </m:r>
                        </m:den>
                      </m:f>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ℎ𝑢</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m:t>
                          </m:r>
                        </m:e>
                        <m:sub>
                          <m:r>
                            <a:rPr lang="zh-CN" altLang="en-US" sz="2800" i="1">
                              <a:solidFill>
                                <a:srgbClr val="000000"/>
                              </a:solidFill>
                              <a:latin typeface="Cambria Math" panose="02040503050406030204" pitchFamily="18" charset="0"/>
                            </a:rPr>
                            <m:t>𝑥</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𝑙</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𝛾</m:t>
                      </m:r>
                    </m:oMath>
                  </m:oMathPara>
                </a14:m>
                <a:endParaRPr lang="zh-CN" altLang="en-US" sz="2800" dirty="0"/>
              </a:p>
            </p:txBody>
          </p:sp>
        </mc:Choice>
        <mc:Fallback>
          <p:sp>
            <p:nvSpPr>
              <p:cNvPr id="115716" name="对象 115715"/>
              <p:cNvSpPr txBox="1">
                <a:spLocks noRot="1" noChangeAspect="1" noMove="1" noResize="1" noEditPoints="1" noAdjustHandles="1" noChangeArrowheads="1" noChangeShapeType="1" noTextEdit="1"/>
              </p:cNvSpPr>
              <p:nvPr/>
            </p:nvSpPr>
            <p:spPr>
              <a:xfrm>
                <a:off x="4648200" y="1905000"/>
                <a:ext cx="2895600" cy="1241425"/>
              </a:xfrm>
              <a:prstGeom prst="rect">
                <a:avLst/>
              </a:prstGeom>
              <a:blipFill rotWithShape="1">
                <a:blip r:embed="rId1"/>
                <a:stretch>
                  <a:fillRect/>
                </a:stretch>
              </a:blipFill>
              <a:ln w="38100">
                <a:noFill/>
                <a:miter/>
              </a:ln>
            </p:spPr>
            <p:txBody>
              <a:bodyPr/>
              <a:lstStyle/>
              <a:p>
                <a:r>
                  <a:rPr lang="zh-CN" altLang="en-US">
                    <a:noFill/>
                  </a:rPr>
                  <a:t> </a:t>
                </a:r>
              </a:p>
            </p:txBody>
          </p:sp>
        </mc:Fallback>
      </mc:AlternateContent>
      <p:sp>
        <p:nvSpPr>
          <p:cNvPr id="115718" name="下箭头 115717"/>
          <p:cNvSpPr/>
          <p:nvPr/>
        </p:nvSpPr>
        <p:spPr>
          <a:xfrm>
            <a:off x="5943601" y="1219200"/>
            <a:ext cx="207963" cy="725488"/>
          </a:xfrm>
          <a:prstGeom prst="downArrow">
            <a:avLst>
              <a:gd name="adj1" fmla="val 50000"/>
              <a:gd name="adj2" fmla="val 87213"/>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15720" name="矩形 115719"/>
          <p:cNvSpPr/>
          <p:nvPr/>
        </p:nvSpPr>
        <p:spPr>
          <a:xfrm>
            <a:off x="1524000" y="3333750"/>
            <a:ext cx="9144000" cy="0"/>
          </a:xfrm>
          <a:prstGeom prst="rect">
            <a:avLst/>
          </a:prstGeom>
          <a:noFill/>
          <a:ln w="9525">
            <a:noFill/>
          </a:ln>
        </p:spPr>
        <p:txBody>
          <a:bodyPr/>
          <a:lstStyle/>
          <a:p>
            <a:endParaRPr lang="zh-CN" altLang="en-US"/>
          </a:p>
        </p:txBody>
      </p:sp>
      <mc:AlternateContent xmlns:mc="http://schemas.openxmlformats.org/markup-compatibility/2006">
        <mc:Choice xmlns:a14="http://schemas.microsoft.com/office/drawing/2010/main" Requires="a14">
          <p:sp>
            <p:nvSpPr>
              <p:cNvPr id="115719" name="对象 115718"/>
              <p:cNvSpPr txBox="1"/>
              <p:nvPr/>
            </p:nvSpPr>
            <p:spPr>
              <a:xfrm>
                <a:off x="4874491" y="4344193"/>
                <a:ext cx="4555836" cy="549275"/>
              </a:xfrm>
              <a:prstGeom prst="rect">
                <a:avLst/>
              </a:prstGeom>
              <a:noFill/>
              <a:ln w="38100">
                <a:noFill/>
                <a:miter/>
              </a:ln>
            </p:spPr>
            <p:txBody>
              <a:bodyPr>
                <a:noAutofit/>
              </a:bodyPr>
              <a:lstStyle/>
              <a:p>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𝑢</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0</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0</m:t>
                      </m:r>
                      <m:r>
                        <a:rPr lang="zh-CN" altLang="en-US" sz="2400" i="1">
                          <a:solidFill>
                            <a:srgbClr val="000000"/>
                          </a:solidFill>
                          <a:latin typeface="Cambria Math" panose="02040503050406030204" pitchFamily="18" charset="0"/>
                        </a:rPr>
                        <m:t>,</m:t>
                      </m:r>
                      <m:r>
                        <m:rPr>
                          <m:nor/>
                        </m:rP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𝑢</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𝑙</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0</m:t>
                      </m:r>
                    </m:oMath>
                  </m:oMathPara>
                </a14:m>
                <a:endParaRPr lang="zh-CN" altLang="en-US" sz="2400" dirty="0"/>
              </a:p>
            </p:txBody>
          </p:sp>
        </mc:Choice>
        <mc:Fallback>
          <p:sp>
            <p:nvSpPr>
              <p:cNvPr id="115719" name="对象 115718"/>
              <p:cNvSpPr txBox="1">
                <a:spLocks noRot="1" noChangeAspect="1" noMove="1" noResize="1" noEditPoints="1" noAdjustHandles="1" noChangeArrowheads="1" noChangeShapeType="1" noTextEdit="1"/>
              </p:cNvSpPr>
              <p:nvPr/>
            </p:nvSpPr>
            <p:spPr>
              <a:xfrm>
                <a:off x="4874491" y="4344193"/>
                <a:ext cx="4555836" cy="549275"/>
              </a:xfrm>
              <a:prstGeom prst="rect">
                <a:avLst/>
              </a:prstGeom>
              <a:blipFill rotWithShape="1">
                <a:blip r:embed="rId2"/>
                <a:stretch>
                  <a:fillRect l="-5" t="-29" r="13" b="29"/>
                </a:stretch>
              </a:blipFill>
              <a:ln w="38100">
                <a:noFill/>
                <a:miter/>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5721" name="对象 115720"/>
              <p:cNvSpPr txBox="1"/>
              <p:nvPr/>
            </p:nvSpPr>
            <p:spPr>
              <a:xfrm>
                <a:off x="1905000" y="5486400"/>
                <a:ext cx="2663825" cy="647700"/>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𝑢</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𝑋</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𝑇</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oMath>
                  </m:oMathPara>
                </a14:m>
                <a:endParaRPr lang="zh-CN" altLang="en-US" sz="2400" dirty="0"/>
              </a:p>
            </p:txBody>
          </p:sp>
        </mc:Choice>
        <mc:Fallback>
          <p:sp>
            <p:nvSpPr>
              <p:cNvPr id="115721" name="对象 115720"/>
              <p:cNvSpPr txBox="1">
                <a:spLocks noRot="1" noChangeAspect="1" noMove="1" noResize="1" noEditPoints="1" noAdjustHandles="1" noChangeArrowheads="1" noChangeShapeType="1" noTextEdit="1"/>
              </p:cNvSpPr>
              <p:nvPr/>
            </p:nvSpPr>
            <p:spPr>
              <a:xfrm>
                <a:off x="1905000" y="5486400"/>
                <a:ext cx="2663825" cy="647700"/>
              </a:xfrm>
              <a:prstGeom prst="rect">
                <a:avLst/>
              </a:prstGeom>
              <a:blipFill rotWithShape="1">
                <a:blip r:embed="rId3"/>
                <a:stretch>
                  <a:fillRect/>
                </a:stretch>
              </a:blipFill>
              <a:ln w="38100">
                <a:noFill/>
                <a:miter/>
              </a:ln>
            </p:spPr>
            <p:txBody>
              <a:bodyPr/>
              <a:lstStyle/>
              <a:p>
                <a:r>
                  <a:rPr lang="zh-CN" altLang="en-US">
                    <a:noFill/>
                  </a:rPr>
                  <a:t> </a:t>
                </a:r>
              </a:p>
            </p:txBody>
          </p:sp>
        </mc:Fallback>
      </mc:AlternateContent>
      <p:sp>
        <p:nvSpPr>
          <p:cNvPr id="115723" name="下箭头 115722"/>
          <p:cNvSpPr/>
          <p:nvPr/>
        </p:nvSpPr>
        <p:spPr>
          <a:xfrm rot="16200000">
            <a:off x="4938714" y="5499100"/>
            <a:ext cx="180975" cy="611188"/>
          </a:xfrm>
          <a:prstGeom prst="downArrow">
            <a:avLst>
              <a:gd name="adj1" fmla="val 50000"/>
              <a:gd name="adj2" fmla="val 84429"/>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mc:AlternateContent xmlns:mc="http://schemas.openxmlformats.org/markup-compatibility/2006">
        <mc:Choice xmlns:a14="http://schemas.microsoft.com/office/drawing/2010/main" Requires="a14">
          <p:sp>
            <p:nvSpPr>
              <p:cNvPr id="115724" name="对象 115723"/>
              <p:cNvSpPr txBox="1"/>
              <p:nvPr/>
            </p:nvSpPr>
            <p:spPr>
              <a:xfrm>
                <a:off x="5562600" y="5486400"/>
                <a:ext cx="4114800" cy="642938"/>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𝑋</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0</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𝑇</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0</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𝑋</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𝑙</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𝑇</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0</m:t>
                      </m:r>
                    </m:oMath>
                  </m:oMathPara>
                </a14:m>
                <a:endParaRPr lang="zh-CN" altLang="en-US" sz="2400" dirty="0"/>
              </a:p>
            </p:txBody>
          </p:sp>
        </mc:Choice>
        <mc:Fallback>
          <p:sp>
            <p:nvSpPr>
              <p:cNvPr id="115724" name="对象 115723"/>
              <p:cNvSpPr txBox="1">
                <a:spLocks noRot="1" noChangeAspect="1" noMove="1" noResize="1" noEditPoints="1" noAdjustHandles="1" noChangeArrowheads="1" noChangeShapeType="1" noTextEdit="1"/>
              </p:cNvSpPr>
              <p:nvPr/>
            </p:nvSpPr>
            <p:spPr>
              <a:xfrm>
                <a:off x="5562600" y="5486400"/>
                <a:ext cx="4114800" cy="642938"/>
              </a:xfrm>
              <a:prstGeom prst="rect">
                <a:avLst/>
              </a:prstGeom>
              <a:blipFill rotWithShape="1">
                <a:blip r:embed="rId4"/>
                <a:stretch>
                  <a:fillRect b="49"/>
                </a:stretch>
              </a:blipFill>
              <a:ln w="38100">
                <a:noFill/>
                <a:miter/>
              </a:ln>
            </p:spPr>
            <p:txBody>
              <a:bodyPr/>
              <a:lstStyle/>
              <a:p>
                <a:r>
                  <a:rPr lang="zh-CN" altLang="en-US">
                    <a:noFill/>
                  </a:rPr>
                  <a:t> </a:t>
                </a:r>
              </a:p>
            </p:txBody>
          </p:sp>
        </mc:Fallback>
      </mc:AlternateContent>
      <p:sp>
        <p:nvSpPr>
          <p:cNvPr id="115727" name="矩形 115726"/>
          <p:cNvSpPr/>
          <p:nvPr/>
        </p:nvSpPr>
        <p:spPr>
          <a:xfrm>
            <a:off x="4495801" y="533400"/>
            <a:ext cx="3040063" cy="579438"/>
          </a:xfrm>
          <a:prstGeom prst="rect">
            <a:avLst/>
          </a:prstGeom>
          <a:noFill/>
          <a:ln w="9525">
            <a:noFill/>
          </a:ln>
        </p:spPr>
        <p:txBody>
          <a:bodyPr wrap="none" anchor="t" anchorCtr="0">
            <a:spAutoFit/>
          </a:bodyPr>
          <a:lstStyle/>
          <a:p>
            <a:r>
              <a:rPr lang="zh-CN" altLang="en-US" sz="3200" dirty="0">
                <a:effectLst>
                  <a:outerShdw blurRad="38100" dist="38100" dir="2700000">
                    <a:srgbClr val="000000"/>
                  </a:outerShdw>
                </a:effectLst>
                <a:latin typeface="Garamond" panose="02020404030301010803" pitchFamily="18" charset="0"/>
                <a:ea typeface="楷体_GB2312" pitchFamily="49" charset="-122"/>
              </a:rPr>
              <a:t>第三类边界条件</a:t>
            </a:r>
            <a:endParaRPr lang="zh-CN" altLang="en-US" sz="3200" dirty="0">
              <a:effectLst>
                <a:outerShdw blurRad="38100" dist="38100" dir="2700000">
                  <a:srgbClr val="000000"/>
                </a:outerShdw>
              </a:effectLst>
              <a:latin typeface="Garamond" panose="02020404030301010803"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5727"/>
                                        </p:tgtEl>
                                        <p:attrNameLst>
                                          <p:attrName>style.visibility</p:attrName>
                                        </p:attrNameLst>
                                      </p:cBhvr>
                                      <p:to>
                                        <p:strVal val="visible"/>
                                      </p:to>
                                    </p:set>
                                    <p:animEffect transition="in" filter="slide(fromBottom)">
                                      <p:cBhvr>
                                        <p:cTn id="7" dur="500"/>
                                        <p:tgtEl>
                                          <p:spTgt spid="11572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15718"/>
                                        </p:tgtEl>
                                        <p:attrNameLst>
                                          <p:attrName>style.visibility</p:attrName>
                                        </p:attrNameLst>
                                      </p:cBhvr>
                                      <p:to>
                                        <p:strVal val="visible"/>
                                      </p:to>
                                    </p:set>
                                    <p:animEffect transition="in" filter="slide(fromBottom)">
                                      <p:cBhvr>
                                        <p:cTn id="12" dur="500"/>
                                        <p:tgtEl>
                                          <p:spTgt spid="11571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15715">
                                            <p:txEl>
                                              <p:pRg st="0" end="0"/>
                                            </p:txEl>
                                          </p:spTgt>
                                        </p:tgtEl>
                                        <p:attrNameLst>
                                          <p:attrName>style.visibility</p:attrName>
                                        </p:attrNameLst>
                                      </p:cBhvr>
                                      <p:to>
                                        <p:strVal val="visible"/>
                                      </p:to>
                                    </p:set>
                                    <p:animEffect transition="in" filter="slide(fromBottom)">
                                      <p:cBhvr>
                                        <p:cTn id="17" dur="500"/>
                                        <p:tgtEl>
                                          <p:spTgt spid="11571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15715">
                                            <p:txEl>
                                              <p:pRg st="1" end="1"/>
                                            </p:txEl>
                                          </p:spTgt>
                                        </p:tgtEl>
                                        <p:attrNameLst>
                                          <p:attrName>style.visibility</p:attrName>
                                        </p:attrNameLst>
                                      </p:cBhvr>
                                      <p:to>
                                        <p:strVal val="visible"/>
                                      </p:to>
                                    </p:set>
                                    <p:animEffect transition="in" filter="slide(fromBottom)">
                                      <p:cBhvr>
                                        <p:cTn id="22" dur="500"/>
                                        <p:tgtEl>
                                          <p:spTgt spid="11571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115723"/>
                                        </p:tgtEl>
                                        <p:attrNameLst>
                                          <p:attrName>style.visibility</p:attrName>
                                        </p:attrNameLst>
                                      </p:cBhvr>
                                      <p:to>
                                        <p:strVal val="visible"/>
                                      </p:to>
                                    </p:set>
                                    <p:animEffect transition="in" filter="slide(fromBottom)">
                                      <p:cBhvr>
                                        <p:cTn id="27" dur="500"/>
                                        <p:tgtEl>
                                          <p:spTgt spid="1157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p:bldP spid="11572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1" name="矩形 116740"/>
          <p:cNvSpPr/>
          <p:nvPr/>
        </p:nvSpPr>
        <p:spPr>
          <a:xfrm>
            <a:off x="1524000" y="3333750"/>
            <a:ext cx="9144000" cy="0"/>
          </a:xfrm>
          <a:prstGeom prst="rect">
            <a:avLst/>
          </a:prstGeom>
          <a:noFill/>
          <a:ln w="9525">
            <a:noFill/>
          </a:ln>
        </p:spPr>
        <p:txBody>
          <a:bodyPr/>
          <a:lstStyle/>
          <a:p>
            <a:endParaRPr lang="zh-CN" altLang="en-US"/>
          </a:p>
        </p:txBody>
      </p:sp>
      <p:sp>
        <p:nvSpPr>
          <p:cNvPr id="116746" name="矩形 116745"/>
          <p:cNvSpPr/>
          <p:nvPr/>
        </p:nvSpPr>
        <p:spPr>
          <a:xfrm>
            <a:off x="1524000" y="3333750"/>
            <a:ext cx="9144000" cy="0"/>
          </a:xfrm>
          <a:prstGeom prst="rect">
            <a:avLst/>
          </a:prstGeom>
          <a:noFill/>
          <a:ln w="9525">
            <a:noFill/>
          </a:ln>
        </p:spPr>
        <p:txBody>
          <a:bodyPr/>
          <a:lstStyle/>
          <a:p>
            <a:endParaRPr lang="zh-CN" altLang="en-US"/>
          </a:p>
        </p:txBody>
      </p:sp>
      <p:sp>
        <p:nvSpPr>
          <p:cNvPr id="116747" name="矩形 116746"/>
          <p:cNvSpPr/>
          <p:nvPr/>
        </p:nvSpPr>
        <p:spPr>
          <a:xfrm>
            <a:off x="2057400" y="2882773"/>
            <a:ext cx="8199438" cy="2554545"/>
          </a:xfrm>
          <a:prstGeom prst="rect">
            <a:avLst/>
          </a:prstGeom>
          <a:noFill/>
          <a:ln w="9525">
            <a:noFill/>
          </a:ln>
        </p:spPr>
        <p:txBody>
          <a:bodyPr anchor="ctr" anchorCtr="0">
            <a:spAutoFit/>
          </a:bodyPr>
          <a:lstStyle/>
          <a:p>
            <a:r>
              <a:rPr lang="zh-CN" altLang="en-US" sz="3200" dirty="0">
                <a:latin typeface="Garamond" panose="02020404030301010803" pitchFamily="18" charset="0"/>
                <a:ea typeface="楷体_GB2312" pitchFamily="49" charset="-122"/>
              </a:rPr>
              <a:t>可见，只有当边界条件是齐次的，方可分离出单变量未知函数的边界条件．此外，进行分离变量时，还须根据具体情况确定直角坐标系，球坐标系以及柱坐标系．</a:t>
            </a:r>
            <a:endParaRPr lang="zh-CN" altLang="en-US" sz="3200" dirty="0">
              <a:latin typeface="Garamond" panose="02020404030301010803" pitchFamily="18" charset="0"/>
              <a:ea typeface="楷体_GB2312" pitchFamily="49" charset="-122"/>
            </a:endParaRPr>
          </a:p>
          <a:p>
            <a:endParaRPr lang="zh-CN" altLang="en-US" sz="3200" dirty="0">
              <a:latin typeface="Garamond" panose="02020404030301010803" pitchFamily="18" charset="0"/>
              <a:ea typeface="宋体" panose="02010600030101010101" pitchFamily="2" charset="-122"/>
            </a:endParaRPr>
          </a:p>
        </p:txBody>
      </p:sp>
      <p:grpSp>
        <p:nvGrpSpPr>
          <p:cNvPr id="116758" name="组合 116757"/>
          <p:cNvGrpSpPr/>
          <p:nvPr/>
        </p:nvGrpSpPr>
        <p:grpSpPr>
          <a:xfrm>
            <a:off x="1981200" y="838201"/>
            <a:ext cx="8305800" cy="1463675"/>
            <a:chOff x="528" y="255"/>
            <a:chExt cx="5232" cy="922"/>
          </a:xfrm>
        </p:grpSpPr>
        <p:grpSp>
          <p:nvGrpSpPr>
            <p:cNvPr id="116753" name="组合 116752"/>
            <p:cNvGrpSpPr/>
            <p:nvPr/>
          </p:nvGrpSpPr>
          <p:grpSpPr>
            <a:xfrm>
              <a:off x="528" y="255"/>
              <a:ext cx="4348" cy="407"/>
              <a:chOff x="528" y="255"/>
              <a:chExt cx="4348" cy="407"/>
            </a:xfrm>
          </p:grpSpPr>
          <p:graphicFrame>
            <p:nvGraphicFramePr>
              <p:cNvPr id="116740" name="对象 116739"/>
              <p:cNvGraphicFramePr/>
              <p:nvPr/>
            </p:nvGraphicFramePr>
            <p:xfrm>
              <a:off x="4128" y="288"/>
              <a:ext cx="748" cy="374"/>
            </p:xfrm>
            <a:graphic>
              <a:graphicData uri="http://schemas.openxmlformats.org/presentationml/2006/ole">
                <mc:AlternateContent xmlns:mc="http://schemas.openxmlformats.org/markup-compatibility/2006">
                  <mc:Choice xmlns:v="urn:schemas-microsoft-com:vml" Requires="v">
                    <p:oleObj spid="_x0000_s2" name="" r:id="rId1" imgW="381000" imgH="190500" progId="Equation.DSMT4">
                      <p:embed/>
                    </p:oleObj>
                  </mc:Choice>
                  <mc:Fallback>
                    <p:oleObj name="" r:id="rId1" imgW="381000" imgH="190500" progId="Equation.DSMT4">
                      <p:embed/>
                      <p:pic>
                        <p:nvPicPr>
                          <p:cNvPr id="0" name="对象 116739"/>
                          <p:cNvPicPr/>
                          <p:nvPr/>
                        </p:nvPicPr>
                        <p:blipFill>
                          <a:blip r:embed="rId2">
                            <a:lum bright="100000"/>
                          </a:blip>
                          <a:stretch>
                            <a:fillRect/>
                          </a:stretch>
                        </p:blipFill>
                        <p:spPr>
                          <a:xfrm>
                            <a:off x="4128" y="288"/>
                            <a:ext cx="748" cy="374"/>
                          </a:xfrm>
                          <a:prstGeom prst="rect">
                            <a:avLst/>
                          </a:prstGeom>
                          <a:noFill/>
                          <a:ln w="38100">
                            <a:noFill/>
                            <a:miter/>
                          </a:ln>
                        </p:spPr>
                      </p:pic>
                    </p:oleObj>
                  </mc:Fallback>
                </mc:AlternateContent>
              </a:graphicData>
            </a:graphic>
          </p:graphicFrame>
          <p:sp>
            <p:nvSpPr>
              <p:cNvPr id="116752" name="矩形 116751"/>
              <p:cNvSpPr/>
              <p:nvPr/>
            </p:nvSpPr>
            <p:spPr>
              <a:xfrm>
                <a:off x="528" y="255"/>
                <a:ext cx="3457" cy="365"/>
              </a:xfrm>
              <a:prstGeom prst="rect">
                <a:avLst/>
              </a:prstGeom>
              <a:noFill/>
              <a:ln w="9525">
                <a:noFill/>
              </a:ln>
            </p:spPr>
            <p:txBody>
              <a:bodyPr wrap="none" anchor="t" anchorCtr="0">
                <a:spAutoFit/>
              </a:bodyPr>
              <a:lstStyle/>
              <a:p>
                <a:r>
                  <a:rPr lang="zh-CN" altLang="en-US" sz="3200" dirty="0">
                    <a:effectLst>
                      <a:outerShdw blurRad="38100" dist="38100" dir="2700000">
                        <a:srgbClr val="000000"/>
                      </a:outerShdw>
                    </a:effectLst>
                    <a:latin typeface="Garamond" panose="02020404030301010803" pitchFamily="18" charset="0"/>
                    <a:ea typeface="楷体_GB2312" pitchFamily="49" charset="-122"/>
                  </a:rPr>
                  <a:t>求定解问题的不恒等于零的解</a:t>
                </a:r>
                <a:endParaRPr lang="zh-CN" altLang="en-US" sz="3200" dirty="0">
                  <a:effectLst>
                    <a:outerShdw blurRad="38100" dist="38100" dir="2700000">
                      <a:srgbClr val="000000"/>
                    </a:outerShdw>
                  </a:effectLst>
                  <a:latin typeface="Garamond" panose="02020404030301010803" pitchFamily="18" charset="0"/>
                  <a:ea typeface="楷体_GB2312" pitchFamily="49" charset="-122"/>
                </a:endParaRPr>
              </a:p>
            </p:txBody>
          </p:sp>
        </p:grpSp>
        <p:grpSp>
          <p:nvGrpSpPr>
            <p:cNvPr id="116755" name="组合 116754"/>
            <p:cNvGrpSpPr/>
            <p:nvPr/>
          </p:nvGrpSpPr>
          <p:grpSpPr>
            <a:xfrm>
              <a:off x="576" y="768"/>
              <a:ext cx="1485" cy="409"/>
              <a:chOff x="624" y="754"/>
              <a:chExt cx="1485" cy="409"/>
            </a:xfrm>
          </p:grpSpPr>
          <mc:AlternateContent xmlns:mc="http://schemas.openxmlformats.org/markup-compatibility/2006">
            <mc:Choice xmlns:a14="http://schemas.microsoft.com/office/drawing/2010/main" Requires="a14">
              <p:sp>
                <p:nvSpPr>
                  <p:cNvPr id="116742" name="对象 116741"/>
                  <p:cNvSpPr txBox="1"/>
                  <p:nvPr/>
                </p:nvSpPr>
                <p:spPr>
                  <a:xfrm>
                    <a:off x="1066" y="754"/>
                    <a:ext cx="1043" cy="409"/>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𝑇</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0</m:t>
                          </m:r>
                        </m:oMath>
                      </m:oMathPara>
                    </a14:m>
                    <a:endParaRPr lang="zh-CN" altLang="en-US" sz="2800" dirty="0"/>
                  </a:p>
                </p:txBody>
              </p:sp>
            </mc:Choice>
            <mc:Fallback>
              <p:sp>
                <p:nvSpPr>
                  <p:cNvPr id="116742" name="对象 116741"/>
                  <p:cNvSpPr txBox="1">
                    <a:spLocks noRot="1" noChangeAspect="1" noMove="1" noResize="1" noEditPoints="1" noAdjustHandles="1" noChangeArrowheads="1" noChangeShapeType="1" noTextEdit="1"/>
                  </p:cNvSpPr>
                  <p:nvPr/>
                </p:nvSpPr>
                <p:spPr>
                  <a:xfrm>
                    <a:off x="1066" y="754"/>
                    <a:ext cx="1043" cy="409"/>
                  </a:xfrm>
                  <a:prstGeom prst="rect">
                    <a:avLst/>
                  </a:prstGeom>
                  <a:blipFill rotWithShape="1">
                    <a:blip r:embed="rId3"/>
                  </a:blipFill>
                  <a:ln w="38100">
                    <a:noFill/>
                    <a:miter/>
                  </a:ln>
                </p:spPr>
                <p:txBody>
                  <a:bodyPr/>
                  <a:lstStyle/>
                  <a:p>
                    <a:r>
                      <a:rPr lang="zh-CN" altLang="en-US">
                        <a:noFill/>
                      </a:rPr>
                      <a:t> </a:t>
                    </a:r>
                  </a:p>
                </p:txBody>
              </p:sp>
            </mc:Fallback>
          </mc:AlternateContent>
          <p:sp>
            <p:nvSpPr>
              <p:cNvPr id="116754" name="矩形 116753"/>
              <p:cNvSpPr/>
              <p:nvPr/>
            </p:nvSpPr>
            <p:spPr>
              <a:xfrm>
                <a:off x="624" y="768"/>
                <a:ext cx="373" cy="365"/>
              </a:xfrm>
              <a:prstGeom prst="rect">
                <a:avLst/>
              </a:prstGeom>
              <a:noFill/>
              <a:ln w="9525">
                <a:noFill/>
              </a:ln>
            </p:spPr>
            <p:txBody>
              <a:bodyPr wrap="none" anchor="t" anchorCtr="0">
                <a:spAutoFit/>
              </a:bodyPr>
              <a:lstStyle/>
              <a:p>
                <a:r>
                  <a:rPr lang="zh-CN" altLang="en-US" sz="3200" dirty="0">
                    <a:latin typeface="Times New Roman" panose="02020603050405020304" pitchFamily="18" charset="0"/>
                    <a:ea typeface="楷体_GB2312" pitchFamily="49" charset="-122"/>
                  </a:rPr>
                  <a:t>须</a:t>
                </a:r>
                <a:endParaRPr lang="zh-CN" altLang="en-US" sz="3200" dirty="0">
                  <a:latin typeface="Times New Roman" panose="02020603050405020304" pitchFamily="18" charset="0"/>
                  <a:ea typeface="楷体_GB2312" pitchFamily="49" charset="-122"/>
                </a:endParaRPr>
              </a:p>
            </p:txBody>
          </p:sp>
        </p:grpSp>
        <p:grpSp>
          <p:nvGrpSpPr>
            <p:cNvPr id="116757" name="组合 116756"/>
            <p:cNvGrpSpPr/>
            <p:nvPr/>
          </p:nvGrpSpPr>
          <p:grpSpPr>
            <a:xfrm>
              <a:off x="2208" y="768"/>
              <a:ext cx="3552" cy="405"/>
              <a:chOff x="2208" y="768"/>
              <a:chExt cx="3552" cy="405"/>
            </a:xfrm>
          </p:grpSpPr>
          <mc:AlternateContent xmlns:mc="http://schemas.openxmlformats.org/markup-compatibility/2006">
            <mc:Choice xmlns:a14="http://schemas.microsoft.com/office/drawing/2010/main" Requires="a14">
              <p:sp>
                <p:nvSpPr>
                  <p:cNvPr id="116745" name="对象 116744"/>
                  <p:cNvSpPr txBox="1"/>
                  <p:nvPr/>
                </p:nvSpPr>
                <p:spPr>
                  <a:xfrm>
                    <a:off x="3174" y="768"/>
                    <a:ext cx="2586" cy="405"/>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𝑋</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0</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0</m:t>
                          </m:r>
                          <m:r>
                            <a:rPr lang="zh-CN" altLang="en-US" sz="2800" i="1">
                              <a:solidFill>
                                <a:srgbClr val="000000"/>
                              </a:solidFill>
                              <a:latin typeface="Cambria Math" panose="02040503050406030204" pitchFamily="18" charset="0"/>
                            </a:rPr>
                            <m:t>,</m:t>
                          </m:r>
                          <m:r>
                            <m:rPr>
                              <m:nor/>
                            </m:rPr>
                            <a:rPr lang="zh-CN" altLang="en-US" sz="2800" i="0">
                              <a:solidFill>
                                <a:srgbClr val="000000"/>
                              </a:solidFill>
                              <a:latin typeface="Cambria Math" panose="02040503050406030204" pitchFamily="18" charset="0"/>
                            </a:rPr>
                            <m:t> </m:t>
                          </m:r>
                          <m:r>
                            <a:rPr lang="zh-CN" altLang="en-US" sz="2800" i="1">
                              <a:solidFill>
                                <a:srgbClr val="000000"/>
                              </a:solidFill>
                              <a:latin typeface="Cambria Math" panose="02040503050406030204" pitchFamily="18" charset="0"/>
                            </a:rPr>
                            <m:t>𝑋</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𝑙</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0</m:t>
                          </m:r>
                        </m:oMath>
                      </m:oMathPara>
                    </a14:m>
                    <a:endParaRPr lang="zh-CN" altLang="en-US" sz="2800" dirty="0"/>
                  </a:p>
                </p:txBody>
              </p:sp>
            </mc:Choice>
            <mc:Fallback>
              <p:sp>
                <p:nvSpPr>
                  <p:cNvPr id="116745" name="对象 116744"/>
                  <p:cNvSpPr txBox="1">
                    <a:spLocks noRot="1" noChangeAspect="1" noMove="1" noResize="1" noEditPoints="1" noAdjustHandles="1" noChangeArrowheads="1" noChangeShapeType="1" noTextEdit="1"/>
                  </p:cNvSpPr>
                  <p:nvPr/>
                </p:nvSpPr>
                <p:spPr>
                  <a:xfrm>
                    <a:off x="3174" y="768"/>
                    <a:ext cx="2586" cy="405"/>
                  </a:xfrm>
                  <a:prstGeom prst="rect">
                    <a:avLst/>
                  </a:prstGeom>
                  <a:blipFill rotWithShape="1">
                    <a:blip r:embed="rId4"/>
                  </a:blipFill>
                  <a:ln w="38100">
                    <a:noFill/>
                    <a:miter/>
                  </a:ln>
                </p:spPr>
                <p:txBody>
                  <a:bodyPr/>
                  <a:lstStyle/>
                  <a:p>
                    <a:r>
                      <a:rPr lang="zh-CN" altLang="en-US">
                        <a:noFill/>
                      </a:rPr>
                      <a:t> </a:t>
                    </a:r>
                  </a:p>
                </p:txBody>
              </p:sp>
            </mc:Fallback>
          </mc:AlternateContent>
          <p:sp>
            <p:nvSpPr>
              <p:cNvPr id="116756" name="矩形 116755"/>
              <p:cNvSpPr/>
              <p:nvPr/>
            </p:nvSpPr>
            <p:spPr>
              <a:xfrm>
                <a:off x="2208" y="768"/>
                <a:ext cx="887" cy="365"/>
              </a:xfrm>
              <a:prstGeom prst="rect">
                <a:avLst/>
              </a:prstGeom>
              <a:noFill/>
              <a:ln w="9525">
                <a:noFill/>
              </a:ln>
            </p:spPr>
            <p:txBody>
              <a:bodyPr wrap="none" anchor="t" anchorCtr="0">
                <a:spAutoFit/>
              </a:bodyPr>
              <a:lstStyle/>
              <a:p>
                <a:r>
                  <a:rPr lang="zh-CN" altLang="en-US" sz="3200" dirty="0">
                    <a:effectLst>
                      <a:outerShdw blurRad="38100" dist="38100" dir="2700000">
                        <a:srgbClr val="000000"/>
                      </a:outerShdw>
                    </a:effectLst>
                    <a:latin typeface="Garamond" panose="02020404030301010803" pitchFamily="18" charset="0"/>
                    <a:ea typeface="楷体_GB2312" pitchFamily="49" charset="-122"/>
                  </a:rPr>
                  <a:t>因此得</a:t>
                </a:r>
                <a:endParaRPr lang="zh-CN" altLang="en-US" sz="3200" dirty="0">
                  <a:effectLst>
                    <a:outerShdw blurRad="38100" dist="38100" dir="2700000">
                      <a:srgbClr val="000000"/>
                    </a:outerShdw>
                  </a:effectLst>
                  <a:latin typeface="Garamond" panose="02020404030301010803" pitchFamily="18" charset="0"/>
                  <a:ea typeface="楷体_GB2312" pitchFamily="49"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16758"/>
                                        </p:tgtEl>
                                        <p:attrNameLst>
                                          <p:attrName>style.visibility</p:attrName>
                                        </p:attrNameLst>
                                      </p:cBhvr>
                                      <p:to>
                                        <p:strVal val="visible"/>
                                      </p:to>
                                    </p:set>
                                    <p:animEffect transition="in" filter="slide(fromBottom)">
                                      <p:cBhvr>
                                        <p:cTn id="7" dur="500"/>
                                        <p:tgtEl>
                                          <p:spTgt spid="11675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16747"/>
                                        </p:tgtEl>
                                        <p:attrNameLst>
                                          <p:attrName>style.visibility</p:attrName>
                                        </p:attrNameLst>
                                      </p:cBhvr>
                                      <p:to>
                                        <p:strVal val="visible"/>
                                      </p:to>
                                    </p:set>
                                    <p:animEffect transition="in" filter="slide(fromBottom)">
                                      <p:cBhvr>
                                        <p:cTn id="12" dur="500"/>
                                        <p:tgtEl>
                                          <p:spTgt spid="116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Rot="1"/>
          </p:cNvSpPr>
          <p:nvPr>
            <p:ph type="title"/>
          </p:nvPr>
        </p:nvSpPr>
        <p:spPr>
          <a:xfrm>
            <a:off x="1992314" y="549275"/>
            <a:ext cx="5894387" cy="719138"/>
          </a:xfrm>
        </p:spPr>
        <p:txBody>
          <a:bodyPr vert="horz" wrap="square" lIns="91440" tIns="45720" rIns="91440" bIns="45720" numCol="1" rtlCol="0" anchor="ctr" anchorCtr="0" compatLnSpc="1">
            <a:noAutofit/>
          </a:bodyPr>
          <a:lstStyle/>
          <a:p>
            <a:pPr algn="l" eaLnBrk="1" hangingPunct="1"/>
            <a:r>
              <a:rPr lang="en-US" altLang="zh-CN" sz="3600" dirty="0">
                <a:ea typeface="黑体" panose="02010609060101010101" pitchFamily="49" charset="-122"/>
              </a:rPr>
              <a:t>§4.1  </a:t>
            </a:r>
            <a:r>
              <a:rPr lang="zh-CN" altLang="en-US" sz="3600" dirty="0">
                <a:ea typeface="黑体" panose="02010609060101010101" pitchFamily="49" charset="-122"/>
              </a:rPr>
              <a:t>有界弦的自由振动</a:t>
            </a:r>
            <a:endParaRPr lang="zh-CN" altLang="en-US" sz="3600" dirty="0">
              <a:ea typeface="黑体" panose="02010609060101010101" pitchFamily="49" charset="-122"/>
            </a:endParaRPr>
          </a:p>
        </p:txBody>
      </p:sp>
      <p:sp>
        <p:nvSpPr>
          <p:cNvPr id="39940" name="Rectangle 4"/>
          <p:cNvSpPr/>
          <p:nvPr/>
        </p:nvSpPr>
        <p:spPr>
          <a:xfrm>
            <a:off x="1774825" y="1484314"/>
            <a:ext cx="5905500" cy="579437"/>
          </a:xfrm>
          <a:prstGeom prst="rect">
            <a:avLst/>
          </a:prstGeom>
          <a:noFill/>
          <a:ln w="9525">
            <a:noFill/>
          </a:ln>
        </p:spPr>
        <p:txBody>
          <a:bodyPr anchor="t" anchorCtr="0">
            <a:spAutoFit/>
          </a:bodyPr>
          <a:lstStyle/>
          <a:p>
            <a:r>
              <a:rPr lang="en-US" altLang="zh-CN" sz="2800" dirty="0">
                <a:solidFill>
                  <a:srgbClr val="050509"/>
                </a:solidFill>
                <a:latin typeface="华文中宋" panose="02010600040101010101" pitchFamily="2" charset="-122"/>
                <a:ea typeface="华文中宋" panose="02010600040101010101" pitchFamily="2" charset="-122"/>
              </a:rPr>
              <a:t>  </a:t>
            </a:r>
            <a:r>
              <a:rPr lang="zh-CN" altLang="en-US" sz="3200" b="1" dirty="0">
                <a:solidFill>
                  <a:schemeClr val="tx2"/>
                </a:solidFill>
                <a:latin typeface="黑体" panose="02010609060101010101" pitchFamily="49" charset="-122"/>
                <a:ea typeface="黑体" panose="02010609060101010101" pitchFamily="49" charset="-122"/>
              </a:rPr>
              <a:t>一</a:t>
            </a:r>
            <a:r>
              <a:rPr lang="en-US" altLang="zh-CN" sz="3200" b="1" dirty="0">
                <a:solidFill>
                  <a:schemeClr val="tx2"/>
                </a:solidFill>
                <a:latin typeface="黑体" panose="02010609060101010101" pitchFamily="49" charset="-122"/>
                <a:ea typeface="黑体" panose="02010609060101010101" pitchFamily="49" charset="-122"/>
              </a:rPr>
              <a:t>. </a:t>
            </a:r>
            <a:r>
              <a:rPr lang="zh-CN" altLang="en-US" sz="3200" b="1" dirty="0">
                <a:solidFill>
                  <a:schemeClr val="tx2"/>
                </a:solidFill>
                <a:latin typeface="黑体" panose="02010609060101010101" pitchFamily="49" charset="-122"/>
                <a:ea typeface="黑体" panose="02010609060101010101" pitchFamily="49" charset="-122"/>
              </a:rPr>
              <a:t>两端固定弦自由振动的解：</a:t>
            </a:r>
            <a:endParaRPr lang="zh-CN" altLang="en-US" sz="3200" b="1" dirty="0">
              <a:solidFill>
                <a:schemeClr val="tx2"/>
              </a:solidFill>
              <a:latin typeface="黑体" panose="02010609060101010101" pitchFamily="49" charset="-122"/>
              <a:ea typeface="黑体" panose="02010609060101010101" pitchFamily="49" charset="-122"/>
            </a:endParaRPr>
          </a:p>
        </p:txBody>
      </p:sp>
      <p:graphicFrame>
        <p:nvGraphicFramePr>
          <p:cNvPr id="6147" name="Object 6"/>
          <p:cNvGraphicFramePr>
            <a:graphicFrameLocks noChangeAspect="1"/>
          </p:cNvGraphicFramePr>
          <p:nvPr/>
        </p:nvGraphicFramePr>
        <p:xfrm>
          <a:off x="2279650" y="3284538"/>
          <a:ext cx="7793038" cy="3003550"/>
        </p:xfrm>
        <a:graphic>
          <a:graphicData uri="http://schemas.openxmlformats.org/presentationml/2006/ole">
            <mc:AlternateContent xmlns:mc="http://schemas.openxmlformats.org/markup-compatibility/2006">
              <mc:Choice xmlns:v="urn:schemas-microsoft-com:vml" Requires="v">
                <p:oleObj spid="_x0000_s2" name="" r:id="rId1" imgW="7150100" imgH="2755900" progId="Equation.DSMT4">
                  <p:embed/>
                </p:oleObj>
              </mc:Choice>
              <mc:Fallback>
                <p:oleObj name="" r:id="rId1" imgW="7150100" imgH="2755900" progId="Equation.DSMT4">
                  <p:embed/>
                  <p:pic>
                    <p:nvPicPr>
                      <p:cNvPr id="0" name="Object 6"/>
                      <p:cNvPicPr/>
                      <p:nvPr/>
                    </p:nvPicPr>
                    <p:blipFill>
                      <a:blip r:embed="rId2"/>
                      <a:stretch>
                        <a:fillRect/>
                      </a:stretch>
                    </p:blipFill>
                    <p:spPr>
                      <a:xfrm>
                        <a:off x="2279650" y="3284538"/>
                        <a:ext cx="7793038" cy="3003550"/>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39943" name="Rectangle 7"/>
          <p:cNvSpPr/>
          <p:nvPr/>
        </p:nvSpPr>
        <p:spPr>
          <a:xfrm>
            <a:off x="2279650" y="2205038"/>
            <a:ext cx="7632700" cy="946150"/>
          </a:xfrm>
          <a:prstGeom prst="rect">
            <a:avLst/>
          </a:prstGeom>
          <a:noFill/>
          <a:ln w="25400">
            <a:noFill/>
          </a:ln>
        </p:spPr>
        <p:txBody>
          <a:bodyPr anchor="t" anchorCtr="0">
            <a:spAutoFit/>
          </a:bodyPr>
          <a:lstStyle/>
          <a:p>
            <a:pPr marL="342900" indent="-342900">
              <a:spcBef>
                <a:spcPct val="20000"/>
              </a:spcBef>
            </a:pPr>
            <a:r>
              <a:rPr lang="en-US" altLang="zh-CN" sz="2800" b="1" dirty="0">
                <a:solidFill>
                  <a:srgbClr val="2B03BD"/>
                </a:solidFill>
                <a:latin typeface="黑体" panose="02010609060101010101" pitchFamily="49" charset="-122"/>
                <a:ea typeface="黑体" panose="02010609060101010101" pitchFamily="49" charset="-122"/>
              </a:rPr>
              <a:t>1.</a:t>
            </a:r>
            <a:r>
              <a:rPr lang="zh-CN" altLang="en-US" sz="2800" b="1" dirty="0">
                <a:solidFill>
                  <a:srgbClr val="2B03BD"/>
                </a:solidFill>
                <a:latin typeface="黑体" panose="02010609060101010101" pitchFamily="49" charset="-122"/>
                <a:ea typeface="黑体" panose="02010609060101010101" pitchFamily="49" charset="-122"/>
              </a:rPr>
              <a:t>定解问题及特点：二阶、线性、齐次、常系数、齐次边界、非齐次初始、偏微分方程</a:t>
            </a:r>
            <a:endParaRPr lang="zh-CN" altLang="en-US" sz="2800" b="1" dirty="0">
              <a:solidFill>
                <a:srgbClr val="2B03BD"/>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9940"/>
                                        </p:tgtEl>
                                        <p:attrNameLst>
                                          <p:attrName>style.visibility</p:attrName>
                                        </p:attrNameLst>
                                      </p:cBhvr>
                                      <p:to>
                                        <p:strVal val="visible"/>
                                      </p:to>
                                    </p:set>
                                    <p:animEffect transition="in" filter="wipe(down)">
                                      <p:cBhvr>
                                        <p:cTn id="7" dur="500"/>
                                        <p:tgtEl>
                                          <p:spTgt spid="399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9943"/>
                                        </p:tgtEl>
                                        <p:attrNameLst>
                                          <p:attrName>style.visibility</p:attrName>
                                        </p:attrNameLst>
                                      </p:cBhvr>
                                      <p:to>
                                        <p:strVal val="visible"/>
                                      </p:to>
                                    </p:set>
                                    <p:animEffect transition="in" filter="wipe(up)">
                                      <p:cBhvr>
                                        <p:cTn id="12" dur="1000"/>
                                        <p:tgtEl>
                                          <p:spTgt spid="39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p:bldP spid="3994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4131" name="Object 3"/>
          <p:cNvGraphicFramePr>
            <a:graphicFrameLocks noChangeAspect="1"/>
          </p:cNvGraphicFramePr>
          <p:nvPr/>
        </p:nvGraphicFramePr>
        <p:xfrm>
          <a:off x="2466975" y="735014"/>
          <a:ext cx="7473950" cy="2687637"/>
        </p:xfrm>
        <a:graphic>
          <a:graphicData uri="http://schemas.openxmlformats.org/presentationml/2006/ole">
            <mc:AlternateContent xmlns:mc="http://schemas.openxmlformats.org/markup-compatibility/2006">
              <mc:Choice xmlns:v="urn:schemas-microsoft-com:vml" Requires="v">
                <p:oleObj spid="_x0000_s2" name="" r:id="rId1" imgW="3111500" imgH="1117600" progId="Equation.DSMT4">
                  <p:embed/>
                </p:oleObj>
              </mc:Choice>
              <mc:Fallback>
                <p:oleObj name="" r:id="rId1" imgW="3111500" imgH="1117600" progId="Equation.DSMT4">
                  <p:embed/>
                  <p:pic>
                    <p:nvPicPr>
                      <p:cNvPr id="0" name="Object 3"/>
                      <p:cNvPicPr/>
                      <p:nvPr/>
                    </p:nvPicPr>
                    <p:blipFill>
                      <a:blip r:embed="rId2"/>
                      <a:stretch>
                        <a:fillRect/>
                      </a:stretch>
                    </p:blipFill>
                    <p:spPr>
                      <a:xfrm>
                        <a:off x="2466975" y="735014"/>
                        <a:ext cx="7473950" cy="2687637"/>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7170" name="Rectangle 5"/>
          <p:cNvSpPr/>
          <p:nvPr/>
        </p:nvSpPr>
        <p:spPr>
          <a:xfrm>
            <a:off x="2279650" y="3860800"/>
            <a:ext cx="1752600" cy="496888"/>
          </a:xfrm>
          <a:prstGeom prst="rect">
            <a:avLst/>
          </a:prstGeom>
          <a:noFill/>
          <a:ln w="9525">
            <a:noFill/>
          </a:ln>
        </p:spPr>
        <p:txBody>
          <a:bodyPr anchor="t" anchorCtr="0"/>
          <a:lstStyle/>
          <a:p>
            <a:pPr marL="342900" indent="-342900">
              <a:lnSpc>
                <a:spcPct val="90000"/>
              </a:lnSpc>
              <a:spcBef>
                <a:spcPct val="20000"/>
              </a:spcBef>
              <a:buClr>
                <a:schemeClr val="folHlink"/>
              </a:buClr>
              <a:buSzPct val="60000"/>
            </a:pPr>
            <a:r>
              <a:rPr lang="zh-CN" altLang="en-US" sz="2800" b="1" dirty="0">
                <a:solidFill>
                  <a:srgbClr val="2B03BD"/>
                </a:solidFill>
                <a:latin typeface="Tahoma" panose="020B0604030504040204" pitchFamily="34" charset="0"/>
                <a:ea typeface="黑体" panose="02010609060101010101" pitchFamily="49" charset="-122"/>
              </a:rPr>
              <a:t>物理解释：</a:t>
            </a:r>
            <a:endParaRPr lang="zh-CN" altLang="en-US" sz="2800" b="1" dirty="0">
              <a:solidFill>
                <a:srgbClr val="2B03BD"/>
              </a:solidFill>
              <a:latin typeface="Tahoma" panose="020B0604030504040204" pitchFamily="34" charset="0"/>
              <a:ea typeface="黑体" panose="02010609060101010101" pitchFamily="49" charset="-122"/>
            </a:endParaRPr>
          </a:p>
        </p:txBody>
      </p:sp>
      <p:sp>
        <p:nvSpPr>
          <p:cNvPr id="7171" name="Rectangle 6"/>
          <p:cNvSpPr/>
          <p:nvPr/>
        </p:nvSpPr>
        <p:spPr>
          <a:xfrm>
            <a:off x="2351089" y="4365625"/>
            <a:ext cx="7488237" cy="1371600"/>
          </a:xfrm>
          <a:prstGeom prst="rect">
            <a:avLst/>
          </a:prstGeom>
          <a:noFill/>
          <a:ln w="9525">
            <a:noFill/>
          </a:ln>
        </p:spPr>
        <p:txBody>
          <a:bodyPr anchor="t" anchorCtr="0"/>
          <a:lstStyle/>
          <a:p>
            <a:pPr marL="342900" indent="-342900">
              <a:lnSpc>
                <a:spcPct val="150000"/>
              </a:lnSpc>
              <a:spcBef>
                <a:spcPct val="20000"/>
              </a:spcBef>
              <a:buClr>
                <a:schemeClr val="folHlink"/>
              </a:buClr>
              <a:buSzPct val="60000"/>
            </a:pPr>
            <a:r>
              <a:rPr lang="en-US" altLang="zh-CN" sz="2800" dirty="0">
                <a:latin typeface="Tahoma" panose="020B0604030504040204" pitchFamily="34" charset="0"/>
                <a:ea typeface="宋体" panose="02010600030101010101" pitchFamily="2" charset="-122"/>
              </a:rPr>
              <a:t>       </a:t>
            </a:r>
            <a:r>
              <a:rPr lang="zh-CN" altLang="en-US" sz="2800" b="1" dirty="0">
                <a:solidFill>
                  <a:srgbClr val="2B03BD"/>
                </a:solidFill>
                <a:latin typeface="Tahoma" panose="020B0604030504040204" pitchFamily="34" charset="0"/>
                <a:ea typeface="黑体" panose="02010609060101010101" pitchFamily="49" charset="-122"/>
              </a:rPr>
              <a:t>一根长为 </a:t>
            </a:r>
            <a:r>
              <a:rPr lang="en-US" altLang="zh-CN" sz="2800" b="1" i="1" dirty="0">
                <a:solidFill>
                  <a:srgbClr val="2B03BD"/>
                </a:solidFill>
                <a:latin typeface="Times New Roman" panose="02020603050405020304" pitchFamily="18" charset="0"/>
                <a:ea typeface="黑体" panose="02010609060101010101" pitchFamily="49" charset="-122"/>
              </a:rPr>
              <a:t>l</a:t>
            </a:r>
            <a:r>
              <a:rPr lang="en-US" altLang="zh-CN" sz="2800" b="1" dirty="0">
                <a:solidFill>
                  <a:srgbClr val="2B03BD"/>
                </a:solidFill>
                <a:latin typeface="Tahoma" panose="020B0604030504040204" pitchFamily="34" charset="0"/>
                <a:ea typeface="黑体" panose="02010609060101010101" pitchFamily="49" charset="-122"/>
              </a:rPr>
              <a:t> </a:t>
            </a:r>
            <a:r>
              <a:rPr lang="zh-CN" altLang="en-US" sz="2800" b="1" dirty="0">
                <a:solidFill>
                  <a:srgbClr val="2B03BD"/>
                </a:solidFill>
                <a:latin typeface="Tahoma" panose="020B0604030504040204" pitchFamily="34" charset="0"/>
                <a:ea typeface="黑体" panose="02010609060101010101" pitchFamily="49" charset="-122"/>
              </a:rPr>
              <a:t>的弦，两端固定，给定初始位移和速度，在没有强迫外力作用下的振动。</a:t>
            </a:r>
            <a:endParaRPr lang="zh-CN" altLang="en-US" sz="2800" b="1" dirty="0">
              <a:solidFill>
                <a:srgbClr val="2B03BD"/>
              </a:solidFill>
              <a:latin typeface="Tahoma" panose="020B060403050404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04131"/>
                                        </p:tgtEl>
                                        <p:attrNameLst>
                                          <p:attrName>style.visibility</p:attrName>
                                        </p:attrNameLst>
                                      </p:cBhvr>
                                      <p:to>
                                        <p:strVal val="visible"/>
                                      </p:to>
                                    </p:set>
                                    <p:animEffect transition="in" filter="checkerboard(across)">
                                      <p:cBhvr>
                                        <p:cTn id="7" dur="500"/>
                                        <p:tgtEl>
                                          <p:spTgt spid="304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p:nvPr/>
        </p:nvSpPr>
        <p:spPr>
          <a:xfrm>
            <a:off x="2135189" y="1196976"/>
            <a:ext cx="8135937" cy="1800225"/>
          </a:xfrm>
          <a:prstGeom prst="rect">
            <a:avLst/>
          </a:prstGeom>
          <a:noFill/>
          <a:ln w="25400">
            <a:noFill/>
          </a:ln>
        </p:spPr>
        <p:txBody>
          <a:bodyPr anchor="ctr" anchorCtr="0">
            <a:spAutoFit/>
          </a:bodyPr>
          <a:lstStyle/>
          <a:p>
            <a:r>
              <a:rPr lang="zh-CN" altLang="en-US" sz="2800" b="1" dirty="0">
                <a:solidFill>
                  <a:schemeClr val="tx2"/>
                </a:solidFill>
                <a:latin typeface="黑体" panose="02010609060101010101" pitchFamily="49" charset="-122"/>
                <a:ea typeface="黑体" panose="02010609060101010101" pitchFamily="49" charset="-122"/>
              </a:rPr>
              <a:t>思路：</a:t>
            </a:r>
            <a:r>
              <a:rPr lang="zh-CN" altLang="en-US" sz="2800" b="1" dirty="0">
                <a:solidFill>
                  <a:srgbClr val="2B03BD"/>
                </a:solidFill>
                <a:latin typeface="黑体" panose="02010609060101010101" pitchFamily="49" charset="-122"/>
                <a:ea typeface="黑体" panose="02010609060101010101" pitchFamily="49" charset="-122"/>
              </a:rPr>
              <a:t>先寻找齐次方程</a:t>
            </a:r>
            <a:r>
              <a:rPr lang="en-US" altLang="zh-CN" sz="2800" b="1" dirty="0">
                <a:solidFill>
                  <a:srgbClr val="2B03BD"/>
                </a:solidFill>
                <a:latin typeface="黑体" panose="02010609060101010101" pitchFamily="49" charset="-122"/>
                <a:ea typeface="黑体" panose="02010609060101010101" pitchFamily="49" charset="-122"/>
              </a:rPr>
              <a:t>(4.1)</a:t>
            </a:r>
            <a:r>
              <a:rPr lang="zh-CN" altLang="en-US" sz="2800" b="1" dirty="0">
                <a:solidFill>
                  <a:srgbClr val="2B03BD"/>
                </a:solidFill>
                <a:latin typeface="黑体" panose="02010609060101010101" pitchFamily="49" charset="-122"/>
                <a:ea typeface="黑体" panose="02010609060101010101" pitchFamily="49" charset="-122"/>
              </a:rPr>
              <a:t>满足边界条件</a:t>
            </a:r>
            <a:r>
              <a:rPr lang="en-US" altLang="zh-CN" sz="2800" b="1" dirty="0">
                <a:solidFill>
                  <a:srgbClr val="2B03BD"/>
                </a:solidFill>
                <a:latin typeface="黑体" panose="02010609060101010101" pitchFamily="49" charset="-122"/>
                <a:ea typeface="黑体" panose="02010609060101010101" pitchFamily="49" charset="-122"/>
              </a:rPr>
              <a:t>(4.2)</a:t>
            </a:r>
            <a:r>
              <a:rPr lang="zh-CN" altLang="en-US" sz="2800" b="1" dirty="0">
                <a:solidFill>
                  <a:srgbClr val="2B03BD"/>
                </a:solidFill>
                <a:latin typeface="黑体" panose="02010609060101010101" pitchFamily="49" charset="-122"/>
                <a:ea typeface="黑体" panose="02010609060101010101" pitchFamily="49" charset="-122"/>
              </a:rPr>
              <a:t>的足够多个具有简单形式</a:t>
            </a:r>
            <a:r>
              <a:rPr lang="en-US" altLang="zh-CN" sz="2800" b="1" dirty="0">
                <a:solidFill>
                  <a:srgbClr val="2B03BD"/>
                </a:solidFill>
                <a:latin typeface="黑体" panose="02010609060101010101" pitchFamily="49" charset="-122"/>
                <a:ea typeface="黑体" panose="02010609060101010101" pitchFamily="49" charset="-122"/>
              </a:rPr>
              <a:t>(</a:t>
            </a:r>
            <a:r>
              <a:rPr lang="zh-CN" altLang="en-US" sz="2800" b="1" dirty="0">
                <a:solidFill>
                  <a:srgbClr val="2B03BD"/>
                </a:solidFill>
                <a:latin typeface="黑体" panose="02010609060101010101" pitchFamily="49" charset="-122"/>
                <a:ea typeface="黑体" panose="02010609060101010101" pitchFamily="49" charset="-122"/>
              </a:rPr>
              <a:t>变量被分离</a:t>
            </a:r>
            <a:r>
              <a:rPr lang="en-US" altLang="zh-CN" sz="2800" b="1" dirty="0">
                <a:solidFill>
                  <a:srgbClr val="2B03BD"/>
                </a:solidFill>
                <a:latin typeface="黑体" panose="02010609060101010101" pitchFamily="49" charset="-122"/>
                <a:ea typeface="黑体" panose="02010609060101010101" pitchFamily="49" charset="-122"/>
              </a:rPr>
              <a:t>)</a:t>
            </a:r>
            <a:r>
              <a:rPr lang="zh-CN" altLang="en-US" sz="2800" b="1" dirty="0">
                <a:solidFill>
                  <a:srgbClr val="2B03BD"/>
                </a:solidFill>
                <a:latin typeface="黑体" panose="02010609060101010101" pitchFamily="49" charset="-122"/>
                <a:ea typeface="黑体" panose="02010609060101010101" pitchFamily="49" charset="-122"/>
              </a:rPr>
              <a:t>的特解</a:t>
            </a:r>
            <a:r>
              <a:rPr lang="en-US" altLang="zh-CN" sz="2800" b="1" dirty="0">
                <a:solidFill>
                  <a:srgbClr val="2B03BD"/>
                </a:solidFill>
                <a:latin typeface="黑体" panose="02010609060101010101" pitchFamily="49" charset="-122"/>
                <a:ea typeface="黑体" panose="02010609060101010101" pitchFamily="49" charset="-122"/>
              </a:rPr>
              <a:t>, </a:t>
            </a:r>
            <a:r>
              <a:rPr lang="zh-CN" altLang="en-US" sz="2800" b="1" dirty="0">
                <a:solidFill>
                  <a:srgbClr val="2B03BD"/>
                </a:solidFill>
                <a:latin typeface="黑体" panose="02010609060101010101" pitchFamily="49" charset="-122"/>
                <a:ea typeface="黑体" panose="02010609060101010101" pitchFamily="49" charset="-122"/>
              </a:rPr>
              <a:t>再运用叠加原理</a:t>
            </a:r>
            <a:r>
              <a:rPr lang="en-US" altLang="zh-CN" sz="2800" b="1" dirty="0">
                <a:solidFill>
                  <a:srgbClr val="2B03BD"/>
                </a:solidFill>
                <a:latin typeface="黑体" panose="02010609060101010101" pitchFamily="49" charset="-122"/>
                <a:ea typeface="黑体" panose="02010609060101010101" pitchFamily="49" charset="-122"/>
              </a:rPr>
              <a:t>,</a:t>
            </a:r>
            <a:r>
              <a:rPr lang="zh-CN" altLang="en-US" sz="2800" b="1" dirty="0">
                <a:solidFill>
                  <a:srgbClr val="2B03BD"/>
                </a:solidFill>
                <a:latin typeface="黑体" panose="02010609060101010101" pitchFamily="49" charset="-122"/>
                <a:ea typeface="黑体" panose="02010609060101010101" pitchFamily="49" charset="-122"/>
              </a:rPr>
              <a:t>对它们作线性组合使得线性组合满足初始条件</a:t>
            </a:r>
            <a:r>
              <a:rPr lang="en-US" altLang="zh-CN" sz="2800" b="1" dirty="0">
                <a:solidFill>
                  <a:srgbClr val="2B03BD"/>
                </a:solidFill>
                <a:latin typeface="黑体" panose="02010609060101010101" pitchFamily="49" charset="-122"/>
                <a:ea typeface="黑体" panose="02010609060101010101" pitchFamily="49" charset="-122"/>
              </a:rPr>
              <a:t>(4.3)</a:t>
            </a:r>
            <a:r>
              <a:rPr lang="zh-CN" altLang="en-US" sz="2800" b="1" dirty="0">
                <a:solidFill>
                  <a:srgbClr val="2B03BD"/>
                </a:solidFill>
                <a:latin typeface="黑体" panose="02010609060101010101" pitchFamily="49" charset="-122"/>
                <a:ea typeface="黑体" panose="02010609060101010101" pitchFamily="49" charset="-122"/>
              </a:rPr>
              <a:t>。</a:t>
            </a:r>
            <a:endParaRPr lang="zh-CN" altLang="en-US" sz="2800" b="1" dirty="0">
              <a:solidFill>
                <a:srgbClr val="2B03BD"/>
              </a:solidFill>
              <a:latin typeface="黑体" panose="02010609060101010101" pitchFamily="49" charset="-122"/>
              <a:ea typeface="黑体" panose="02010609060101010101" pitchFamily="49" charset="-122"/>
            </a:endParaRPr>
          </a:p>
        </p:txBody>
      </p:sp>
      <p:sp>
        <p:nvSpPr>
          <p:cNvPr id="40963" name="Rectangle 3"/>
          <p:cNvSpPr/>
          <p:nvPr/>
        </p:nvSpPr>
        <p:spPr>
          <a:xfrm>
            <a:off x="2135189" y="3136900"/>
            <a:ext cx="8137525" cy="1373188"/>
          </a:xfrm>
          <a:prstGeom prst="rect">
            <a:avLst/>
          </a:prstGeom>
          <a:noFill/>
          <a:ln w="25400">
            <a:noFill/>
          </a:ln>
        </p:spPr>
        <p:txBody>
          <a:bodyPr anchor="ctr" anchorCtr="0">
            <a:spAutoFit/>
          </a:bodyPr>
          <a:lstStyle/>
          <a:p>
            <a:r>
              <a:rPr lang="zh-CN" altLang="en-US" sz="2800" b="1" dirty="0">
                <a:solidFill>
                  <a:schemeClr val="tx2"/>
                </a:solidFill>
                <a:latin typeface="黑体" panose="02010609060101010101" pitchFamily="49" charset="-122"/>
                <a:ea typeface="黑体" panose="02010609060101010101" pitchFamily="49" charset="-122"/>
              </a:rPr>
              <a:t>物理背景：</a:t>
            </a:r>
            <a:r>
              <a:rPr lang="zh-CN" altLang="en-US" sz="2800" b="1" dirty="0">
                <a:solidFill>
                  <a:srgbClr val="2B03BD"/>
                </a:solidFill>
                <a:latin typeface="黑体" panose="02010609060101010101" pitchFamily="49" charset="-122"/>
                <a:ea typeface="黑体" panose="02010609060101010101" pitchFamily="49" charset="-122"/>
              </a:rPr>
              <a:t>乐器发出的声音可以分解成不同频率的单音。每种单音在振动时形成正弦曲线，其振幅依赖于时间</a:t>
            </a:r>
            <a:r>
              <a:rPr lang="en-US" altLang="zh-CN" sz="2800" b="1" i="1" dirty="0">
                <a:solidFill>
                  <a:srgbClr val="2B03BD"/>
                </a:solidFill>
                <a:latin typeface="Times New Roman" panose="02020603050405020304" pitchFamily="18" charset="0"/>
                <a:ea typeface="黑体" panose="02010609060101010101" pitchFamily="49" charset="-122"/>
              </a:rPr>
              <a:t>t </a:t>
            </a:r>
            <a:r>
              <a:rPr lang="zh-CN" altLang="en-US" sz="2800" b="1" dirty="0">
                <a:solidFill>
                  <a:srgbClr val="2B03BD"/>
                </a:solidFill>
                <a:latin typeface="黑体" panose="02010609060101010101" pitchFamily="49" charset="-122"/>
                <a:ea typeface="黑体" panose="02010609060101010101" pitchFamily="49" charset="-122"/>
              </a:rPr>
              <a:t>，每个单音可表示为：</a:t>
            </a:r>
            <a:endParaRPr lang="zh-CN" altLang="en-US" sz="2800" b="1" dirty="0">
              <a:solidFill>
                <a:srgbClr val="2B03BD"/>
              </a:solidFill>
              <a:latin typeface="黑体" panose="02010609060101010101" pitchFamily="49" charset="-122"/>
              <a:ea typeface="黑体" panose="02010609060101010101" pitchFamily="49" charset="-122"/>
            </a:endParaRPr>
          </a:p>
        </p:txBody>
      </p:sp>
      <p:sp>
        <p:nvSpPr>
          <p:cNvPr id="9219" name="Rectangle 4"/>
          <p:cNvSpPr/>
          <p:nvPr/>
        </p:nvSpPr>
        <p:spPr>
          <a:xfrm>
            <a:off x="6003635" y="3244334"/>
            <a:ext cx="184731" cy="369332"/>
          </a:xfrm>
          <a:prstGeom prst="rect">
            <a:avLst/>
          </a:prstGeom>
          <a:noFill/>
          <a:ln w="25400">
            <a:noFill/>
          </a:ln>
        </p:spPr>
        <p:txBody>
          <a:bodyPr wrap="none" anchor="ctr"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graphicFrame>
        <p:nvGraphicFramePr>
          <p:cNvPr id="40965" name="Object 5"/>
          <p:cNvGraphicFramePr>
            <a:graphicFrameLocks noChangeAspect="1"/>
          </p:cNvGraphicFramePr>
          <p:nvPr/>
        </p:nvGraphicFramePr>
        <p:xfrm>
          <a:off x="2711451" y="4868864"/>
          <a:ext cx="3311525" cy="523875"/>
        </p:xfrm>
        <a:graphic>
          <a:graphicData uri="http://schemas.openxmlformats.org/presentationml/2006/ole">
            <mc:AlternateContent xmlns:mc="http://schemas.openxmlformats.org/markup-compatibility/2006">
              <mc:Choice xmlns:v="urn:schemas-microsoft-com:vml" Requires="v">
                <p:oleObj spid="_x0000_s2" name="" r:id="rId1" imgW="3098800" imgH="495300" progId="Equation.DSMT4">
                  <p:embed/>
                </p:oleObj>
              </mc:Choice>
              <mc:Fallback>
                <p:oleObj name="" r:id="rId1" imgW="3098800" imgH="495300" progId="Equation.DSMT4">
                  <p:embed/>
                  <p:pic>
                    <p:nvPicPr>
                      <p:cNvPr id="0" name="Object 5"/>
                      <p:cNvPicPr/>
                      <p:nvPr/>
                    </p:nvPicPr>
                    <p:blipFill>
                      <a:blip r:embed="rId2"/>
                      <a:stretch>
                        <a:fillRect/>
                      </a:stretch>
                    </p:blipFill>
                    <p:spPr>
                      <a:xfrm>
                        <a:off x="2711451" y="4868864"/>
                        <a:ext cx="3311525" cy="523875"/>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9221" name="AutoShape 6"/>
          <p:cNvSpPr/>
          <p:nvPr/>
        </p:nvSpPr>
        <p:spPr>
          <a:xfrm>
            <a:off x="7032625" y="4149726"/>
            <a:ext cx="3384550" cy="2232025"/>
          </a:xfrm>
          <a:prstGeom prst="cloudCallout">
            <a:avLst>
              <a:gd name="adj1" fmla="val -108866"/>
              <a:gd name="adj2" fmla="val -18634"/>
            </a:avLst>
          </a:prstGeom>
          <a:solidFill>
            <a:srgbClr val="00FFFF"/>
          </a:solidFill>
          <a:ln w="9525" cap="flat" cmpd="sng">
            <a:solidFill>
              <a:schemeClr val="tx1"/>
            </a:solidFill>
            <a:prstDash val="solid"/>
            <a:round/>
            <a:headEnd type="none" w="med" len="med"/>
            <a:tailEnd type="none" w="med" len="med"/>
          </a:ln>
        </p:spPr>
        <p:txBody>
          <a:bodyPr anchor="t" anchorCtr="0"/>
          <a:lstStyle/>
          <a:p>
            <a:pPr algn="ctr" eaLnBrk="0" hangingPunct="0"/>
            <a:r>
              <a:rPr lang="zh-CN" altLang="en-US" b="1" dirty="0">
                <a:solidFill>
                  <a:schemeClr val="tx2"/>
                </a:solidFill>
                <a:latin typeface="Arial" panose="020B0604020202020204" pitchFamily="34" charset="0"/>
                <a:ea typeface="楷体_GB2312" pitchFamily="49" charset="-122"/>
              </a:rPr>
              <a:t>任何振动都可分解为各种频率、振幅的简谐振动的叠加</a:t>
            </a:r>
            <a:endParaRPr lang="zh-CN" altLang="en-US" b="1" dirty="0">
              <a:solidFill>
                <a:schemeClr val="tx2"/>
              </a:solidFill>
              <a:latin typeface="Arial" panose="020B0604020202020204" pitchFamily="34" charset="0"/>
              <a:ea typeface="楷体_GB2312" pitchFamily="49" charset="-122"/>
            </a:endParaRPr>
          </a:p>
        </p:txBody>
      </p:sp>
      <p:sp>
        <p:nvSpPr>
          <p:cNvPr id="9222" name="Rectangle 7"/>
          <p:cNvSpPr/>
          <p:nvPr/>
        </p:nvSpPr>
        <p:spPr>
          <a:xfrm>
            <a:off x="1992314" y="476251"/>
            <a:ext cx="4100803" cy="584775"/>
          </a:xfrm>
          <a:prstGeom prst="rect">
            <a:avLst/>
          </a:prstGeom>
          <a:noFill/>
          <a:ln w="9525">
            <a:noFill/>
          </a:ln>
        </p:spPr>
        <p:txBody>
          <a:bodyPr wrap="none" anchor="t" anchorCtr="0">
            <a:spAutoFit/>
          </a:bodyPr>
          <a:lstStyle/>
          <a:p>
            <a:r>
              <a:rPr lang="en-US" altLang="zh-CN" sz="3200" b="1" dirty="0">
                <a:solidFill>
                  <a:schemeClr val="tx2"/>
                </a:solidFill>
                <a:latin typeface="黑体" panose="02010609060101010101" pitchFamily="49" charset="-122"/>
                <a:ea typeface="黑体" panose="02010609060101010101" pitchFamily="49" charset="-122"/>
              </a:rPr>
              <a:t>2. </a:t>
            </a:r>
            <a:r>
              <a:rPr lang="zh-CN" altLang="en-US" sz="3200" b="1" dirty="0">
                <a:solidFill>
                  <a:schemeClr val="tx2"/>
                </a:solidFill>
                <a:latin typeface="黑体" panose="02010609060101010101" pitchFamily="49" charset="-122"/>
                <a:ea typeface="黑体" panose="02010609060101010101" pitchFamily="49" charset="-122"/>
              </a:rPr>
              <a:t>思路及物理背景：</a:t>
            </a:r>
            <a:endParaRPr lang="zh-CN" altLang="en-US" sz="3200" b="1" dirty="0">
              <a:solidFill>
                <a:srgbClr val="2B03BD"/>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0963"/>
                                        </p:tgtEl>
                                        <p:attrNameLst>
                                          <p:attrName>style.visibility</p:attrName>
                                        </p:attrNameLst>
                                      </p:cBhvr>
                                      <p:to>
                                        <p:strVal val="visible"/>
                                      </p:to>
                                    </p:set>
                                    <p:animEffect transition="in" filter="wipe(up)">
                                      <p:cBhvr>
                                        <p:cTn id="7" dur="500"/>
                                        <p:tgtEl>
                                          <p:spTgt spid="409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0965"/>
                                        </p:tgtEl>
                                        <p:attrNameLst>
                                          <p:attrName>style.visibility</p:attrName>
                                        </p:attrNameLst>
                                      </p:cBhvr>
                                      <p:to>
                                        <p:strVal val="visible"/>
                                      </p:to>
                                    </p:set>
                                    <p:animEffect transition="in" filter="wipe(up)">
                                      <p:cBhvr>
                                        <p:cTn id="12" dur="500"/>
                                        <p:tgtEl>
                                          <p:spTgt spid="409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p:nvPr/>
        </p:nvSpPr>
        <p:spPr>
          <a:xfrm>
            <a:off x="2208214" y="1268414"/>
            <a:ext cx="8135937" cy="1152525"/>
          </a:xfrm>
          <a:prstGeom prst="rect">
            <a:avLst/>
          </a:prstGeom>
          <a:noFill/>
          <a:ln w="9525">
            <a:noFill/>
          </a:ln>
        </p:spPr>
        <p:txBody>
          <a:bodyPr anchor="t" anchorCtr="0"/>
          <a:lstStyle/>
          <a:p>
            <a:pPr>
              <a:lnSpc>
                <a:spcPct val="130000"/>
              </a:lnSpc>
            </a:pPr>
            <a:r>
              <a:rPr lang="zh-CN" altLang="en-US" sz="2800" b="1" dirty="0">
                <a:solidFill>
                  <a:srgbClr val="2B03BD"/>
                </a:solidFill>
                <a:latin typeface="黑体" panose="02010609060101010101" pitchFamily="49" charset="-122"/>
                <a:ea typeface="黑体" panose="02010609060101010101" pitchFamily="49" charset="-122"/>
              </a:rPr>
              <a:t>设</a:t>
            </a:r>
            <a:r>
              <a:rPr lang="zh-CN" altLang="en-US" sz="2800" b="1" dirty="0">
                <a:solidFill>
                  <a:srgbClr val="050509"/>
                </a:solidFill>
                <a:latin typeface="宋体" panose="02010600030101010101" pitchFamily="2" charset="-122"/>
                <a:ea typeface="宋体" panose="02010600030101010101" pitchFamily="2" charset="-122"/>
              </a:rPr>
              <a:t>                  </a:t>
            </a:r>
            <a:r>
              <a:rPr lang="zh-CN" altLang="en-US" sz="2800" b="1" dirty="0">
                <a:solidFill>
                  <a:srgbClr val="2B03BD"/>
                </a:solidFill>
                <a:latin typeface="黑体" panose="02010609060101010101" pitchFamily="49" charset="-122"/>
                <a:ea typeface="黑体" panose="02010609060101010101" pitchFamily="49" charset="-122"/>
              </a:rPr>
              <a:t>且</a:t>
            </a:r>
            <a:r>
              <a:rPr lang="zh-CN" altLang="en-US" sz="2800" b="1" dirty="0">
                <a:solidFill>
                  <a:srgbClr val="050509"/>
                </a:solidFill>
                <a:latin typeface="宋体" panose="02010600030101010101" pitchFamily="2" charset="-122"/>
                <a:ea typeface="宋体" panose="02010600030101010101" pitchFamily="2" charset="-122"/>
              </a:rPr>
              <a:t>       </a:t>
            </a:r>
            <a:r>
              <a:rPr lang="zh-CN" altLang="en-US" sz="2800" b="1" dirty="0">
                <a:solidFill>
                  <a:srgbClr val="2B03BD"/>
                </a:solidFill>
                <a:latin typeface="黑体" panose="02010609060101010101" pitchFamily="49" charset="-122"/>
                <a:ea typeface="黑体" panose="02010609060101010101" pitchFamily="49" charset="-122"/>
              </a:rPr>
              <a:t>不恒为零，可得：</a:t>
            </a:r>
            <a:endParaRPr lang="zh-CN" altLang="en-US" sz="2800" b="1" dirty="0">
              <a:solidFill>
                <a:srgbClr val="2B03BD"/>
              </a:solidFill>
              <a:latin typeface="黑体" panose="02010609060101010101" pitchFamily="49" charset="-122"/>
              <a:ea typeface="黑体" panose="02010609060101010101" pitchFamily="49" charset="-122"/>
            </a:endParaRPr>
          </a:p>
        </p:txBody>
      </p:sp>
      <p:graphicFrame>
        <p:nvGraphicFramePr>
          <p:cNvPr id="10242" name="Object 3"/>
          <p:cNvGraphicFramePr>
            <a:graphicFrameLocks noChangeAspect="1"/>
          </p:cNvGraphicFramePr>
          <p:nvPr/>
        </p:nvGraphicFramePr>
        <p:xfrm>
          <a:off x="2927351" y="1484314"/>
          <a:ext cx="2665413" cy="441325"/>
        </p:xfrm>
        <a:graphic>
          <a:graphicData uri="http://schemas.openxmlformats.org/presentationml/2006/ole">
            <mc:AlternateContent xmlns:mc="http://schemas.openxmlformats.org/markup-compatibility/2006">
              <mc:Choice xmlns:v="urn:schemas-microsoft-com:vml" Requires="v">
                <p:oleObj spid="_x0000_s2" name="" r:id="rId1" imgW="1828800" imgH="279400" progId="Equation.DSMT4">
                  <p:embed/>
                </p:oleObj>
              </mc:Choice>
              <mc:Fallback>
                <p:oleObj name="" r:id="rId1" imgW="1828800" imgH="279400" progId="Equation.DSMT4">
                  <p:embed/>
                  <p:pic>
                    <p:nvPicPr>
                      <p:cNvPr id="0" name="Object 3"/>
                      <p:cNvPicPr/>
                      <p:nvPr/>
                    </p:nvPicPr>
                    <p:blipFill>
                      <a:blip r:embed="rId2">
                        <a:clrChange>
                          <a:clrFrom>
                            <a:srgbClr val="000000"/>
                          </a:clrFrom>
                          <a:clrTo>
                            <a:srgbClr val="E40000"/>
                          </a:clrTo>
                        </a:clrChange>
                        <a:biLevel thresh="50000"/>
                        <a:grayscl/>
                      </a:blip>
                      <a:stretch>
                        <a:fillRect/>
                      </a:stretch>
                    </p:blipFill>
                    <p:spPr>
                      <a:xfrm>
                        <a:off x="2927351" y="1484314"/>
                        <a:ext cx="2665413" cy="441325"/>
                      </a:xfrm>
                      <a:prstGeom prst="rect">
                        <a:avLst/>
                      </a:prstGeom>
                      <a:noFill/>
                      <a:ln w="38100">
                        <a:noFill/>
                        <a:miter/>
                      </a:ln>
                    </p:spPr>
                  </p:pic>
                </p:oleObj>
              </mc:Fallback>
            </mc:AlternateContent>
          </a:graphicData>
        </a:graphic>
      </p:graphicFrame>
      <p:graphicFrame>
        <p:nvGraphicFramePr>
          <p:cNvPr id="10243" name="Object 4"/>
          <p:cNvGraphicFramePr>
            <a:graphicFrameLocks noChangeAspect="1"/>
          </p:cNvGraphicFramePr>
          <p:nvPr/>
        </p:nvGraphicFramePr>
        <p:xfrm>
          <a:off x="6383339" y="1393825"/>
          <a:ext cx="1063625" cy="420688"/>
        </p:xfrm>
        <a:graphic>
          <a:graphicData uri="http://schemas.openxmlformats.org/presentationml/2006/ole">
            <mc:AlternateContent xmlns:mc="http://schemas.openxmlformats.org/markup-compatibility/2006">
              <mc:Choice xmlns:v="urn:schemas-microsoft-com:vml" Requires="v">
                <p:oleObj spid="_x0000_s3" name="" r:id="rId3" imgW="1168400" imgH="444500" progId="Equation.DSMT4">
                  <p:embed/>
                </p:oleObj>
              </mc:Choice>
              <mc:Fallback>
                <p:oleObj name="" r:id="rId3" imgW="1168400" imgH="444500" progId="Equation.DSMT4">
                  <p:embed/>
                  <p:pic>
                    <p:nvPicPr>
                      <p:cNvPr id="0" name="Object 4"/>
                      <p:cNvPicPr/>
                      <p:nvPr/>
                    </p:nvPicPr>
                    <p:blipFill>
                      <a:blip r:embed="rId4">
                        <a:clrChange>
                          <a:clrFrom>
                            <a:srgbClr val="000000"/>
                          </a:clrFrom>
                          <a:clrTo>
                            <a:srgbClr val="E40000"/>
                          </a:clrTo>
                        </a:clrChange>
                        <a:biLevel thresh="50000"/>
                        <a:grayscl/>
                      </a:blip>
                      <a:stretch>
                        <a:fillRect/>
                      </a:stretch>
                    </p:blipFill>
                    <p:spPr>
                      <a:xfrm>
                        <a:off x="6383339" y="1393825"/>
                        <a:ext cx="1063625" cy="420688"/>
                      </a:xfrm>
                      <a:prstGeom prst="rect">
                        <a:avLst/>
                      </a:prstGeom>
                      <a:noFill/>
                      <a:ln w="38100">
                        <a:noFill/>
                        <a:miter/>
                      </a:ln>
                    </p:spPr>
                  </p:pic>
                </p:oleObj>
              </mc:Fallback>
            </mc:AlternateContent>
          </a:graphicData>
        </a:graphic>
      </p:graphicFrame>
      <p:grpSp>
        <p:nvGrpSpPr>
          <p:cNvPr id="10244" name="Group 16"/>
          <p:cNvGrpSpPr/>
          <p:nvPr/>
        </p:nvGrpSpPr>
        <p:grpSpPr>
          <a:xfrm>
            <a:off x="2927350" y="2133601"/>
            <a:ext cx="6769100" cy="574675"/>
            <a:chOff x="793" y="1298"/>
            <a:chExt cx="4387" cy="383"/>
          </a:xfrm>
        </p:grpSpPr>
        <p:graphicFrame>
          <p:nvGraphicFramePr>
            <p:cNvPr id="10245" name="Object 6"/>
            <p:cNvGraphicFramePr>
              <a:graphicFrameLocks noChangeAspect="1"/>
            </p:cNvGraphicFramePr>
            <p:nvPr/>
          </p:nvGraphicFramePr>
          <p:xfrm>
            <a:off x="793" y="1298"/>
            <a:ext cx="3855" cy="383"/>
          </p:xfrm>
          <a:graphic>
            <a:graphicData uri="http://schemas.openxmlformats.org/presentationml/2006/ole">
              <mc:AlternateContent xmlns:mc="http://schemas.openxmlformats.org/markup-compatibility/2006">
                <mc:Choice xmlns:v="urn:schemas-microsoft-com:vml" Requires="v">
                  <p:oleObj spid="_x0000_s4" name="" r:id="rId5" imgW="2667000" imgH="279400" progId="Equation.DSMT4">
                    <p:embed/>
                  </p:oleObj>
                </mc:Choice>
                <mc:Fallback>
                  <p:oleObj name="" r:id="rId5" imgW="2667000" imgH="279400" progId="Equation.DSMT4">
                    <p:embed/>
                    <p:pic>
                      <p:nvPicPr>
                        <p:cNvPr id="0" name="Object 6"/>
                        <p:cNvPicPr/>
                        <p:nvPr/>
                      </p:nvPicPr>
                      <p:blipFill>
                        <a:blip r:embed="rId6">
                          <a:clrChange>
                            <a:clrFrom>
                              <a:srgbClr val="000000"/>
                            </a:clrFrom>
                            <a:clrTo>
                              <a:srgbClr val="E40000"/>
                            </a:clrTo>
                          </a:clrChange>
                          <a:biLevel thresh="50000"/>
                          <a:grayscl/>
                        </a:blip>
                        <a:stretch>
                          <a:fillRect/>
                        </a:stretch>
                      </p:blipFill>
                      <p:spPr>
                        <a:xfrm>
                          <a:off x="793" y="1298"/>
                          <a:ext cx="3855" cy="383"/>
                        </a:xfrm>
                        <a:prstGeom prst="rect">
                          <a:avLst/>
                        </a:prstGeom>
                        <a:noFill/>
                        <a:ln w="38100">
                          <a:noFill/>
                          <a:miter/>
                        </a:ln>
                      </p:spPr>
                    </p:pic>
                  </p:oleObj>
                </mc:Fallback>
              </mc:AlternateContent>
            </a:graphicData>
          </a:graphic>
        </p:graphicFrame>
        <p:sp>
          <p:nvSpPr>
            <p:cNvPr id="10246" name="Rectangle 7"/>
            <p:cNvSpPr/>
            <p:nvPr/>
          </p:nvSpPr>
          <p:spPr>
            <a:xfrm>
              <a:off x="4558" y="1298"/>
              <a:ext cx="622" cy="346"/>
            </a:xfrm>
            <a:prstGeom prst="rect">
              <a:avLst/>
            </a:prstGeom>
            <a:noFill/>
            <a:ln w="9525">
              <a:noFill/>
            </a:ln>
          </p:spPr>
          <p:txBody>
            <a:bodyPr anchor="t" anchorCtr="0">
              <a:spAutoFit/>
            </a:bodyPr>
            <a:lstStyle/>
            <a:p>
              <a:r>
                <a:rPr lang="en-US" altLang="zh-CN" sz="2800" b="1" dirty="0">
                  <a:solidFill>
                    <a:srgbClr val="050509"/>
                  </a:solidFill>
                  <a:latin typeface="华文中宋" panose="02010600040101010101" pitchFamily="2" charset="-122"/>
                  <a:ea typeface="华文中宋" panose="02010600040101010101" pitchFamily="2" charset="-122"/>
                </a:rPr>
                <a:t>①</a:t>
              </a:r>
              <a:r>
                <a:rPr lang="en-US" altLang="zh-CN" sz="2800" dirty="0">
                  <a:solidFill>
                    <a:srgbClr val="050509"/>
                  </a:solidFill>
                  <a:latin typeface="华文中宋" panose="02010600040101010101" pitchFamily="2" charset="-122"/>
                  <a:ea typeface="华文中宋" panose="02010600040101010101" pitchFamily="2" charset="-122"/>
                </a:rPr>
                <a:t> </a:t>
              </a:r>
              <a:endParaRPr lang="en-US" altLang="zh-CN" sz="2800" dirty="0">
                <a:solidFill>
                  <a:srgbClr val="050509"/>
                </a:solidFill>
                <a:latin typeface="华文中宋" panose="02010600040101010101" pitchFamily="2" charset="-122"/>
                <a:ea typeface="华文中宋" panose="02010600040101010101" pitchFamily="2" charset="-122"/>
              </a:endParaRPr>
            </a:p>
          </p:txBody>
        </p:sp>
      </p:grpSp>
      <p:sp>
        <p:nvSpPr>
          <p:cNvPr id="10247" name="Rectangle 9"/>
          <p:cNvSpPr/>
          <p:nvPr/>
        </p:nvSpPr>
        <p:spPr>
          <a:xfrm>
            <a:off x="1847850" y="2997201"/>
            <a:ext cx="5791200" cy="519113"/>
          </a:xfrm>
          <a:prstGeom prst="rect">
            <a:avLst/>
          </a:prstGeom>
          <a:noFill/>
          <a:ln w="9525">
            <a:noFill/>
          </a:ln>
        </p:spPr>
        <p:txBody>
          <a:bodyPr anchor="t" anchorCtr="0">
            <a:spAutoFit/>
          </a:bodyPr>
          <a:lstStyle/>
          <a:p>
            <a:r>
              <a:rPr lang="en-US" altLang="zh-CN" sz="2800" dirty="0">
                <a:solidFill>
                  <a:srgbClr val="050509"/>
                </a:solidFill>
                <a:latin typeface="华文中宋" panose="02010600040101010101" pitchFamily="2" charset="-122"/>
                <a:ea typeface="华文中宋" panose="02010600040101010101" pitchFamily="2" charset="-122"/>
              </a:rPr>
              <a:t>      </a:t>
            </a:r>
            <a:r>
              <a:rPr lang="zh-CN" altLang="en-US" sz="2800" b="1" dirty="0">
                <a:solidFill>
                  <a:srgbClr val="2B03BD"/>
                </a:solidFill>
                <a:latin typeface="黑体" panose="02010609060101010101" pitchFamily="49" charset="-122"/>
                <a:ea typeface="黑体" panose="02010609060101010101" pitchFamily="49" charset="-122"/>
              </a:rPr>
              <a:t>由</a:t>
            </a:r>
            <a:r>
              <a:rPr lang="zh-CN" altLang="en-US" sz="2800" dirty="0">
                <a:solidFill>
                  <a:srgbClr val="050509"/>
                </a:solidFill>
                <a:latin typeface="华文中宋" panose="02010600040101010101" pitchFamily="2" charset="-122"/>
                <a:ea typeface="华文中宋" panose="02010600040101010101" pitchFamily="2" charset="-122"/>
              </a:rPr>
              <a:t>          </a:t>
            </a:r>
            <a:r>
              <a:rPr lang="zh-CN" altLang="en-US" sz="2800" b="1" dirty="0">
                <a:solidFill>
                  <a:srgbClr val="2B03BD"/>
                </a:solidFill>
                <a:latin typeface="黑体" panose="02010609060101010101" pitchFamily="49" charset="-122"/>
                <a:ea typeface="黑体" panose="02010609060101010101" pitchFamily="49" charset="-122"/>
              </a:rPr>
              <a:t>不恒为零，有：</a:t>
            </a:r>
            <a:r>
              <a:rPr lang="zh-CN" altLang="en-US" sz="2800" dirty="0">
                <a:solidFill>
                  <a:srgbClr val="050509"/>
                </a:solidFill>
                <a:latin typeface="华文中宋" panose="02010600040101010101" pitchFamily="2" charset="-122"/>
                <a:ea typeface="华文中宋" panose="02010600040101010101" pitchFamily="2" charset="-122"/>
              </a:rPr>
              <a:t> </a:t>
            </a:r>
            <a:endParaRPr lang="zh-CN" altLang="en-US" sz="2800" dirty="0">
              <a:solidFill>
                <a:srgbClr val="050509"/>
              </a:solidFill>
              <a:latin typeface="华文中宋" panose="02010600040101010101" pitchFamily="2" charset="-122"/>
              <a:ea typeface="华文中宋" panose="02010600040101010101" pitchFamily="2" charset="-122"/>
            </a:endParaRPr>
          </a:p>
        </p:txBody>
      </p:sp>
      <p:graphicFrame>
        <p:nvGraphicFramePr>
          <p:cNvPr id="10248" name="Object 10"/>
          <p:cNvGraphicFramePr>
            <a:graphicFrameLocks noChangeAspect="1"/>
          </p:cNvGraphicFramePr>
          <p:nvPr/>
        </p:nvGraphicFramePr>
        <p:xfrm>
          <a:off x="3000376" y="3049589"/>
          <a:ext cx="1046163" cy="414337"/>
        </p:xfrm>
        <a:graphic>
          <a:graphicData uri="http://schemas.openxmlformats.org/presentationml/2006/ole">
            <mc:AlternateContent xmlns:mc="http://schemas.openxmlformats.org/markup-compatibility/2006">
              <mc:Choice xmlns:v="urn:schemas-microsoft-com:vml" Requires="v">
                <p:oleObj spid="_x0000_s5" name="" r:id="rId7" imgW="1168400" imgH="444500" progId="Equation.3">
                  <p:embed/>
                </p:oleObj>
              </mc:Choice>
              <mc:Fallback>
                <p:oleObj name="" r:id="rId7" imgW="1168400" imgH="444500" progId="Equation.3">
                  <p:embed/>
                  <p:pic>
                    <p:nvPicPr>
                      <p:cNvPr id="0" name="Object 10"/>
                      <p:cNvPicPr/>
                      <p:nvPr/>
                    </p:nvPicPr>
                    <p:blipFill>
                      <a:blip r:embed="rId8">
                        <a:clrChange>
                          <a:clrFrom>
                            <a:srgbClr val="000000"/>
                          </a:clrFrom>
                          <a:clrTo>
                            <a:srgbClr val="E40000"/>
                          </a:clrTo>
                        </a:clrChange>
                        <a:biLevel thresh="50000"/>
                        <a:grayscl/>
                      </a:blip>
                      <a:stretch>
                        <a:fillRect/>
                      </a:stretch>
                    </p:blipFill>
                    <p:spPr>
                      <a:xfrm>
                        <a:off x="3000376" y="3049589"/>
                        <a:ext cx="1046163" cy="414337"/>
                      </a:xfrm>
                      <a:prstGeom prst="rect">
                        <a:avLst/>
                      </a:prstGeom>
                      <a:noFill/>
                      <a:ln w="38100">
                        <a:noFill/>
                        <a:miter/>
                      </a:ln>
                    </p:spPr>
                  </p:pic>
                </p:oleObj>
              </mc:Fallback>
            </mc:AlternateContent>
          </a:graphicData>
        </a:graphic>
      </p:graphicFrame>
      <p:graphicFrame>
        <p:nvGraphicFramePr>
          <p:cNvPr id="41995" name="Object 11"/>
          <p:cNvGraphicFramePr>
            <a:graphicFrameLocks noChangeAspect="1"/>
          </p:cNvGraphicFramePr>
          <p:nvPr/>
        </p:nvGraphicFramePr>
        <p:xfrm>
          <a:off x="3216276" y="3716338"/>
          <a:ext cx="2505075" cy="1020762"/>
        </p:xfrm>
        <a:graphic>
          <a:graphicData uri="http://schemas.openxmlformats.org/presentationml/2006/ole">
            <mc:AlternateContent xmlns:mc="http://schemas.openxmlformats.org/markup-compatibility/2006">
              <mc:Choice xmlns:v="urn:schemas-microsoft-com:vml" Requires="v">
                <p:oleObj spid="_x0000_s6" name="" r:id="rId9" imgW="2984500" imgH="1193800" progId="Equation.3">
                  <p:embed/>
                </p:oleObj>
              </mc:Choice>
              <mc:Fallback>
                <p:oleObj name="" r:id="rId9" imgW="2984500" imgH="1193800" progId="Equation.3">
                  <p:embed/>
                  <p:pic>
                    <p:nvPicPr>
                      <p:cNvPr id="0" name="Object 11"/>
                      <p:cNvPicPr/>
                      <p:nvPr/>
                    </p:nvPicPr>
                    <p:blipFill>
                      <a:blip r:embed="rId10">
                        <a:clrChange>
                          <a:clrFrom>
                            <a:srgbClr val="000000"/>
                          </a:clrFrom>
                          <a:clrTo>
                            <a:srgbClr val="E40000"/>
                          </a:clrTo>
                        </a:clrChange>
                      </a:blip>
                      <a:stretch>
                        <a:fillRect/>
                      </a:stretch>
                    </p:blipFill>
                    <p:spPr>
                      <a:xfrm>
                        <a:off x="3216276" y="3716338"/>
                        <a:ext cx="2505075" cy="1020762"/>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41996" name="Object 12"/>
          <p:cNvGraphicFramePr>
            <a:graphicFrameLocks noChangeAspect="1"/>
          </p:cNvGraphicFramePr>
          <p:nvPr/>
        </p:nvGraphicFramePr>
        <p:xfrm>
          <a:off x="3143251" y="5013325"/>
          <a:ext cx="5603875" cy="1144588"/>
        </p:xfrm>
        <a:graphic>
          <a:graphicData uri="http://schemas.openxmlformats.org/presentationml/2006/ole">
            <mc:AlternateContent xmlns:mc="http://schemas.openxmlformats.org/markup-compatibility/2006">
              <mc:Choice xmlns:v="urn:schemas-microsoft-com:vml" Requires="v">
                <p:oleObj spid="_x0000_s7" name="" r:id="rId11" imgW="6096000" imgH="1219200" progId="Equation.DSMT4">
                  <p:embed/>
                </p:oleObj>
              </mc:Choice>
              <mc:Fallback>
                <p:oleObj name="" r:id="rId11" imgW="6096000" imgH="1219200" progId="Equation.DSMT4">
                  <p:embed/>
                  <p:pic>
                    <p:nvPicPr>
                      <p:cNvPr id="0" name="Object 12"/>
                      <p:cNvPicPr/>
                      <p:nvPr/>
                    </p:nvPicPr>
                    <p:blipFill>
                      <a:blip r:embed="rId12">
                        <a:clrChange>
                          <a:clrFrom>
                            <a:srgbClr val="000000"/>
                          </a:clrFrom>
                          <a:clrTo>
                            <a:srgbClr val="E40000"/>
                          </a:clrTo>
                        </a:clrChange>
                      </a:blip>
                      <a:stretch>
                        <a:fillRect/>
                      </a:stretch>
                    </p:blipFill>
                    <p:spPr>
                      <a:xfrm>
                        <a:off x="3143251" y="5013325"/>
                        <a:ext cx="5603875" cy="1144588"/>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10251" name="AutoShape 18"/>
          <p:cNvSpPr/>
          <p:nvPr/>
        </p:nvSpPr>
        <p:spPr>
          <a:xfrm>
            <a:off x="6527801" y="3429001"/>
            <a:ext cx="3889375" cy="1584325"/>
          </a:xfrm>
          <a:prstGeom prst="cloudCallout">
            <a:avLst>
              <a:gd name="adj1" fmla="val -80611"/>
              <a:gd name="adj2" fmla="val -39477"/>
            </a:avLst>
          </a:prstGeom>
          <a:solidFill>
            <a:srgbClr val="00FFFF"/>
          </a:solidFill>
          <a:ln w="9525" cap="flat" cmpd="sng">
            <a:solidFill>
              <a:schemeClr val="tx1"/>
            </a:solidFill>
            <a:prstDash val="solid"/>
            <a:round/>
            <a:headEnd type="none" w="med" len="med"/>
            <a:tailEnd type="none" w="med" len="med"/>
          </a:ln>
        </p:spPr>
        <p:txBody>
          <a:bodyPr anchor="t" anchorCtr="0"/>
          <a:lstStyle/>
          <a:p>
            <a:pPr algn="ctr" eaLnBrk="0" hangingPunct="0"/>
            <a:r>
              <a:rPr lang="zh-CN" altLang="en-US" b="1" dirty="0">
                <a:solidFill>
                  <a:schemeClr val="tx2"/>
                </a:solidFill>
                <a:latin typeface="楷体_GB2312" pitchFamily="49" charset="-122"/>
                <a:ea typeface="楷体_GB2312" pitchFamily="49" charset="-122"/>
              </a:rPr>
              <a:t>左边为</a:t>
            </a:r>
            <a:r>
              <a:rPr lang="en-US" altLang="zh-CN" b="1" dirty="0">
                <a:solidFill>
                  <a:schemeClr val="tx2"/>
                </a:solidFill>
                <a:latin typeface="楷体_GB2312" pitchFamily="49" charset="-122"/>
                <a:ea typeface="楷体_GB2312" pitchFamily="49" charset="-122"/>
              </a:rPr>
              <a:t>x</a:t>
            </a:r>
            <a:r>
              <a:rPr lang="zh-CN" altLang="en-US" b="1" dirty="0">
                <a:solidFill>
                  <a:schemeClr val="tx2"/>
                </a:solidFill>
                <a:latin typeface="楷体_GB2312" pitchFamily="49" charset="-122"/>
                <a:ea typeface="楷体_GB2312" pitchFamily="49" charset="-122"/>
              </a:rPr>
              <a:t>的函数，右边为</a:t>
            </a:r>
            <a:r>
              <a:rPr lang="en-US" altLang="zh-CN" b="1" dirty="0">
                <a:solidFill>
                  <a:schemeClr val="tx2"/>
                </a:solidFill>
                <a:latin typeface="楷体_GB2312" pitchFamily="49" charset="-122"/>
                <a:ea typeface="楷体_GB2312" pitchFamily="49" charset="-122"/>
              </a:rPr>
              <a:t>t</a:t>
            </a:r>
            <a:r>
              <a:rPr lang="zh-CN" altLang="en-US" b="1" dirty="0">
                <a:solidFill>
                  <a:schemeClr val="tx2"/>
                </a:solidFill>
                <a:latin typeface="楷体_GB2312" pitchFamily="49" charset="-122"/>
                <a:ea typeface="楷体_GB2312" pitchFamily="49" charset="-122"/>
              </a:rPr>
              <a:t>的函数，何时相等？</a:t>
            </a:r>
            <a:endParaRPr lang="zh-CN" altLang="en-US" b="1" dirty="0">
              <a:solidFill>
                <a:schemeClr val="tx2"/>
              </a:solidFill>
              <a:latin typeface="楷体_GB2312" pitchFamily="49" charset="-122"/>
              <a:ea typeface="楷体_GB2312" pitchFamily="49" charset="-122"/>
            </a:endParaRPr>
          </a:p>
        </p:txBody>
      </p:sp>
      <p:sp>
        <p:nvSpPr>
          <p:cNvPr id="10252" name="Rectangle 19"/>
          <p:cNvSpPr/>
          <p:nvPr/>
        </p:nvSpPr>
        <p:spPr>
          <a:xfrm>
            <a:off x="2135188" y="620713"/>
            <a:ext cx="4392612" cy="519112"/>
          </a:xfrm>
          <a:prstGeom prst="rect">
            <a:avLst/>
          </a:prstGeom>
          <a:noFill/>
          <a:ln w="9525">
            <a:noFill/>
          </a:ln>
        </p:spPr>
        <p:txBody>
          <a:bodyPr anchor="t" anchorCtr="0">
            <a:spAutoFit/>
          </a:bodyPr>
          <a:lstStyle/>
          <a:p>
            <a:r>
              <a:rPr lang="en-US" altLang="zh-CN" sz="2800" b="1" dirty="0">
                <a:solidFill>
                  <a:schemeClr val="tx2"/>
                </a:solidFill>
                <a:latin typeface="黑体" panose="02010609060101010101" pitchFamily="49" charset="-122"/>
                <a:ea typeface="黑体" panose="02010609060101010101" pitchFamily="49" charset="-122"/>
              </a:rPr>
              <a:t>3.</a:t>
            </a:r>
            <a:r>
              <a:rPr lang="zh-CN" altLang="en-US" sz="2800" b="1" dirty="0">
                <a:solidFill>
                  <a:schemeClr val="tx2"/>
                </a:solidFill>
                <a:latin typeface="黑体" panose="02010609060101010101" pitchFamily="49" charset="-122"/>
                <a:ea typeface="黑体" panose="02010609060101010101" pitchFamily="49" charset="-122"/>
              </a:rPr>
              <a:t>变量分离及分离常数：</a:t>
            </a:r>
            <a:endParaRPr lang="zh-CN" altLang="en-US" sz="2800" b="1" dirty="0">
              <a:solidFill>
                <a:srgbClr val="2B03BD"/>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995"/>
                                        </p:tgtEl>
                                        <p:attrNameLst>
                                          <p:attrName>style.visibility</p:attrName>
                                        </p:attrNameLst>
                                      </p:cBhvr>
                                      <p:to>
                                        <p:strVal val="visible"/>
                                      </p:to>
                                    </p:set>
                                    <p:animEffect transition="in" filter="wipe(left)">
                                      <p:cBhvr>
                                        <p:cTn id="7" dur="500"/>
                                        <p:tgtEl>
                                          <p:spTgt spid="419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1996"/>
                                        </p:tgtEl>
                                        <p:attrNameLst>
                                          <p:attrName>style.visibility</p:attrName>
                                        </p:attrNameLst>
                                      </p:cBhvr>
                                      <p:to>
                                        <p:strVal val="visible"/>
                                      </p:to>
                                    </p:set>
                                    <p:animEffect transition="in" filter="wipe(left)">
                                      <p:cBhvr>
                                        <p:cTn id="12" dur="500"/>
                                        <p:tgtEl>
                                          <p:spTgt spid="419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5" name="Group 28"/>
          <p:cNvGrpSpPr/>
          <p:nvPr/>
        </p:nvGrpSpPr>
        <p:grpSpPr>
          <a:xfrm>
            <a:off x="2566988" y="1700213"/>
            <a:ext cx="7162800" cy="1282700"/>
            <a:chOff x="657" y="1071"/>
            <a:chExt cx="4512" cy="808"/>
          </a:xfrm>
        </p:grpSpPr>
        <p:grpSp>
          <p:nvGrpSpPr>
            <p:cNvPr id="11266" name="Group 22"/>
            <p:cNvGrpSpPr/>
            <p:nvPr/>
          </p:nvGrpSpPr>
          <p:grpSpPr>
            <a:xfrm>
              <a:off x="1111" y="1071"/>
              <a:ext cx="3985" cy="384"/>
              <a:chOff x="839" y="709"/>
              <a:chExt cx="3985" cy="384"/>
            </a:xfrm>
          </p:grpSpPr>
          <p:sp>
            <p:nvSpPr>
              <p:cNvPr id="11267" name="Rectangle 12"/>
              <p:cNvSpPr/>
              <p:nvPr/>
            </p:nvSpPr>
            <p:spPr>
              <a:xfrm>
                <a:off x="3969" y="709"/>
                <a:ext cx="855" cy="327"/>
              </a:xfrm>
              <a:prstGeom prst="rect">
                <a:avLst/>
              </a:prstGeom>
              <a:noFill/>
              <a:ln w="9525">
                <a:noFill/>
              </a:ln>
            </p:spPr>
            <p:txBody>
              <a:bodyPr anchor="t" anchorCtr="0">
                <a:spAutoFit/>
              </a:bodyPr>
              <a:lstStyle/>
              <a:p>
                <a:r>
                  <a:rPr lang="en-US" altLang="zh-CN" sz="2800" b="1" dirty="0">
                    <a:solidFill>
                      <a:srgbClr val="050509"/>
                    </a:solidFill>
                    <a:latin typeface="华文中宋" panose="02010600040101010101" pitchFamily="2" charset="-122"/>
                    <a:ea typeface="华文中宋" panose="02010600040101010101" pitchFamily="2" charset="-122"/>
                  </a:rPr>
                  <a:t>② </a:t>
                </a:r>
                <a:endParaRPr lang="en-US" altLang="zh-CN" sz="2800" b="1" dirty="0">
                  <a:solidFill>
                    <a:srgbClr val="050509"/>
                  </a:solidFill>
                  <a:latin typeface="华文中宋" panose="02010600040101010101" pitchFamily="2" charset="-122"/>
                  <a:ea typeface="华文中宋" panose="02010600040101010101" pitchFamily="2" charset="-122"/>
                </a:endParaRPr>
              </a:p>
            </p:txBody>
          </p:sp>
          <p:graphicFrame>
            <p:nvGraphicFramePr>
              <p:cNvPr id="11268" name="Object 13"/>
              <p:cNvGraphicFramePr>
                <a:graphicFrameLocks noChangeAspect="1"/>
              </p:cNvGraphicFramePr>
              <p:nvPr/>
            </p:nvGraphicFramePr>
            <p:xfrm>
              <a:off x="839" y="709"/>
              <a:ext cx="3216" cy="384"/>
            </p:xfrm>
            <a:graphic>
              <a:graphicData uri="http://schemas.openxmlformats.org/presentationml/2006/ole">
                <mc:AlternateContent xmlns:mc="http://schemas.openxmlformats.org/markup-compatibility/2006">
                  <mc:Choice xmlns:v="urn:schemas-microsoft-com:vml" Requires="v">
                    <p:oleObj spid="_x0000_s2" name="" r:id="rId1" imgW="2527300" imgH="279400" progId="Equation.DSMT4">
                      <p:embed/>
                    </p:oleObj>
                  </mc:Choice>
                  <mc:Fallback>
                    <p:oleObj name="" r:id="rId1" imgW="2527300" imgH="279400" progId="Equation.DSMT4">
                      <p:embed/>
                      <p:pic>
                        <p:nvPicPr>
                          <p:cNvPr id="0" name="Object 13"/>
                          <p:cNvPicPr/>
                          <p:nvPr/>
                        </p:nvPicPr>
                        <p:blipFill>
                          <a:blip r:embed="rId2">
                            <a:clrChange>
                              <a:clrFrom>
                                <a:srgbClr val="000000"/>
                              </a:clrFrom>
                              <a:clrTo>
                                <a:srgbClr val="E40000"/>
                              </a:clrTo>
                            </a:clrChange>
                            <a:biLevel thresh="50000"/>
                            <a:grayscl/>
                          </a:blip>
                          <a:stretch>
                            <a:fillRect/>
                          </a:stretch>
                        </p:blipFill>
                        <p:spPr>
                          <a:xfrm>
                            <a:off x="839" y="709"/>
                            <a:ext cx="3216" cy="384"/>
                          </a:xfrm>
                          <a:prstGeom prst="rect">
                            <a:avLst/>
                          </a:prstGeom>
                          <a:noFill/>
                          <a:ln w="38100">
                            <a:noFill/>
                            <a:miter/>
                          </a:ln>
                        </p:spPr>
                      </p:pic>
                    </p:oleObj>
                  </mc:Fallback>
                </mc:AlternateContent>
              </a:graphicData>
            </a:graphic>
          </p:graphicFrame>
        </p:grpSp>
        <p:grpSp>
          <p:nvGrpSpPr>
            <p:cNvPr id="11269" name="Group 23"/>
            <p:cNvGrpSpPr/>
            <p:nvPr/>
          </p:nvGrpSpPr>
          <p:grpSpPr>
            <a:xfrm>
              <a:off x="657" y="1480"/>
              <a:ext cx="4512" cy="399"/>
              <a:chOff x="431" y="1117"/>
              <a:chExt cx="4512" cy="399"/>
            </a:xfrm>
          </p:grpSpPr>
          <p:sp>
            <p:nvSpPr>
              <p:cNvPr id="11270" name="Rectangle 15"/>
              <p:cNvSpPr/>
              <p:nvPr/>
            </p:nvSpPr>
            <p:spPr>
              <a:xfrm>
                <a:off x="431" y="1117"/>
                <a:ext cx="4512" cy="365"/>
              </a:xfrm>
              <a:prstGeom prst="rect">
                <a:avLst/>
              </a:prstGeom>
              <a:noFill/>
              <a:ln w="9525">
                <a:noFill/>
              </a:ln>
            </p:spPr>
            <p:txBody>
              <a:bodyPr anchor="t" anchorCtr="0">
                <a:spAutoFit/>
              </a:bodyPr>
              <a:lstStyle/>
              <a:p>
                <a:r>
                  <a:rPr lang="en-US" altLang="zh-CN" sz="2800" dirty="0">
                    <a:solidFill>
                      <a:srgbClr val="050509"/>
                    </a:solidFill>
                    <a:latin typeface="华文中宋" panose="02010600040101010101" pitchFamily="2" charset="-122"/>
                    <a:ea typeface="华文中宋" panose="02010600040101010101" pitchFamily="2" charset="-122"/>
                  </a:rPr>
                  <a:t>                                        </a:t>
                </a:r>
                <a:r>
                  <a:rPr lang="en-US" altLang="zh-CN" sz="3200" b="1" dirty="0">
                    <a:solidFill>
                      <a:srgbClr val="050509"/>
                    </a:solidFill>
                    <a:latin typeface="Times New Roman" panose="02020603050405020304" pitchFamily="18" charset="0"/>
                    <a:ea typeface="华文中宋" panose="02010600040101010101" pitchFamily="2" charset="-122"/>
                  </a:rPr>
                  <a:t>……</a:t>
                </a:r>
                <a:r>
                  <a:rPr lang="en-US" altLang="zh-CN" sz="3200" b="1" dirty="0">
                    <a:solidFill>
                      <a:srgbClr val="050509"/>
                    </a:solidFill>
                    <a:latin typeface="华文中宋" panose="02010600040101010101" pitchFamily="2" charset="-122"/>
                    <a:ea typeface="华文中宋" panose="02010600040101010101" pitchFamily="2" charset="-122"/>
                  </a:rPr>
                  <a:t>.. </a:t>
                </a:r>
                <a:r>
                  <a:rPr lang="en-US" altLang="zh-CN" sz="2800" b="1" dirty="0">
                    <a:latin typeface="Arial" panose="020B0604020202020204" pitchFamily="34" charset="0"/>
                    <a:ea typeface="华文中宋" panose="02010600040101010101" pitchFamily="2" charset="-122"/>
                  </a:rPr>
                  <a:t>③</a:t>
                </a:r>
                <a:endParaRPr lang="en-US" altLang="zh-CN" sz="2800" b="1" dirty="0">
                  <a:latin typeface="Arial" panose="020B0604020202020204" pitchFamily="34" charset="0"/>
                  <a:ea typeface="华文中宋" panose="02010600040101010101" pitchFamily="2" charset="-122"/>
                </a:endParaRPr>
              </a:p>
            </p:txBody>
          </p:sp>
          <p:graphicFrame>
            <p:nvGraphicFramePr>
              <p:cNvPr id="11271" name="Object 16"/>
              <p:cNvGraphicFramePr>
                <a:graphicFrameLocks noChangeAspect="1"/>
              </p:cNvGraphicFramePr>
              <p:nvPr/>
            </p:nvGraphicFramePr>
            <p:xfrm>
              <a:off x="883" y="1136"/>
              <a:ext cx="2041" cy="380"/>
            </p:xfrm>
            <a:graphic>
              <a:graphicData uri="http://schemas.openxmlformats.org/presentationml/2006/ole">
                <mc:AlternateContent xmlns:mc="http://schemas.openxmlformats.org/markup-compatibility/2006">
                  <mc:Choice xmlns:v="urn:schemas-microsoft-com:vml" Requires="v">
                    <p:oleObj spid="_x0000_s3" name="" r:id="rId3" imgW="1549400" imgH="279400" progId="Equation.DSMT4">
                      <p:embed/>
                    </p:oleObj>
                  </mc:Choice>
                  <mc:Fallback>
                    <p:oleObj name="" r:id="rId3" imgW="1549400" imgH="279400" progId="Equation.DSMT4">
                      <p:embed/>
                      <p:pic>
                        <p:nvPicPr>
                          <p:cNvPr id="0" name="Object 16"/>
                          <p:cNvPicPr/>
                          <p:nvPr/>
                        </p:nvPicPr>
                        <p:blipFill>
                          <a:blip r:embed="rId4">
                            <a:clrChange>
                              <a:clrFrom>
                                <a:srgbClr val="000000"/>
                              </a:clrFrom>
                              <a:clrTo>
                                <a:srgbClr val="E40000"/>
                              </a:clrTo>
                            </a:clrChange>
                            <a:biLevel thresh="50000"/>
                            <a:grayscl/>
                          </a:blip>
                          <a:stretch>
                            <a:fillRect/>
                          </a:stretch>
                        </p:blipFill>
                        <p:spPr>
                          <a:xfrm>
                            <a:off x="883" y="1136"/>
                            <a:ext cx="2041" cy="380"/>
                          </a:xfrm>
                          <a:prstGeom prst="rect">
                            <a:avLst/>
                          </a:prstGeom>
                          <a:noFill/>
                          <a:ln w="38100">
                            <a:noFill/>
                            <a:miter/>
                          </a:ln>
                        </p:spPr>
                      </p:pic>
                    </p:oleObj>
                  </mc:Fallback>
                </mc:AlternateContent>
              </a:graphicData>
            </a:graphic>
          </p:graphicFrame>
        </p:grpSp>
      </p:grpSp>
      <p:sp>
        <p:nvSpPr>
          <p:cNvPr id="11272" name="Rectangle 18"/>
          <p:cNvSpPr/>
          <p:nvPr/>
        </p:nvSpPr>
        <p:spPr>
          <a:xfrm>
            <a:off x="2208213" y="908051"/>
            <a:ext cx="5257800" cy="519113"/>
          </a:xfrm>
          <a:prstGeom prst="rect">
            <a:avLst/>
          </a:prstGeom>
          <a:noFill/>
          <a:ln w="25400">
            <a:noFill/>
          </a:ln>
        </p:spPr>
        <p:txBody>
          <a:bodyPr anchor="ctr" anchorCtr="0">
            <a:spAutoFit/>
          </a:bodyPr>
          <a:lstStyle/>
          <a:p>
            <a:r>
              <a:rPr lang="zh-CN" altLang="en-US" sz="2800" b="1" dirty="0">
                <a:solidFill>
                  <a:srgbClr val="2B03BD"/>
                </a:solidFill>
                <a:latin typeface="Times New Roman" panose="02020603050405020304" pitchFamily="18" charset="0"/>
                <a:ea typeface="黑体" panose="02010609060101010101" pitchFamily="49" charset="-122"/>
              </a:rPr>
              <a:t>由此分解为两个二阶常微分方程：</a:t>
            </a:r>
            <a:endParaRPr lang="zh-CN" altLang="en-US" sz="2800" b="1" dirty="0">
              <a:solidFill>
                <a:srgbClr val="2B03BD"/>
              </a:solidFill>
              <a:latin typeface="Times New Roman" panose="02020603050405020304" pitchFamily="18" charset="0"/>
              <a:ea typeface="黑体" panose="02010609060101010101" pitchFamily="49" charset="-122"/>
            </a:endParaRPr>
          </a:p>
        </p:txBody>
      </p:sp>
      <p:grpSp>
        <p:nvGrpSpPr>
          <p:cNvPr id="11273" name="Group 26"/>
          <p:cNvGrpSpPr/>
          <p:nvPr/>
        </p:nvGrpSpPr>
        <p:grpSpPr>
          <a:xfrm>
            <a:off x="2351088" y="3213101"/>
            <a:ext cx="7561262" cy="2606675"/>
            <a:chOff x="521" y="2024"/>
            <a:chExt cx="4763" cy="1642"/>
          </a:xfrm>
        </p:grpSpPr>
        <p:grpSp>
          <p:nvGrpSpPr>
            <p:cNvPr id="11274" name="Group 25"/>
            <p:cNvGrpSpPr/>
            <p:nvPr/>
          </p:nvGrpSpPr>
          <p:grpSpPr>
            <a:xfrm>
              <a:off x="521" y="2024"/>
              <a:ext cx="3856" cy="1642"/>
              <a:chOff x="521" y="2024"/>
              <a:chExt cx="3856" cy="1642"/>
            </a:xfrm>
          </p:grpSpPr>
          <p:grpSp>
            <p:nvGrpSpPr>
              <p:cNvPr id="11275" name="Group 2"/>
              <p:cNvGrpSpPr/>
              <p:nvPr/>
            </p:nvGrpSpPr>
            <p:grpSpPr>
              <a:xfrm>
                <a:off x="703" y="3339"/>
                <a:ext cx="2817" cy="327"/>
                <a:chOff x="384" y="432"/>
                <a:chExt cx="2817" cy="327"/>
              </a:xfrm>
            </p:grpSpPr>
            <p:sp>
              <p:nvSpPr>
                <p:cNvPr id="11276" name="Rectangle 3"/>
                <p:cNvSpPr/>
                <p:nvPr/>
              </p:nvSpPr>
              <p:spPr>
                <a:xfrm>
                  <a:off x="384" y="432"/>
                  <a:ext cx="384" cy="327"/>
                </a:xfrm>
                <a:prstGeom prst="rect">
                  <a:avLst/>
                </a:prstGeom>
                <a:noFill/>
                <a:ln w="9525">
                  <a:noFill/>
                </a:ln>
              </p:spPr>
              <p:txBody>
                <a:bodyPr anchor="t" anchorCtr="0">
                  <a:spAutoFit/>
                </a:bodyPr>
                <a:lstStyle/>
                <a:p>
                  <a:r>
                    <a:rPr lang="en-US" altLang="zh-CN" sz="2800" b="1" dirty="0">
                      <a:latin typeface="Arial" panose="020B0604020202020204" pitchFamily="34" charset="0"/>
                      <a:ea typeface="华文中宋" panose="02010600040101010101" pitchFamily="2" charset="-122"/>
                    </a:rPr>
                    <a:t>④</a:t>
                  </a:r>
                  <a:r>
                    <a:rPr lang="en-US" altLang="zh-CN" sz="2800" dirty="0">
                      <a:solidFill>
                        <a:srgbClr val="050509"/>
                      </a:solidFill>
                      <a:latin typeface="华文中宋" panose="02010600040101010101" pitchFamily="2" charset="-122"/>
                      <a:ea typeface="华文中宋" panose="02010600040101010101" pitchFamily="2" charset="-122"/>
                    </a:rPr>
                    <a:t> </a:t>
                  </a:r>
                  <a:endParaRPr lang="en-US" altLang="zh-CN" sz="2800" dirty="0">
                    <a:solidFill>
                      <a:srgbClr val="050509"/>
                    </a:solidFill>
                    <a:latin typeface="华文中宋" panose="02010600040101010101" pitchFamily="2" charset="-122"/>
                    <a:ea typeface="华文中宋" panose="02010600040101010101" pitchFamily="2" charset="-122"/>
                  </a:endParaRPr>
                </a:p>
              </p:txBody>
            </p:sp>
            <p:graphicFrame>
              <p:nvGraphicFramePr>
                <p:cNvPr id="11277" name="Object 4"/>
                <p:cNvGraphicFramePr>
                  <a:graphicFrameLocks noChangeAspect="1"/>
                </p:cNvGraphicFramePr>
                <p:nvPr/>
              </p:nvGraphicFramePr>
              <p:xfrm>
                <a:off x="748" y="482"/>
                <a:ext cx="2453" cy="263"/>
              </p:xfrm>
              <a:graphic>
                <a:graphicData uri="http://schemas.openxmlformats.org/presentationml/2006/ole">
                  <mc:AlternateContent xmlns:mc="http://schemas.openxmlformats.org/markup-compatibility/2006">
                    <mc:Choice xmlns:v="urn:schemas-microsoft-com:vml" Requires="v">
                      <p:oleObj spid="_x0000_s4" name="" r:id="rId5" imgW="5232400" imgH="533400" progId="Equation.3">
                        <p:embed/>
                      </p:oleObj>
                    </mc:Choice>
                    <mc:Fallback>
                      <p:oleObj name="" r:id="rId5" imgW="5232400" imgH="533400" progId="Equation.3">
                        <p:embed/>
                        <p:pic>
                          <p:nvPicPr>
                            <p:cNvPr id="0" name="Object 4"/>
                            <p:cNvPicPr/>
                            <p:nvPr/>
                          </p:nvPicPr>
                          <p:blipFill>
                            <a:blip r:embed="rId6">
                              <a:clrChange>
                                <a:clrFrom>
                                  <a:srgbClr val="000000"/>
                                </a:clrFrom>
                                <a:clrTo>
                                  <a:srgbClr val="E40000"/>
                                </a:clrTo>
                              </a:clrChange>
                              <a:biLevel thresh="50000"/>
                              <a:grayscl/>
                            </a:blip>
                            <a:stretch>
                              <a:fillRect/>
                            </a:stretch>
                          </p:blipFill>
                          <p:spPr>
                            <a:xfrm>
                              <a:off x="748" y="482"/>
                              <a:ext cx="2453" cy="263"/>
                            </a:xfrm>
                            <a:prstGeom prst="rect">
                              <a:avLst/>
                            </a:prstGeom>
                            <a:noFill/>
                            <a:ln w="38100">
                              <a:noFill/>
                              <a:miter/>
                            </a:ln>
                          </p:spPr>
                        </p:pic>
                      </p:oleObj>
                    </mc:Fallback>
                  </mc:AlternateContent>
                </a:graphicData>
              </a:graphic>
            </p:graphicFrame>
          </p:grpSp>
          <p:grpSp>
            <p:nvGrpSpPr>
              <p:cNvPr id="11278" name="Group 5"/>
              <p:cNvGrpSpPr/>
              <p:nvPr/>
            </p:nvGrpSpPr>
            <p:grpSpPr>
              <a:xfrm>
                <a:off x="521" y="2024"/>
                <a:ext cx="3856" cy="1134"/>
                <a:chOff x="385" y="1661"/>
                <a:chExt cx="3856" cy="1134"/>
              </a:xfrm>
            </p:grpSpPr>
            <p:grpSp>
              <p:nvGrpSpPr>
                <p:cNvPr id="11279" name="Group 6"/>
                <p:cNvGrpSpPr/>
                <p:nvPr/>
              </p:nvGrpSpPr>
              <p:grpSpPr>
                <a:xfrm>
                  <a:off x="927" y="2065"/>
                  <a:ext cx="3314" cy="730"/>
                  <a:chOff x="1312" y="2240"/>
                  <a:chExt cx="3314" cy="730"/>
                </a:xfrm>
              </p:grpSpPr>
              <p:graphicFrame>
                <p:nvGraphicFramePr>
                  <p:cNvPr id="11280" name="Object 7"/>
                  <p:cNvGraphicFramePr>
                    <a:graphicFrameLocks noChangeAspect="1"/>
                  </p:cNvGraphicFramePr>
                  <p:nvPr/>
                </p:nvGraphicFramePr>
                <p:xfrm>
                  <a:off x="1312" y="2240"/>
                  <a:ext cx="2995" cy="730"/>
                </p:xfrm>
                <a:graphic>
                  <a:graphicData uri="http://schemas.openxmlformats.org/presentationml/2006/ole">
                    <mc:AlternateContent xmlns:mc="http://schemas.openxmlformats.org/markup-compatibility/2006">
                      <mc:Choice xmlns:v="urn:schemas-microsoft-com:vml" Requires="v">
                        <p:oleObj spid="_x0000_s5" name="" r:id="rId7" imgW="5524500" imgH="1511300" progId="Equation.3">
                          <p:embed/>
                        </p:oleObj>
                      </mc:Choice>
                      <mc:Fallback>
                        <p:oleObj name="" r:id="rId7" imgW="5524500" imgH="1511300" progId="Equation.3">
                          <p:embed/>
                          <p:pic>
                            <p:nvPicPr>
                              <p:cNvPr id="0" name="Object 7"/>
                              <p:cNvPicPr/>
                              <p:nvPr/>
                            </p:nvPicPr>
                            <p:blipFill>
                              <a:blip r:embed="rId8">
                                <a:clrChange>
                                  <a:clrFrom>
                                    <a:srgbClr val="000000"/>
                                  </a:clrFrom>
                                  <a:clrTo>
                                    <a:srgbClr val="E40000"/>
                                  </a:clrTo>
                                </a:clrChange>
                                <a:biLevel thresh="50000"/>
                                <a:grayscl/>
                              </a:blip>
                              <a:stretch>
                                <a:fillRect/>
                              </a:stretch>
                            </p:blipFill>
                            <p:spPr>
                              <a:xfrm>
                                <a:off x="1312" y="2240"/>
                                <a:ext cx="2995" cy="730"/>
                              </a:xfrm>
                              <a:prstGeom prst="rect">
                                <a:avLst/>
                              </a:prstGeom>
                              <a:noFill/>
                              <a:ln w="38100">
                                <a:noFill/>
                                <a:miter/>
                              </a:ln>
                            </p:spPr>
                          </p:pic>
                        </p:oleObj>
                      </mc:Fallback>
                    </mc:AlternateContent>
                  </a:graphicData>
                </a:graphic>
              </p:graphicFrame>
              <p:sp>
                <p:nvSpPr>
                  <p:cNvPr id="11281" name="Rectangle 8"/>
                  <p:cNvSpPr/>
                  <p:nvPr/>
                </p:nvSpPr>
                <p:spPr>
                  <a:xfrm>
                    <a:off x="4286" y="2478"/>
                    <a:ext cx="340" cy="327"/>
                  </a:xfrm>
                  <a:prstGeom prst="rect">
                    <a:avLst/>
                  </a:prstGeom>
                  <a:noFill/>
                  <a:ln w="9525">
                    <a:noFill/>
                  </a:ln>
                </p:spPr>
                <p:txBody>
                  <a:bodyPr wrap="none" anchor="t" anchorCtr="0">
                    <a:spAutoFit/>
                  </a:bodyPr>
                  <a:lstStyle/>
                  <a:p>
                    <a:r>
                      <a:rPr lang="en-US" altLang="en-US" sz="2800" b="1" dirty="0">
                        <a:latin typeface="Arial" panose="020B0604020202020204" pitchFamily="34" charset="0"/>
                        <a:ea typeface="华文中宋" panose="02010600040101010101" pitchFamily="2" charset="-122"/>
                      </a:rPr>
                      <a:t>④</a:t>
                    </a:r>
                    <a:endParaRPr lang="en-US" altLang="zh-CN" sz="2800" b="1" dirty="0">
                      <a:latin typeface="Arial" panose="020B0604020202020204" pitchFamily="34" charset="0"/>
                      <a:ea typeface="华文中宋" panose="02010600040101010101" pitchFamily="2" charset="-122"/>
                    </a:endParaRPr>
                  </a:p>
                </p:txBody>
              </p:sp>
            </p:grpSp>
            <p:sp>
              <p:nvSpPr>
                <p:cNvPr id="11282" name="Text Box 9"/>
                <p:cNvSpPr txBox="1"/>
                <p:nvPr/>
              </p:nvSpPr>
              <p:spPr>
                <a:xfrm>
                  <a:off x="385" y="1661"/>
                  <a:ext cx="2087" cy="327"/>
                </a:xfrm>
                <a:prstGeom prst="rect">
                  <a:avLst/>
                </a:prstGeom>
                <a:noFill/>
                <a:ln w="9525">
                  <a:noFill/>
                </a:ln>
              </p:spPr>
              <p:txBody>
                <a:bodyPr anchor="t" anchorCtr="0">
                  <a:spAutoFit/>
                </a:bodyPr>
                <a:lstStyle/>
                <a:p>
                  <a:pPr>
                    <a:spcBef>
                      <a:spcPct val="50000"/>
                    </a:spcBef>
                  </a:pPr>
                  <a:r>
                    <a:rPr lang="zh-CN" altLang="en-US" sz="2800" b="1" dirty="0">
                      <a:solidFill>
                        <a:srgbClr val="2B03BD"/>
                      </a:solidFill>
                      <a:latin typeface="Arial" panose="020B0604020202020204" pitchFamily="34" charset="0"/>
                      <a:ea typeface="黑体" panose="02010609060101010101" pitchFamily="49" charset="-122"/>
                    </a:rPr>
                    <a:t>利用边界条件可得：</a:t>
                  </a:r>
                  <a:endParaRPr lang="zh-CN" altLang="en-US" sz="2800" b="1" dirty="0">
                    <a:solidFill>
                      <a:srgbClr val="2B03BD"/>
                    </a:solidFill>
                    <a:latin typeface="Arial" panose="020B0604020202020204" pitchFamily="34" charset="0"/>
                    <a:ea typeface="黑体" panose="02010609060101010101" pitchFamily="49" charset="-122"/>
                  </a:endParaRPr>
                </a:p>
              </p:txBody>
            </p:sp>
          </p:grpSp>
        </p:grpSp>
        <p:grpSp>
          <p:nvGrpSpPr>
            <p:cNvPr id="11283" name="Group 19"/>
            <p:cNvGrpSpPr/>
            <p:nvPr/>
          </p:nvGrpSpPr>
          <p:grpSpPr>
            <a:xfrm>
              <a:off x="3243" y="2069"/>
              <a:ext cx="2041" cy="499"/>
              <a:chOff x="3107" y="2115"/>
              <a:chExt cx="2041" cy="499"/>
            </a:xfrm>
          </p:grpSpPr>
          <p:graphicFrame>
            <p:nvGraphicFramePr>
              <p:cNvPr id="11284" name="Object 20"/>
              <p:cNvGraphicFramePr>
                <a:graphicFrameLocks noChangeAspect="1"/>
              </p:cNvGraphicFramePr>
              <p:nvPr/>
            </p:nvGraphicFramePr>
            <p:xfrm>
              <a:off x="3288" y="2251"/>
              <a:ext cx="1584" cy="280"/>
            </p:xfrm>
            <a:graphic>
              <a:graphicData uri="http://schemas.openxmlformats.org/presentationml/2006/ole">
                <mc:AlternateContent xmlns:mc="http://schemas.openxmlformats.org/markup-compatibility/2006">
                  <mc:Choice xmlns:v="urn:schemas-microsoft-com:vml" Requires="v">
                    <p:oleObj spid="_x0000_s6" name="" r:id="rId9" imgW="2514600" imgH="444500" progId="Equation.DSMT4">
                      <p:embed/>
                    </p:oleObj>
                  </mc:Choice>
                  <mc:Fallback>
                    <p:oleObj name="" r:id="rId9" imgW="2514600" imgH="444500" progId="Equation.DSMT4">
                      <p:embed/>
                      <p:pic>
                        <p:nvPicPr>
                          <p:cNvPr id="0" name="Object 20"/>
                          <p:cNvPicPr/>
                          <p:nvPr/>
                        </p:nvPicPr>
                        <p:blipFill>
                          <a:blip r:embed="rId10">
                            <a:biLevel thresh="50000"/>
                            <a:grayscl/>
                          </a:blip>
                          <a:stretch>
                            <a:fillRect/>
                          </a:stretch>
                        </p:blipFill>
                        <p:spPr>
                          <a:xfrm>
                            <a:off x="3288" y="2251"/>
                            <a:ext cx="1584" cy="280"/>
                          </a:xfrm>
                          <a:prstGeom prst="rect">
                            <a:avLst/>
                          </a:prstGeom>
                          <a:noFill/>
                          <a:ln w="38100">
                            <a:noFill/>
                            <a:miter/>
                          </a:ln>
                        </p:spPr>
                      </p:pic>
                    </p:oleObj>
                  </mc:Fallback>
                </mc:AlternateContent>
              </a:graphicData>
            </a:graphic>
          </p:graphicFrame>
          <p:sp>
            <p:nvSpPr>
              <p:cNvPr id="11285" name="AutoShape 21"/>
              <p:cNvSpPr/>
              <p:nvPr/>
            </p:nvSpPr>
            <p:spPr>
              <a:xfrm>
                <a:off x="3107" y="2115"/>
                <a:ext cx="2041" cy="499"/>
              </a:xfrm>
              <a:prstGeom prst="wedgeRoundRectCallout">
                <a:avLst>
                  <a:gd name="adj1" fmla="val -43750"/>
                  <a:gd name="adj2" fmla="val 70000"/>
                  <a:gd name="adj3" fmla="val 16667"/>
                </a:avLst>
              </a:prstGeom>
              <a:noFill/>
              <a:ln w="25400" cap="flat" cmpd="sng">
                <a:solidFill>
                  <a:schemeClr val="tx2"/>
                </a:solidFill>
                <a:prstDash val="solid"/>
                <a:miter/>
                <a:headEnd type="none" w="med" len="med"/>
                <a:tailEnd type="none" w="med" len="med"/>
              </a:ln>
            </p:spPr>
            <p:txBody>
              <a:bodyPr anchor="t" anchorCtr="0"/>
              <a:lstStyle/>
              <a:p>
                <a:pPr algn="ctr">
                  <a:spcBef>
                    <a:spcPct val="20000"/>
                  </a:spcBef>
                </a:pPr>
                <a:endParaRPr lang="zh-CN" altLang="zh-CN" sz="2800" b="1" i="1" dirty="0">
                  <a:latin typeface="Times New Roman" panose="02020603050405020304" pitchFamily="18" charset="0"/>
                  <a:ea typeface="宋体" panose="02010600030101010101" pitchFamily="2" charset="-122"/>
                </a:endParaRPr>
              </a:p>
            </p:txBody>
          </p:sp>
        </p:grpSp>
      </p:grpSp>
      <p:sp>
        <p:nvSpPr>
          <p:cNvPr id="11286" name="AutoShape 29"/>
          <p:cNvSpPr/>
          <p:nvPr/>
        </p:nvSpPr>
        <p:spPr>
          <a:xfrm>
            <a:off x="7967663" y="549275"/>
            <a:ext cx="2089150" cy="1150938"/>
          </a:xfrm>
          <a:prstGeom prst="cloudCallout">
            <a:avLst>
              <a:gd name="adj1" fmla="val -103875"/>
              <a:gd name="adj2" fmla="val 94968"/>
            </a:avLst>
          </a:prstGeom>
          <a:solidFill>
            <a:srgbClr val="00FFFF"/>
          </a:solidFill>
          <a:ln w="9525" cap="flat" cmpd="sng">
            <a:solidFill>
              <a:schemeClr val="tx1"/>
            </a:solidFill>
            <a:prstDash val="solid"/>
            <a:round/>
            <a:headEnd type="none" w="med" len="med"/>
            <a:tailEnd type="none" w="med" len="med"/>
          </a:ln>
        </p:spPr>
        <p:txBody>
          <a:bodyPr anchor="t" anchorCtr="0"/>
          <a:lstStyle/>
          <a:p>
            <a:pPr algn="ctr" eaLnBrk="0" hangingPunct="0"/>
            <a:r>
              <a:rPr lang="zh-CN" altLang="en-US" b="1" dirty="0">
                <a:solidFill>
                  <a:schemeClr val="tx2"/>
                </a:solidFill>
                <a:latin typeface="楷体_GB2312" pitchFamily="49" charset="-122"/>
                <a:ea typeface="楷体_GB2312" pitchFamily="49" charset="-122"/>
              </a:rPr>
              <a:t>先解哪一个呢？</a:t>
            </a:r>
            <a:endParaRPr lang="zh-CN" altLang="en-US" b="1" dirty="0">
              <a:solidFill>
                <a:schemeClr val="tx2"/>
              </a:solidFill>
              <a:latin typeface="楷体_GB2312" pitchFamily="49" charset="-122"/>
              <a:ea typeface="楷体_GB2312"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p:nvPr/>
        </p:nvSpPr>
        <p:spPr>
          <a:xfrm>
            <a:off x="4319588" y="3268663"/>
            <a:ext cx="9144000" cy="369332"/>
          </a:xfrm>
          <a:prstGeom prst="rect">
            <a:avLst/>
          </a:prstGeom>
          <a:noFill/>
          <a:ln w="9525">
            <a:noFill/>
          </a:ln>
        </p:spPr>
        <p:txBody>
          <a:bodyPr anchor="t"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sp>
        <p:nvSpPr>
          <p:cNvPr id="44040" name="Text Box 8"/>
          <p:cNvSpPr txBox="1"/>
          <p:nvPr/>
        </p:nvSpPr>
        <p:spPr>
          <a:xfrm>
            <a:off x="2424113" y="4868863"/>
            <a:ext cx="6335712" cy="519112"/>
          </a:xfrm>
          <a:prstGeom prst="rect">
            <a:avLst/>
          </a:prstGeom>
          <a:noFill/>
          <a:ln w="9525">
            <a:noFill/>
          </a:ln>
        </p:spPr>
        <p:txBody>
          <a:bodyPr anchor="t" anchorCtr="0">
            <a:spAutoFit/>
          </a:bodyPr>
          <a:lstStyle/>
          <a:p>
            <a:pPr>
              <a:spcBef>
                <a:spcPct val="50000"/>
              </a:spcBef>
            </a:pPr>
            <a:r>
              <a:rPr lang="zh-CN" altLang="en-US" sz="2800" b="1" dirty="0">
                <a:solidFill>
                  <a:srgbClr val="2B03BD"/>
                </a:solidFill>
                <a:latin typeface="Arial" panose="020B0604020202020204" pitchFamily="34" charset="0"/>
                <a:ea typeface="黑体" panose="02010609060101010101" pitchFamily="49" charset="-122"/>
              </a:rPr>
              <a:t>分三种情形讨论特征值问题的求解：</a:t>
            </a:r>
            <a:endParaRPr lang="zh-CN" altLang="en-US" sz="2800" b="1" dirty="0">
              <a:solidFill>
                <a:srgbClr val="2B03BD"/>
              </a:solidFill>
              <a:latin typeface="Arial" panose="020B0604020202020204" pitchFamily="34" charset="0"/>
              <a:ea typeface="黑体" panose="02010609060101010101" pitchFamily="49" charset="-122"/>
            </a:endParaRPr>
          </a:p>
        </p:txBody>
      </p:sp>
      <p:graphicFrame>
        <p:nvGraphicFramePr>
          <p:cNvPr id="12291" name="Object 5"/>
          <p:cNvGraphicFramePr>
            <a:graphicFrameLocks noChangeAspect="1"/>
          </p:cNvGraphicFramePr>
          <p:nvPr/>
        </p:nvGraphicFramePr>
        <p:xfrm>
          <a:off x="2424113" y="1700213"/>
          <a:ext cx="5903912" cy="1250950"/>
        </p:xfrm>
        <a:graphic>
          <a:graphicData uri="http://schemas.openxmlformats.org/presentationml/2006/ole">
            <mc:AlternateContent xmlns:mc="http://schemas.openxmlformats.org/markup-compatibility/2006">
              <mc:Choice xmlns:v="urn:schemas-microsoft-com:vml" Requires="v">
                <p:oleObj spid="_x0000_s2" name="" r:id="rId1" imgW="3276600" imgH="711200" progId="Equation.DSMT4">
                  <p:embed/>
                </p:oleObj>
              </mc:Choice>
              <mc:Fallback>
                <p:oleObj name="" r:id="rId1" imgW="3276600" imgH="711200" progId="Equation.DSMT4">
                  <p:embed/>
                  <p:pic>
                    <p:nvPicPr>
                      <p:cNvPr id="0" name="Object 5"/>
                      <p:cNvPicPr/>
                      <p:nvPr/>
                    </p:nvPicPr>
                    <p:blipFill>
                      <a:blip r:embed="rId2">
                        <a:clrChange>
                          <a:clrFrom>
                            <a:srgbClr val="000000"/>
                          </a:clrFrom>
                          <a:clrTo>
                            <a:srgbClr val="E40000"/>
                          </a:clrTo>
                        </a:clrChange>
                      </a:blip>
                      <a:stretch>
                        <a:fillRect/>
                      </a:stretch>
                    </p:blipFill>
                    <p:spPr>
                      <a:xfrm>
                        <a:off x="2424113" y="1700213"/>
                        <a:ext cx="5903912" cy="1250950"/>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12292" name="Rectangle 6"/>
          <p:cNvSpPr/>
          <p:nvPr/>
        </p:nvSpPr>
        <p:spPr>
          <a:xfrm>
            <a:off x="8328025" y="2133600"/>
            <a:ext cx="711200" cy="573088"/>
          </a:xfrm>
          <a:prstGeom prst="rect">
            <a:avLst/>
          </a:prstGeom>
          <a:solidFill>
            <a:srgbClr val="00FFFF"/>
          </a:solidFill>
          <a:ln w="9525">
            <a:noFill/>
          </a:ln>
          <a:effectLst>
            <a:outerShdw dist="107763" dir="2699999" algn="ctr" rotWithShape="0">
              <a:srgbClr val="808080">
                <a:alpha val="50000"/>
              </a:srgbClr>
            </a:outerShdw>
          </a:effectLst>
        </p:spPr>
        <p:txBody>
          <a:bodyPr anchor="t" anchorCtr="0"/>
          <a:lstStyle/>
          <a:p>
            <a:r>
              <a:rPr lang="en-US" altLang="zh-CN" sz="2800" b="1" dirty="0">
                <a:latin typeface="Arial" panose="020B0604020202020204" pitchFamily="34" charset="0"/>
                <a:ea typeface="华文中宋" panose="02010600040101010101" pitchFamily="2" charset="-122"/>
              </a:rPr>
              <a:t>⑤</a:t>
            </a:r>
            <a:r>
              <a:rPr lang="en-US" altLang="zh-CN" sz="2800" b="1" dirty="0">
                <a:solidFill>
                  <a:srgbClr val="050509"/>
                </a:solidFill>
                <a:latin typeface="华文中宋" panose="02010600040101010101" pitchFamily="2" charset="-122"/>
                <a:ea typeface="华文中宋" panose="02010600040101010101" pitchFamily="2" charset="-122"/>
              </a:rPr>
              <a:t> </a:t>
            </a:r>
            <a:endParaRPr lang="en-US" altLang="zh-CN" sz="2800" b="1" dirty="0">
              <a:solidFill>
                <a:srgbClr val="050509"/>
              </a:solidFill>
              <a:latin typeface="华文中宋" panose="02010600040101010101" pitchFamily="2" charset="-122"/>
              <a:ea typeface="华文中宋" panose="02010600040101010101" pitchFamily="2" charset="-122"/>
            </a:endParaRPr>
          </a:p>
        </p:txBody>
      </p:sp>
      <p:sp>
        <p:nvSpPr>
          <p:cNvPr id="12293" name="Text Box 9"/>
          <p:cNvSpPr txBox="1"/>
          <p:nvPr/>
        </p:nvSpPr>
        <p:spPr>
          <a:xfrm>
            <a:off x="2424113" y="4076701"/>
            <a:ext cx="6335712" cy="519113"/>
          </a:xfrm>
          <a:prstGeom prst="rect">
            <a:avLst/>
          </a:prstGeom>
          <a:noFill/>
          <a:ln w="9525">
            <a:noFill/>
          </a:ln>
        </p:spPr>
        <p:txBody>
          <a:bodyPr anchor="t" anchorCtr="0">
            <a:spAutoFit/>
          </a:bodyPr>
          <a:lstStyle/>
          <a:p>
            <a:pPr>
              <a:spcBef>
                <a:spcPct val="50000"/>
              </a:spcBef>
            </a:pPr>
            <a:r>
              <a:rPr lang="zh-CN" altLang="en-US" sz="2800" b="1" dirty="0">
                <a:solidFill>
                  <a:srgbClr val="2B03BD"/>
                </a:solidFill>
                <a:latin typeface="Arial" panose="020B0604020202020204" pitchFamily="34" charset="0"/>
                <a:ea typeface="黑体" panose="02010609060101010101" pitchFamily="49" charset="-122"/>
              </a:rPr>
              <a:t>相应的非零解</a:t>
            </a:r>
            <a:r>
              <a:rPr lang="en-US" altLang="zh-CN" sz="2800" b="1" i="1" dirty="0">
                <a:solidFill>
                  <a:srgbClr val="2B03BD"/>
                </a:solidFill>
                <a:latin typeface="Times New Roman" panose="02020603050405020304" pitchFamily="18" charset="0"/>
                <a:ea typeface="宋体" panose="02010600030101010101" pitchFamily="2" charset="-122"/>
              </a:rPr>
              <a:t>X</a:t>
            </a:r>
            <a:r>
              <a:rPr lang="en-US" altLang="zh-CN" sz="2800" b="1" dirty="0">
                <a:solidFill>
                  <a:srgbClr val="2B03BD"/>
                </a:solidFill>
                <a:latin typeface="Times New Roman" panose="02020603050405020304" pitchFamily="18" charset="0"/>
                <a:ea typeface="宋体" panose="02010600030101010101" pitchFamily="2" charset="-122"/>
              </a:rPr>
              <a:t>(</a:t>
            </a:r>
            <a:r>
              <a:rPr lang="en-US" altLang="zh-CN" sz="2800" b="1" i="1" dirty="0">
                <a:solidFill>
                  <a:srgbClr val="2B03BD"/>
                </a:solidFill>
                <a:latin typeface="Times New Roman" panose="02020603050405020304" pitchFamily="18" charset="0"/>
                <a:ea typeface="宋体" panose="02010600030101010101" pitchFamily="2" charset="-122"/>
              </a:rPr>
              <a:t>x</a:t>
            </a:r>
            <a:r>
              <a:rPr lang="en-US" altLang="zh-CN" sz="2800" b="1" dirty="0">
                <a:solidFill>
                  <a:srgbClr val="2B03BD"/>
                </a:solidFill>
                <a:latin typeface="Times New Roman" panose="02020603050405020304" pitchFamily="18" charset="0"/>
                <a:ea typeface="宋体" panose="02010600030101010101" pitchFamily="2" charset="-122"/>
              </a:rPr>
              <a:t>)</a:t>
            </a:r>
            <a:r>
              <a:rPr lang="zh-CN" altLang="en-US" sz="2800" b="1" dirty="0">
                <a:solidFill>
                  <a:srgbClr val="2B03BD"/>
                </a:solidFill>
                <a:latin typeface="Arial" panose="020B0604020202020204" pitchFamily="34" charset="0"/>
                <a:ea typeface="黑体" panose="02010609060101010101" pitchFamily="49" charset="-122"/>
              </a:rPr>
              <a:t>称为特征函数；</a:t>
            </a:r>
            <a:endParaRPr lang="zh-CN" altLang="en-US" sz="2800" b="1" dirty="0">
              <a:solidFill>
                <a:srgbClr val="2B03BD"/>
              </a:solidFill>
              <a:latin typeface="Arial" panose="020B0604020202020204" pitchFamily="34" charset="0"/>
              <a:ea typeface="黑体" panose="02010609060101010101" pitchFamily="49" charset="-122"/>
            </a:endParaRPr>
          </a:p>
        </p:txBody>
      </p:sp>
      <p:graphicFrame>
        <p:nvGraphicFramePr>
          <p:cNvPr id="12294" name="Object 10"/>
          <p:cNvGraphicFramePr>
            <a:graphicFrameLocks noChangeAspect="1"/>
          </p:cNvGraphicFramePr>
          <p:nvPr/>
        </p:nvGraphicFramePr>
        <p:xfrm>
          <a:off x="2495550" y="3357563"/>
          <a:ext cx="3048000" cy="444500"/>
        </p:xfrm>
        <a:graphic>
          <a:graphicData uri="http://schemas.openxmlformats.org/presentationml/2006/ole">
            <mc:AlternateContent xmlns:mc="http://schemas.openxmlformats.org/markup-compatibility/2006">
              <mc:Choice xmlns:v="urn:schemas-microsoft-com:vml" Requires="v">
                <p:oleObj spid="_x0000_s3" name="" r:id="rId3" imgW="3048000" imgH="444500" progId="Equation.DSMT4">
                  <p:embed/>
                </p:oleObj>
              </mc:Choice>
              <mc:Fallback>
                <p:oleObj name="" r:id="rId3" imgW="3048000" imgH="444500" progId="Equation.DSMT4">
                  <p:embed/>
                  <p:pic>
                    <p:nvPicPr>
                      <p:cNvPr id="0" name="Object 10"/>
                      <p:cNvPicPr/>
                      <p:nvPr/>
                    </p:nvPicPr>
                    <p:blipFill>
                      <a:blip r:embed="rId4"/>
                      <a:stretch>
                        <a:fillRect/>
                      </a:stretch>
                    </p:blipFill>
                    <p:spPr>
                      <a:xfrm>
                        <a:off x="2495550" y="3357563"/>
                        <a:ext cx="3048000" cy="444500"/>
                      </a:xfrm>
                      <a:prstGeom prst="rect">
                        <a:avLst/>
                      </a:prstGeom>
                      <a:solidFill>
                        <a:srgbClr val="00FFFF"/>
                      </a:solidFill>
                      <a:ln w="38100">
                        <a:noFill/>
                        <a:miter/>
                      </a:ln>
                    </p:spPr>
                  </p:pic>
                </p:oleObj>
              </mc:Fallback>
            </mc:AlternateContent>
          </a:graphicData>
        </a:graphic>
      </p:graphicFrame>
      <p:sp>
        <p:nvSpPr>
          <p:cNvPr id="12295" name="Rectangle 13"/>
          <p:cNvSpPr/>
          <p:nvPr/>
        </p:nvSpPr>
        <p:spPr>
          <a:xfrm>
            <a:off x="2063750" y="765175"/>
            <a:ext cx="4673600" cy="579438"/>
          </a:xfrm>
          <a:prstGeom prst="rect">
            <a:avLst/>
          </a:prstGeom>
          <a:noFill/>
          <a:ln w="9525">
            <a:noFill/>
          </a:ln>
        </p:spPr>
        <p:txBody>
          <a:bodyPr wrap="none" anchor="t" anchorCtr="0">
            <a:spAutoFit/>
          </a:bodyPr>
          <a:lstStyle/>
          <a:p>
            <a:r>
              <a:rPr lang="en-US" altLang="zh-CN" sz="3200" b="1" dirty="0">
                <a:solidFill>
                  <a:schemeClr val="tx2"/>
                </a:solidFill>
                <a:latin typeface="黑体" panose="02010609060101010101" pitchFamily="49" charset="-122"/>
                <a:ea typeface="黑体" panose="02010609060101010101" pitchFamily="49" charset="-122"/>
              </a:rPr>
              <a:t>4.</a:t>
            </a:r>
            <a:r>
              <a:rPr lang="zh-CN" altLang="en-US" sz="3200" b="1" dirty="0">
                <a:solidFill>
                  <a:schemeClr val="tx2"/>
                </a:solidFill>
                <a:latin typeface="黑体" panose="02010609060101010101" pitchFamily="49" charset="-122"/>
                <a:ea typeface="黑体" panose="02010609060101010101" pitchFamily="49" charset="-122"/>
              </a:rPr>
              <a:t>求特征值与特征函数：</a:t>
            </a:r>
            <a:endParaRPr lang="zh-CN" altLang="en-US" sz="3200" b="1" dirty="0">
              <a:solidFill>
                <a:srgbClr val="2B03BD"/>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0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4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ext Box 2"/>
          <p:cNvSpPr txBox="1"/>
          <p:nvPr/>
        </p:nvSpPr>
        <p:spPr>
          <a:xfrm>
            <a:off x="2135188" y="692150"/>
            <a:ext cx="7345362" cy="579438"/>
          </a:xfrm>
          <a:prstGeom prst="rect">
            <a:avLst/>
          </a:prstGeom>
          <a:noFill/>
          <a:ln w="25400">
            <a:noFill/>
          </a:ln>
        </p:spPr>
        <p:txBody>
          <a:bodyPr anchor="t" anchorCtr="0">
            <a:spAutoFit/>
          </a:bodyPr>
          <a:lstStyle/>
          <a:p>
            <a:pPr>
              <a:spcBef>
                <a:spcPct val="20000"/>
              </a:spcBef>
            </a:pPr>
            <a:r>
              <a:rPr lang="zh-CN" altLang="en-US" sz="3200" b="1" dirty="0">
                <a:solidFill>
                  <a:schemeClr val="tx2"/>
                </a:solidFill>
                <a:latin typeface="黑体" panose="02010609060101010101" pitchFamily="49" charset="-122"/>
                <a:ea typeface="黑体" panose="02010609060101010101" pitchFamily="49" charset="-122"/>
              </a:rPr>
              <a:t>二阶常系数线性齐次微分方程解</a:t>
            </a:r>
            <a:r>
              <a:rPr lang="en-US" altLang="zh-CN" sz="3200" b="1" dirty="0">
                <a:solidFill>
                  <a:schemeClr val="tx2"/>
                </a:solidFill>
                <a:latin typeface="黑体" panose="02010609060101010101" pitchFamily="49" charset="-122"/>
                <a:ea typeface="黑体" panose="02010609060101010101" pitchFamily="49" charset="-122"/>
              </a:rPr>
              <a:t>:</a:t>
            </a:r>
            <a:endParaRPr lang="zh-CN" altLang="en-US" sz="3200" b="1" dirty="0">
              <a:solidFill>
                <a:srgbClr val="FF0000"/>
              </a:solidFill>
              <a:latin typeface="Times New Roman" panose="02020603050405020304" pitchFamily="18" charset="0"/>
              <a:ea typeface="宋体" panose="02010600030101010101" pitchFamily="2" charset="-122"/>
            </a:endParaRPr>
          </a:p>
        </p:txBody>
      </p:sp>
      <p:grpSp>
        <p:nvGrpSpPr>
          <p:cNvPr id="13314" name="Group 3"/>
          <p:cNvGrpSpPr/>
          <p:nvPr/>
        </p:nvGrpSpPr>
        <p:grpSpPr>
          <a:xfrm>
            <a:off x="2063750" y="1557339"/>
            <a:ext cx="7704138" cy="4732337"/>
            <a:chOff x="340" y="981"/>
            <a:chExt cx="4853" cy="2981"/>
          </a:xfrm>
        </p:grpSpPr>
        <p:graphicFrame>
          <p:nvGraphicFramePr>
            <p:cNvPr id="13315" name="Object 4"/>
            <p:cNvGraphicFramePr>
              <a:graphicFrameLocks noChangeAspect="1"/>
            </p:cNvGraphicFramePr>
            <p:nvPr/>
          </p:nvGraphicFramePr>
          <p:xfrm>
            <a:off x="2381" y="1389"/>
            <a:ext cx="1588" cy="360"/>
          </p:xfrm>
          <a:graphic>
            <a:graphicData uri="http://schemas.openxmlformats.org/presentationml/2006/ole">
              <mc:AlternateContent xmlns:mc="http://schemas.openxmlformats.org/markup-compatibility/2006">
                <mc:Choice xmlns:v="urn:schemas-microsoft-com:vml" Requires="v">
                  <p:oleObj spid="_x0000_s2" name="" r:id="rId1" imgW="2298700" imgH="520700" progId="Equation.DSMT4">
                    <p:embed/>
                  </p:oleObj>
                </mc:Choice>
                <mc:Fallback>
                  <p:oleObj name="" r:id="rId1" imgW="2298700" imgH="520700" progId="Equation.DSMT4">
                    <p:embed/>
                    <p:pic>
                      <p:nvPicPr>
                        <p:cNvPr id="0" name="Object 4"/>
                        <p:cNvPicPr/>
                        <p:nvPr/>
                      </p:nvPicPr>
                      <p:blipFill>
                        <a:blip r:embed="rId2"/>
                        <a:stretch>
                          <a:fillRect/>
                        </a:stretch>
                      </p:blipFill>
                      <p:spPr>
                        <a:xfrm>
                          <a:off x="2381" y="1389"/>
                          <a:ext cx="1588" cy="360"/>
                        </a:xfrm>
                        <a:prstGeom prst="rect">
                          <a:avLst/>
                        </a:prstGeom>
                        <a:solidFill>
                          <a:srgbClr val="FFFF00">
                            <a:alpha val="65881"/>
                          </a:srgbClr>
                        </a:solidFill>
                        <a:ln w="38100">
                          <a:noFill/>
                          <a:miter/>
                        </a:ln>
                      </p:spPr>
                    </p:pic>
                  </p:oleObj>
                </mc:Fallback>
              </mc:AlternateContent>
            </a:graphicData>
          </a:graphic>
        </p:graphicFrame>
        <p:graphicFrame>
          <p:nvGraphicFramePr>
            <p:cNvPr id="13316" name="Object 5"/>
            <p:cNvGraphicFramePr>
              <a:graphicFrameLocks noChangeAspect="1"/>
            </p:cNvGraphicFramePr>
            <p:nvPr/>
          </p:nvGraphicFramePr>
          <p:xfrm>
            <a:off x="2336" y="992"/>
            <a:ext cx="1905" cy="317"/>
          </p:xfrm>
          <a:graphic>
            <a:graphicData uri="http://schemas.openxmlformats.org/presentationml/2006/ole">
              <mc:AlternateContent xmlns:mc="http://schemas.openxmlformats.org/markup-compatibility/2006">
                <mc:Choice xmlns:v="urn:schemas-microsoft-com:vml" Requires="v">
                  <p:oleObj spid="_x0000_s3" name="" r:id="rId3" imgW="2589530" imgH="431800" progId="Equation.3">
                    <p:embed/>
                  </p:oleObj>
                </mc:Choice>
                <mc:Fallback>
                  <p:oleObj name="" r:id="rId3" imgW="2589530" imgH="431800" progId="Equation.3">
                    <p:embed/>
                    <p:pic>
                      <p:nvPicPr>
                        <p:cNvPr id="0" name="Object 5"/>
                        <p:cNvPicPr/>
                        <p:nvPr/>
                      </p:nvPicPr>
                      <p:blipFill>
                        <a:blip r:embed="rId4"/>
                        <a:stretch>
                          <a:fillRect/>
                        </a:stretch>
                      </p:blipFill>
                      <p:spPr>
                        <a:xfrm>
                          <a:off x="2336" y="992"/>
                          <a:ext cx="1905" cy="317"/>
                        </a:xfrm>
                        <a:prstGeom prst="rect">
                          <a:avLst/>
                        </a:prstGeom>
                        <a:solidFill>
                          <a:srgbClr val="FFFF00">
                            <a:alpha val="65881"/>
                          </a:srgbClr>
                        </a:solidFill>
                        <a:ln w="38100">
                          <a:noFill/>
                          <a:miter/>
                        </a:ln>
                        <a:effectLst>
                          <a:outerShdw dist="107763" dir="2699999" algn="ctr" rotWithShape="0">
                            <a:schemeClr val="bg2">
                              <a:alpha val="50000"/>
                            </a:schemeClr>
                          </a:outerShdw>
                        </a:effectLst>
                      </p:spPr>
                    </p:pic>
                  </p:oleObj>
                </mc:Fallback>
              </mc:AlternateContent>
            </a:graphicData>
          </a:graphic>
        </p:graphicFrame>
        <p:graphicFrame>
          <p:nvGraphicFramePr>
            <p:cNvPr id="13317" name="Object 6"/>
            <p:cNvGraphicFramePr>
              <a:graphicFrameLocks noChangeAspect="1"/>
            </p:cNvGraphicFramePr>
            <p:nvPr/>
          </p:nvGraphicFramePr>
          <p:xfrm>
            <a:off x="340" y="2406"/>
            <a:ext cx="4853" cy="1556"/>
          </p:xfrm>
          <a:graphic>
            <a:graphicData uri="http://schemas.openxmlformats.org/presentationml/2006/ole">
              <mc:AlternateContent xmlns:mc="http://schemas.openxmlformats.org/markup-compatibility/2006">
                <mc:Choice xmlns:v="urn:schemas-microsoft-com:vml" Requires="v">
                  <p:oleObj spid="_x0000_s4" name="" r:id="rId5" imgW="5611495" imgH="1813560" progId="Word.Document.8">
                    <p:embed/>
                  </p:oleObj>
                </mc:Choice>
                <mc:Fallback>
                  <p:oleObj name="" r:id="rId5" imgW="5611495" imgH="1813560" progId="Word.Document.8">
                    <p:embed/>
                    <p:pic>
                      <p:nvPicPr>
                        <p:cNvPr id="0" name="Object 6"/>
                        <p:cNvPicPr/>
                        <p:nvPr/>
                      </p:nvPicPr>
                      <p:blipFill>
                        <a:blip r:embed="rId6"/>
                        <a:stretch>
                          <a:fillRect/>
                        </a:stretch>
                      </p:blipFill>
                      <p:spPr>
                        <a:xfrm>
                          <a:off x="340" y="2406"/>
                          <a:ext cx="4853" cy="1556"/>
                        </a:xfrm>
                        <a:prstGeom prst="rect">
                          <a:avLst/>
                        </a:prstGeom>
                        <a:solidFill>
                          <a:srgbClr val="FFFF00">
                            <a:alpha val="65881"/>
                          </a:srgbClr>
                        </a:solidFill>
                        <a:ln w="38100">
                          <a:noFill/>
                          <a:miter/>
                        </a:ln>
                      </p:spPr>
                    </p:pic>
                  </p:oleObj>
                </mc:Fallback>
              </mc:AlternateContent>
            </a:graphicData>
          </a:graphic>
        </p:graphicFrame>
        <p:graphicFrame>
          <p:nvGraphicFramePr>
            <p:cNvPr id="13318" name="Object 7"/>
            <p:cNvGraphicFramePr>
              <a:graphicFrameLocks noChangeAspect="1"/>
            </p:cNvGraphicFramePr>
            <p:nvPr/>
          </p:nvGraphicFramePr>
          <p:xfrm>
            <a:off x="2381" y="1797"/>
            <a:ext cx="2041" cy="579"/>
          </p:xfrm>
          <a:graphic>
            <a:graphicData uri="http://schemas.openxmlformats.org/presentationml/2006/ole">
              <mc:AlternateContent xmlns:mc="http://schemas.openxmlformats.org/markup-compatibility/2006">
                <mc:Choice xmlns:v="urn:schemas-microsoft-com:vml" Requires="v">
                  <p:oleObj spid="_x0000_s5" name="" r:id="rId7" imgW="3314700" imgH="939800" progId="Equation.3">
                    <p:embed/>
                  </p:oleObj>
                </mc:Choice>
                <mc:Fallback>
                  <p:oleObj name="" r:id="rId7" imgW="3314700" imgH="939800" progId="Equation.3">
                    <p:embed/>
                    <p:pic>
                      <p:nvPicPr>
                        <p:cNvPr id="0" name="Object 7"/>
                        <p:cNvPicPr/>
                        <p:nvPr/>
                      </p:nvPicPr>
                      <p:blipFill>
                        <a:blip r:embed="rId8"/>
                        <a:stretch>
                          <a:fillRect/>
                        </a:stretch>
                      </p:blipFill>
                      <p:spPr>
                        <a:xfrm>
                          <a:off x="2381" y="1797"/>
                          <a:ext cx="2041" cy="579"/>
                        </a:xfrm>
                        <a:prstGeom prst="rect">
                          <a:avLst/>
                        </a:prstGeom>
                        <a:solidFill>
                          <a:srgbClr val="FFFF00">
                            <a:alpha val="65881"/>
                          </a:srgbClr>
                        </a:solidFill>
                        <a:ln w="38100">
                          <a:noFill/>
                          <a:miter/>
                        </a:ln>
                      </p:spPr>
                    </p:pic>
                  </p:oleObj>
                </mc:Fallback>
              </mc:AlternateContent>
            </a:graphicData>
          </a:graphic>
        </p:graphicFrame>
        <p:sp>
          <p:nvSpPr>
            <p:cNvPr id="13319" name="Rectangle 8"/>
            <p:cNvSpPr/>
            <p:nvPr/>
          </p:nvSpPr>
          <p:spPr>
            <a:xfrm>
              <a:off x="1270" y="1888"/>
              <a:ext cx="698" cy="233"/>
            </a:xfrm>
            <a:prstGeom prst="rect">
              <a:avLst/>
            </a:prstGeom>
            <a:noFill/>
            <a:ln w="9525">
              <a:noFill/>
            </a:ln>
          </p:spPr>
          <p:txBody>
            <a:bodyPr wrap="none" anchor="t" anchorCtr="0">
              <a:spAutoFit/>
            </a:bodyPr>
            <a:lstStyle/>
            <a:p>
              <a:pPr algn="ctr" eaLnBrk="0" hangingPunct="0"/>
              <a:r>
                <a:rPr lang="zh-CN" altLang="en-US" dirty="0">
                  <a:solidFill>
                    <a:srgbClr val="0000FF"/>
                  </a:solidFill>
                  <a:latin typeface="黑体" panose="02010609060101010101" pitchFamily="49" charset="-122"/>
                  <a:ea typeface="黑体" panose="02010609060101010101" pitchFamily="49" charset="-122"/>
                </a:rPr>
                <a:t>特征根：</a:t>
              </a:r>
              <a:endParaRPr lang="zh-CN" altLang="en-US" dirty="0">
                <a:solidFill>
                  <a:srgbClr val="0000FF"/>
                </a:solidFill>
                <a:latin typeface="黑体" panose="02010609060101010101" pitchFamily="49" charset="-122"/>
                <a:ea typeface="黑体" panose="02010609060101010101" pitchFamily="49" charset="-122"/>
              </a:endParaRPr>
            </a:p>
          </p:txBody>
        </p:sp>
        <p:sp>
          <p:nvSpPr>
            <p:cNvPr id="13320" name="Text Box 9"/>
            <p:cNvSpPr txBox="1"/>
            <p:nvPr/>
          </p:nvSpPr>
          <p:spPr>
            <a:xfrm>
              <a:off x="1111" y="981"/>
              <a:ext cx="1087" cy="327"/>
            </a:xfrm>
            <a:prstGeom prst="rect">
              <a:avLst/>
            </a:prstGeom>
            <a:noFill/>
            <a:ln w="9525">
              <a:noFill/>
            </a:ln>
          </p:spPr>
          <p:txBody>
            <a:bodyPr anchor="t" anchorCtr="0">
              <a:spAutoFit/>
            </a:bodyPr>
            <a:lstStyle/>
            <a:p>
              <a:pPr algn="ctr"/>
              <a:r>
                <a:rPr lang="zh-CN" altLang="en-US" sz="2800" b="1" dirty="0">
                  <a:solidFill>
                    <a:srgbClr val="0000FF"/>
                  </a:solidFill>
                  <a:latin typeface="黑体" panose="02010609060101010101" pitchFamily="49" charset="-122"/>
                  <a:ea typeface="黑体" panose="02010609060101010101" pitchFamily="49" charset="-122"/>
                </a:rPr>
                <a:t>齐次方程：</a:t>
              </a:r>
              <a:endParaRPr lang="zh-CN" altLang="en-US" sz="2800" b="1" dirty="0">
                <a:solidFill>
                  <a:srgbClr val="0000FF"/>
                </a:solidFill>
                <a:latin typeface="黑体" panose="02010609060101010101" pitchFamily="49" charset="-122"/>
                <a:ea typeface="黑体" panose="02010609060101010101" pitchFamily="49" charset="-122"/>
              </a:endParaRPr>
            </a:p>
          </p:txBody>
        </p:sp>
        <p:sp>
          <p:nvSpPr>
            <p:cNvPr id="13321" name="Rectangle 10"/>
            <p:cNvSpPr/>
            <p:nvPr/>
          </p:nvSpPr>
          <p:spPr>
            <a:xfrm>
              <a:off x="1310" y="1389"/>
              <a:ext cx="843" cy="233"/>
            </a:xfrm>
            <a:prstGeom prst="rect">
              <a:avLst/>
            </a:prstGeom>
            <a:noFill/>
            <a:ln w="9525">
              <a:noFill/>
            </a:ln>
          </p:spPr>
          <p:txBody>
            <a:bodyPr wrap="none" anchor="t" anchorCtr="0">
              <a:spAutoFit/>
            </a:bodyPr>
            <a:lstStyle/>
            <a:p>
              <a:pPr algn="ctr" eaLnBrk="0" hangingPunct="0"/>
              <a:r>
                <a:rPr lang="zh-CN" altLang="en-US" dirty="0">
                  <a:solidFill>
                    <a:srgbClr val="0000FF"/>
                  </a:solidFill>
                  <a:latin typeface="黑体" panose="02010609060101010101" pitchFamily="49" charset="-122"/>
                  <a:ea typeface="黑体" panose="02010609060101010101" pitchFamily="49" charset="-122"/>
                </a:rPr>
                <a:t>特征方程：</a:t>
              </a:r>
              <a:endParaRPr lang="zh-CN" altLang="en-US" dirty="0">
                <a:solidFill>
                  <a:srgbClr val="0000FF"/>
                </a:solidFill>
                <a:latin typeface="黑体" panose="02010609060101010101" pitchFamily="49" charset="-122"/>
                <a:ea typeface="黑体" panose="02010609060101010101" pitchFamily="49" charset="-122"/>
              </a:endParaRPr>
            </a:p>
          </p:txBody>
        </p:sp>
      </p:grpSp>
      <p:sp>
        <p:nvSpPr>
          <p:cNvPr id="13322" name="AutoShape 11"/>
          <p:cNvSpPr/>
          <p:nvPr/>
        </p:nvSpPr>
        <p:spPr>
          <a:xfrm>
            <a:off x="7108826" y="6122988"/>
            <a:ext cx="2803525" cy="609600"/>
          </a:xfrm>
          <a:prstGeom prst="borderCallout2">
            <a:avLst>
              <a:gd name="adj1" fmla="val 18750"/>
              <a:gd name="adj2" fmla="val -2718"/>
              <a:gd name="adj3" fmla="val 18750"/>
              <a:gd name="adj4" fmla="val -22875"/>
              <a:gd name="adj5" fmla="val -63801"/>
              <a:gd name="adj6" fmla="val -43829"/>
            </a:avLst>
          </a:prstGeom>
          <a:solidFill>
            <a:srgbClr val="FFFF00"/>
          </a:solidFill>
          <a:ln w="9525" cap="flat" cmpd="sng">
            <a:solidFill>
              <a:srgbClr val="000000"/>
            </a:solidFill>
            <a:prstDash val="solid"/>
            <a:miter/>
            <a:headEnd type="none" w="med" len="med"/>
            <a:tailEnd type="none" w="med" len="med"/>
          </a:ln>
        </p:spPr>
        <p:txBody>
          <a:bodyPr anchor="t" anchorCtr="0"/>
          <a:lstStyle/>
          <a:p>
            <a:pPr algn="ctr" eaLnBrk="0" hangingPunct="0"/>
            <a:r>
              <a:rPr lang="zh-CN" altLang="en-US" dirty="0">
                <a:latin typeface="楷体_GB2312" pitchFamily="49" charset="-122"/>
                <a:ea typeface="楷体_GB2312" pitchFamily="49" charset="-122"/>
              </a:rPr>
              <a:t>利用了欧拉公式</a:t>
            </a:r>
            <a:endParaRPr lang="zh-CN" altLang="en-US" dirty="0">
              <a:latin typeface="楷体_GB2312" pitchFamily="49" charset="-122"/>
              <a:ea typeface="楷体_GB2312" pitchFamily="49"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p:nvPr/>
        </p:nvSpPr>
        <p:spPr>
          <a:xfrm>
            <a:off x="5505450" y="2952750"/>
            <a:ext cx="9144000" cy="369332"/>
          </a:xfrm>
          <a:prstGeom prst="rect">
            <a:avLst/>
          </a:prstGeom>
          <a:noFill/>
          <a:ln w="9525">
            <a:noFill/>
          </a:ln>
        </p:spPr>
        <p:txBody>
          <a:bodyPr anchor="t"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sp>
        <p:nvSpPr>
          <p:cNvPr id="14338" name="Rectangle 5"/>
          <p:cNvSpPr/>
          <p:nvPr/>
        </p:nvSpPr>
        <p:spPr>
          <a:xfrm>
            <a:off x="6024563" y="3014663"/>
            <a:ext cx="9144000" cy="369332"/>
          </a:xfrm>
          <a:prstGeom prst="rect">
            <a:avLst/>
          </a:prstGeom>
          <a:noFill/>
          <a:ln w="9525">
            <a:noFill/>
          </a:ln>
        </p:spPr>
        <p:txBody>
          <a:bodyPr anchor="t"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grpSp>
        <p:nvGrpSpPr>
          <p:cNvPr id="14339" name="Group 29"/>
          <p:cNvGrpSpPr/>
          <p:nvPr/>
        </p:nvGrpSpPr>
        <p:grpSpPr>
          <a:xfrm>
            <a:off x="2566988" y="549276"/>
            <a:ext cx="7315200" cy="2462213"/>
            <a:chOff x="657" y="346"/>
            <a:chExt cx="4608" cy="1551"/>
          </a:xfrm>
        </p:grpSpPr>
        <p:grpSp>
          <p:nvGrpSpPr>
            <p:cNvPr id="14340" name="Group 27"/>
            <p:cNvGrpSpPr/>
            <p:nvPr/>
          </p:nvGrpSpPr>
          <p:grpSpPr>
            <a:xfrm>
              <a:off x="657" y="346"/>
              <a:ext cx="4608" cy="1113"/>
              <a:chOff x="657" y="346"/>
              <a:chExt cx="4608" cy="1113"/>
            </a:xfrm>
          </p:grpSpPr>
          <p:graphicFrame>
            <p:nvGraphicFramePr>
              <p:cNvPr id="14341" name="Object 3"/>
              <p:cNvGraphicFramePr>
                <a:graphicFrameLocks noChangeAspect="1"/>
              </p:cNvGraphicFramePr>
              <p:nvPr/>
            </p:nvGraphicFramePr>
            <p:xfrm>
              <a:off x="2517" y="845"/>
              <a:ext cx="2231" cy="614"/>
            </p:xfrm>
            <a:graphic>
              <a:graphicData uri="http://schemas.openxmlformats.org/presentationml/2006/ole">
                <mc:AlternateContent xmlns:mc="http://schemas.openxmlformats.org/markup-compatibility/2006">
                  <mc:Choice xmlns:v="urn:schemas-microsoft-com:vml" Requires="v">
                    <p:oleObj spid="_x0000_s2" name="" r:id="rId1" imgW="4660900" imgH="1270000" progId="Equation.3">
                      <p:embed/>
                    </p:oleObj>
                  </mc:Choice>
                  <mc:Fallback>
                    <p:oleObj name="" r:id="rId1" imgW="4660900" imgH="1270000" progId="Equation.3">
                      <p:embed/>
                      <p:pic>
                        <p:nvPicPr>
                          <p:cNvPr id="0" name="Object 3"/>
                          <p:cNvPicPr/>
                          <p:nvPr/>
                        </p:nvPicPr>
                        <p:blipFill>
                          <a:blip r:embed="rId2">
                            <a:clrChange>
                              <a:clrFrom>
                                <a:srgbClr val="000000"/>
                              </a:clrFrom>
                              <a:clrTo>
                                <a:srgbClr val="E40000"/>
                              </a:clrTo>
                            </a:clrChange>
                            <a:biLevel thresh="50000"/>
                            <a:grayscl/>
                          </a:blip>
                          <a:stretch>
                            <a:fillRect/>
                          </a:stretch>
                        </p:blipFill>
                        <p:spPr>
                          <a:xfrm>
                            <a:off x="2517" y="845"/>
                            <a:ext cx="2231" cy="614"/>
                          </a:xfrm>
                          <a:prstGeom prst="rect">
                            <a:avLst/>
                          </a:prstGeom>
                          <a:noFill/>
                          <a:ln w="38100">
                            <a:noFill/>
                            <a:miter/>
                          </a:ln>
                        </p:spPr>
                      </p:pic>
                    </p:oleObj>
                  </mc:Fallback>
                </mc:AlternateContent>
              </a:graphicData>
            </a:graphic>
          </p:graphicFrame>
          <p:sp>
            <p:nvSpPr>
              <p:cNvPr id="14342" name="Rectangle 8"/>
              <p:cNvSpPr/>
              <p:nvPr/>
            </p:nvSpPr>
            <p:spPr>
              <a:xfrm>
                <a:off x="657" y="346"/>
                <a:ext cx="4608" cy="663"/>
              </a:xfrm>
              <a:prstGeom prst="rect">
                <a:avLst/>
              </a:prstGeom>
              <a:noFill/>
              <a:ln w="9525">
                <a:noFill/>
              </a:ln>
            </p:spPr>
            <p:txBody>
              <a:bodyPr anchor="t" anchorCtr="0">
                <a:spAutoFit/>
              </a:bodyPr>
              <a:lstStyle/>
              <a:p>
                <a:pPr algn="just"/>
                <a:r>
                  <a:rPr lang="en-US" altLang="zh-CN" sz="2800" b="1" dirty="0">
                    <a:solidFill>
                      <a:srgbClr val="2B03BD"/>
                    </a:solidFill>
                    <a:latin typeface="黑体" panose="02010609060101010101" pitchFamily="49" charset="-122"/>
                    <a:ea typeface="黑体" panose="02010609060101010101" pitchFamily="49" charset="-122"/>
                  </a:rPr>
                  <a:t>(1)</a:t>
                </a:r>
                <a:r>
                  <a:rPr lang="en-US" altLang="zh-CN" sz="2800" dirty="0">
                    <a:solidFill>
                      <a:srgbClr val="050509"/>
                    </a:solidFill>
                    <a:latin typeface="华文中宋" panose="02010600040101010101" pitchFamily="2" charset="-122"/>
                    <a:ea typeface="华文中宋" panose="02010600040101010101" pitchFamily="2" charset="-122"/>
                  </a:rPr>
                  <a:t>        </a:t>
                </a:r>
                <a:r>
                  <a:rPr lang="zh-CN" altLang="en-US" sz="2800" b="1" dirty="0">
                    <a:solidFill>
                      <a:srgbClr val="2B03BD"/>
                    </a:solidFill>
                    <a:latin typeface="黑体" panose="02010609060101010101" pitchFamily="49" charset="-122"/>
                    <a:ea typeface="黑体" panose="02010609060101010101" pitchFamily="49" charset="-122"/>
                  </a:rPr>
                  <a:t>方程通解为</a:t>
                </a:r>
                <a:r>
                  <a:rPr lang="zh-CN" altLang="en-US" sz="2800" dirty="0">
                    <a:solidFill>
                      <a:srgbClr val="050509"/>
                    </a:solidFill>
                    <a:latin typeface="华文中宋" panose="02010600040101010101" pitchFamily="2" charset="-122"/>
                    <a:ea typeface="华文中宋" panose="02010600040101010101" pitchFamily="2" charset="-122"/>
                  </a:rPr>
                  <a:t>   </a:t>
                </a:r>
                <a:endParaRPr lang="zh-CN" altLang="en-US" sz="2800" dirty="0">
                  <a:solidFill>
                    <a:srgbClr val="050509"/>
                  </a:solidFill>
                  <a:latin typeface="华文中宋" panose="02010600040101010101" pitchFamily="2" charset="-122"/>
                  <a:ea typeface="华文中宋" panose="02010600040101010101" pitchFamily="2" charset="-122"/>
                </a:endParaRPr>
              </a:p>
              <a:p>
                <a:pPr eaLnBrk="0" hangingPunct="0">
                  <a:spcBef>
                    <a:spcPct val="25000"/>
                  </a:spcBef>
                </a:pPr>
                <a:endParaRPr lang="en-US" altLang="zh-CN" sz="2800" b="1" dirty="0">
                  <a:solidFill>
                    <a:srgbClr val="050509"/>
                  </a:solidFill>
                  <a:latin typeface="黑体" panose="02010609060101010101" pitchFamily="49" charset="-122"/>
                  <a:ea typeface="黑体" panose="02010609060101010101" pitchFamily="49" charset="-122"/>
                </a:endParaRPr>
              </a:p>
            </p:txBody>
          </p:sp>
          <p:graphicFrame>
            <p:nvGraphicFramePr>
              <p:cNvPr id="14343" name="Object 9"/>
              <p:cNvGraphicFramePr>
                <a:graphicFrameLocks noChangeAspect="1"/>
              </p:cNvGraphicFramePr>
              <p:nvPr/>
            </p:nvGraphicFramePr>
            <p:xfrm>
              <a:off x="2835" y="391"/>
              <a:ext cx="2189" cy="269"/>
            </p:xfrm>
            <a:graphic>
              <a:graphicData uri="http://schemas.openxmlformats.org/presentationml/2006/ole">
                <mc:AlternateContent xmlns:mc="http://schemas.openxmlformats.org/markup-compatibility/2006">
                  <mc:Choice xmlns:v="urn:schemas-microsoft-com:vml" Requires="v">
                    <p:oleObj spid="_x0000_s3" name="" r:id="rId3" imgW="4610100" imgH="546100" progId="Equation.3">
                      <p:embed/>
                    </p:oleObj>
                  </mc:Choice>
                  <mc:Fallback>
                    <p:oleObj name="" r:id="rId3" imgW="4610100" imgH="546100" progId="Equation.3">
                      <p:embed/>
                      <p:pic>
                        <p:nvPicPr>
                          <p:cNvPr id="0" name="Object 9"/>
                          <p:cNvPicPr/>
                          <p:nvPr/>
                        </p:nvPicPr>
                        <p:blipFill>
                          <a:blip r:embed="rId4">
                            <a:clrChange>
                              <a:clrFrom>
                                <a:srgbClr val="000000"/>
                              </a:clrFrom>
                              <a:clrTo>
                                <a:srgbClr val="E40000"/>
                              </a:clrTo>
                            </a:clrChange>
                            <a:biLevel thresh="50000"/>
                            <a:grayscl/>
                          </a:blip>
                          <a:stretch>
                            <a:fillRect/>
                          </a:stretch>
                        </p:blipFill>
                        <p:spPr>
                          <a:xfrm>
                            <a:off x="2835" y="391"/>
                            <a:ext cx="2189" cy="269"/>
                          </a:xfrm>
                          <a:prstGeom prst="rect">
                            <a:avLst/>
                          </a:prstGeom>
                          <a:noFill/>
                          <a:ln w="38100">
                            <a:noFill/>
                            <a:miter/>
                          </a:ln>
                        </p:spPr>
                      </p:pic>
                    </p:oleObj>
                  </mc:Fallback>
                </mc:AlternateContent>
              </a:graphicData>
            </a:graphic>
          </p:graphicFrame>
          <p:graphicFrame>
            <p:nvGraphicFramePr>
              <p:cNvPr id="14344" name="Object 10"/>
              <p:cNvGraphicFramePr>
                <a:graphicFrameLocks noChangeAspect="1"/>
              </p:cNvGraphicFramePr>
              <p:nvPr/>
            </p:nvGraphicFramePr>
            <p:xfrm>
              <a:off x="1066" y="391"/>
              <a:ext cx="538" cy="245"/>
            </p:xfrm>
            <a:graphic>
              <a:graphicData uri="http://schemas.openxmlformats.org/presentationml/2006/ole">
                <mc:AlternateContent xmlns:mc="http://schemas.openxmlformats.org/markup-compatibility/2006">
                  <mc:Choice xmlns:v="urn:schemas-microsoft-com:vml" Requires="v">
                    <p:oleObj spid="_x0000_s4" name="" r:id="rId5" imgW="368300" imgH="177800" progId="Equation.3">
                      <p:embed/>
                    </p:oleObj>
                  </mc:Choice>
                  <mc:Fallback>
                    <p:oleObj name="" r:id="rId5" imgW="368300" imgH="177800" progId="Equation.3">
                      <p:embed/>
                      <p:pic>
                        <p:nvPicPr>
                          <p:cNvPr id="0" name="Object 10"/>
                          <p:cNvPicPr/>
                          <p:nvPr/>
                        </p:nvPicPr>
                        <p:blipFill>
                          <a:blip r:embed="rId6">
                            <a:biLevel thresh="50000"/>
                            <a:grayscl/>
                          </a:blip>
                          <a:stretch>
                            <a:fillRect/>
                          </a:stretch>
                        </p:blipFill>
                        <p:spPr>
                          <a:xfrm>
                            <a:off x="1066" y="391"/>
                            <a:ext cx="538" cy="245"/>
                          </a:xfrm>
                          <a:prstGeom prst="rect">
                            <a:avLst/>
                          </a:prstGeom>
                          <a:noFill/>
                          <a:ln w="38100">
                            <a:noFill/>
                            <a:miter/>
                          </a:ln>
                        </p:spPr>
                      </p:pic>
                    </p:oleObj>
                  </mc:Fallback>
                </mc:AlternateContent>
              </a:graphicData>
            </a:graphic>
          </p:graphicFrame>
        </p:grpSp>
        <p:sp>
          <p:nvSpPr>
            <p:cNvPr id="14345" name="Rectangle 16"/>
            <p:cNvSpPr/>
            <p:nvPr/>
          </p:nvSpPr>
          <p:spPr>
            <a:xfrm>
              <a:off x="794" y="754"/>
              <a:ext cx="1691" cy="327"/>
            </a:xfrm>
            <a:prstGeom prst="rect">
              <a:avLst/>
            </a:prstGeom>
            <a:noFill/>
            <a:ln w="9525">
              <a:noFill/>
            </a:ln>
          </p:spPr>
          <p:txBody>
            <a:bodyPr wrap="none" anchor="t" anchorCtr="0">
              <a:spAutoFit/>
            </a:bodyPr>
            <a:lstStyle/>
            <a:p>
              <a:r>
                <a:rPr lang="zh-CN" altLang="en-US" sz="2800" b="1" dirty="0">
                  <a:solidFill>
                    <a:srgbClr val="2B03BD"/>
                  </a:solidFill>
                  <a:latin typeface="Arial" panose="020B0604020202020204" pitchFamily="34" charset="0"/>
                  <a:ea typeface="黑体" panose="02010609060101010101" pitchFamily="49" charset="-122"/>
                </a:rPr>
                <a:t>由边值条件得：</a:t>
              </a:r>
              <a:endParaRPr lang="zh-CN" altLang="en-US" sz="2800" b="1" dirty="0">
                <a:solidFill>
                  <a:srgbClr val="2B03BD"/>
                </a:solidFill>
                <a:latin typeface="Arial" panose="020B0604020202020204" pitchFamily="34" charset="0"/>
                <a:ea typeface="黑体" panose="02010609060101010101" pitchFamily="49" charset="-122"/>
              </a:endParaRPr>
            </a:p>
          </p:txBody>
        </p:sp>
        <p:grpSp>
          <p:nvGrpSpPr>
            <p:cNvPr id="14346" name="Group 17"/>
            <p:cNvGrpSpPr/>
            <p:nvPr/>
          </p:nvGrpSpPr>
          <p:grpSpPr>
            <a:xfrm>
              <a:off x="975" y="1570"/>
              <a:ext cx="4080" cy="327"/>
              <a:chOff x="431" y="1797"/>
              <a:chExt cx="4080" cy="327"/>
            </a:xfrm>
          </p:grpSpPr>
          <p:grpSp>
            <p:nvGrpSpPr>
              <p:cNvPr id="14347" name="Group 18"/>
              <p:cNvGrpSpPr/>
              <p:nvPr/>
            </p:nvGrpSpPr>
            <p:grpSpPr>
              <a:xfrm>
                <a:off x="431" y="1797"/>
                <a:ext cx="4080" cy="327"/>
                <a:chOff x="431" y="1661"/>
                <a:chExt cx="4080" cy="327"/>
              </a:xfrm>
            </p:grpSpPr>
            <p:graphicFrame>
              <p:nvGraphicFramePr>
                <p:cNvPr id="14348" name="Object 19"/>
                <p:cNvGraphicFramePr>
                  <a:graphicFrameLocks noChangeAspect="1"/>
                </p:cNvGraphicFramePr>
                <p:nvPr/>
              </p:nvGraphicFramePr>
              <p:xfrm>
                <a:off x="2200" y="1752"/>
                <a:ext cx="821" cy="225"/>
              </p:xfrm>
              <a:graphic>
                <a:graphicData uri="http://schemas.openxmlformats.org/presentationml/2006/ole">
                  <mc:AlternateContent xmlns:mc="http://schemas.openxmlformats.org/markup-compatibility/2006">
                    <mc:Choice xmlns:v="urn:schemas-microsoft-com:vml" Requires="v">
                      <p:oleObj spid="_x0000_s5" name="" r:id="rId7" imgW="1663700" imgH="444500" progId="Equation.3">
                        <p:embed/>
                      </p:oleObj>
                    </mc:Choice>
                    <mc:Fallback>
                      <p:oleObj name="" r:id="rId7" imgW="1663700" imgH="444500" progId="Equation.3">
                        <p:embed/>
                        <p:pic>
                          <p:nvPicPr>
                            <p:cNvPr id="0" name="Object 19"/>
                            <p:cNvPicPr/>
                            <p:nvPr/>
                          </p:nvPicPr>
                          <p:blipFill>
                            <a:blip r:embed="rId8">
                              <a:clrChange>
                                <a:clrFrom>
                                  <a:srgbClr val="000000"/>
                                </a:clrFrom>
                                <a:clrTo>
                                  <a:srgbClr val="E40000"/>
                                </a:clrTo>
                              </a:clrChange>
                              <a:biLevel thresh="50000"/>
                              <a:grayscl/>
                            </a:blip>
                            <a:stretch>
                              <a:fillRect/>
                            </a:stretch>
                          </p:blipFill>
                          <p:spPr>
                            <a:xfrm>
                              <a:off x="2200" y="1752"/>
                              <a:ext cx="821" cy="225"/>
                            </a:xfrm>
                            <a:prstGeom prst="rect">
                              <a:avLst/>
                            </a:prstGeom>
                            <a:noFill/>
                            <a:ln w="38100">
                              <a:noFill/>
                              <a:miter/>
                            </a:ln>
                          </p:spPr>
                        </p:pic>
                      </p:oleObj>
                    </mc:Fallback>
                  </mc:AlternateContent>
                </a:graphicData>
              </a:graphic>
            </p:graphicFrame>
            <p:sp>
              <p:nvSpPr>
                <p:cNvPr id="14349" name="Rectangle 20"/>
                <p:cNvSpPr/>
                <p:nvPr/>
              </p:nvSpPr>
              <p:spPr>
                <a:xfrm>
                  <a:off x="431" y="1661"/>
                  <a:ext cx="4080" cy="327"/>
                </a:xfrm>
                <a:prstGeom prst="rect">
                  <a:avLst/>
                </a:prstGeom>
                <a:noFill/>
                <a:ln w="9525">
                  <a:noFill/>
                </a:ln>
              </p:spPr>
              <p:txBody>
                <a:bodyPr anchor="t" anchorCtr="0">
                  <a:spAutoFit/>
                </a:bodyPr>
                <a:lstStyle/>
                <a:p>
                  <a:r>
                    <a:rPr lang="en-US" altLang="zh-CN" sz="2800" b="1" i="1" dirty="0">
                      <a:solidFill>
                        <a:srgbClr val="050509"/>
                      </a:solidFill>
                      <a:latin typeface="华文中宋" panose="02010600040101010101" pitchFamily="2" charset="-122"/>
                      <a:ea typeface="华文中宋" panose="02010600040101010101" pitchFamily="2" charset="-122"/>
                    </a:rPr>
                    <a:t>C</a:t>
                  </a:r>
                  <a:r>
                    <a:rPr lang="en-US" altLang="zh-CN" sz="2800" b="1" baseline="-30000" dirty="0">
                      <a:solidFill>
                        <a:srgbClr val="050509"/>
                      </a:solidFill>
                      <a:latin typeface="华文中宋" panose="02010600040101010101" pitchFamily="2" charset="-122"/>
                      <a:ea typeface="华文中宋" panose="02010600040101010101" pitchFamily="2" charset="-122"/>
                    </a:rPr>
                    <a:t>1</a:t>
                  </a:r>
                  <a:r>
                    <a:rPr lang="en-US" altLang="zh-CN" sz="2800" b="1" dirty="0">
                      <a:solidFill>
                        <a:srgbClr val="050509"/>
                      </a:solidFill>
                      <a:latin typeface="华文中宋" panose="02010600040101010101" pitchFamily="2" charset="-122"/>
                      <a:ea typeface="华文中宋" panose="02010600040101010101" pitchFamily="2" charset="-122"/>
                    </a:rPr>
                    <a:t> =</a:t>
                  </a:r>
                  <a:r>
                    <a:rPr lang="en-US" altLang="zh-CN" sz="2800" b="1" i="1" dirty="0">
                      <a:solidFill>
                        <a:srgbClr val="050509"/>
                      </a:solidFill>
                      <a:latin typeface="华文中宋" panose="02010600040101010101" pitchFamily="2" charset="-122"/>
                      <a:ea typeface="华文中宋" panose="02010600040101010101" pitchFamily="2" charset="-122"/>
                    </a:rPr>
                    <a:t>C</a:t>
                  </a:r>
                  <a:r>
                    <a:rPr lang="en-US" altLang="zh-CN" sz="2800" b="1" dirty="0">
                      <a:solidFill>
                        <a:srgbClr val="050509"/>
                      </a:solidFill>
                      <a:latin typeface="华文中宋" panose="02010600040101010101" pitchFamily="2" charset="-122"/>
                      <a:ea typeface="华文中宋" panose="02010600040101010101" pitchFamily="2" charset="-122"/>
                    </a:rPr>
                    <a:t> </a:t>
                  </a:r>
                  <a:r>
                    <a:rPr lang="en-US" altLang="zh-CN" sz="2800" b="1" baseline="-30000" dirty="0">
                      <a:solidFill>
                        <a:srgbClr val="050509"/>
                      </a:solidFill>
                      <a:latin typeface="华文中宋" panose="02010600040101010101" pitchFamily="2" charset="-122"/>
                      <a:ea typeface="华文中宋" panose="02010600040101010101" pitchFamily="2" charset="-122"/>
                    </a:rPr>
                    <a:t>2</a:t>
                  </a:r>
                  <a:r>
                    <a:rPr lang="en-US" altLang="zh-CN" sz="2800" b="1" dirty="0">
                      <a:solidFill>
                        <a:srgbClr val="050509"/>
                      </a:solidFill>
                      <a:latin typeface="华文中宋" panose="02010600040101010101" pitchFamily="2" charset="-122"/>
                      <a:ea typeface="华文中宋" panose="02010600040101010101" pitchFamily="2" charset="-122"/>
                    </a:rPr>
                    <a:t>=0</a:t>
                  </a:r>
                  <a:r>
                    <a:rPr lang="en-US" altLang="zh-CN" sz="2800" dirty="0">
                      <a:solidFill>
                        <a:srgbClr val="050509"/>
                      </a:solidFill>
                      <a:latin typeface="华文中宋" panose="02010600040101010101" pitchFamily="2" charset="-122"/>
                      <a:ea typeface="华文中宋" panose="02010600040101010101" pitchFamily="2" charset="-122"/>
                    </a:rPr>
                    <a:t>  </a:t>
                  </a:r>
                  <a:r>
                    <a:rPr lang="zh-CN" altLang="en-US" sz="2800" b="1" dirty="0">
                      <a:solidFill>
                        <a:srgbClr val="2B03BD"/>
                      </a:solidFill>
                      <a:latin typeface="Arial" panose="020B0604020202020204" pitchFamily="34" charset="0"/>
                      <a:ea typeface="黑体" panose="02010609060101010101" pitchFamily="49" charset="-122"/>
                    </a:rPr>
                    <a:t>从而                      ，无意义</a:t>
                  </a:r>
                  <a:r>
                    <a:rPr lang="en-US" altLang="zh-CN" sz="2800" b="1" dirty="0">
                      <a:solidFill>
                        <a:srgbClr val="2B03BD"/>
                      </a:solidFill>
                      <a:latin typeface="Arial" panose="020B0604020202020204" pitchFamily="34" charset="0"/>
                      <a:ea typeface="黑体" panose="02010609060101010101" pitchFamily="49" charset="-122"/>
                    </a:rPr>
                    <a:t>.</a:t>
                  </a:r>
                  <a:r>
                    <a:rPr lang="en-US" altLang="zh-CN" sz="2800" dirty="0">
                      <a:solidFill>
                        <a:srgbClr val="050509"/>
                      </a:solidFill>
                      <a:latin typeface="华文中宋" panose="02010600040101010101" pitchFamily="2" charset="-122"/>
                      <a:ea typeface="华文中宋" panose="02010600040101010101" pitchFamily="2" charset="-122"/>
                    </a:rPr>
                    <a:t>  </a:t>
                  </a:r>
                  <a:endParaRPr lang="en-US" altLang="zh-CN" sz="2800" dirty="0">
                    <a:solidFill>
                      <a:srgbClr val="050509"/>
                    </a:solidFill>
                    <a:latin typeface="华文中宋" panose="02010600040101010101" pitchFamily="2" charset="-122"/>
                    <a:ea typeface="华文中宋" panose="02010600040101010101" pitchFamily="2" charset="-122"/>
                  </a:endParaRPr>
                </a:p>
              </p:txBody>
            </p:sp>
          </p:grpSp>
          <p:graphicFrame>
            <p:nvGraphicFramePr>
              <p:cNvPr id="14350" name="Object 21"/>
              <p:cNvGraphicFramePr>
                <a:graphicFrameLocks noChangeAspect="1"/>
              </p:cNvGraphicFramePr>
              <p:nvPr/>
            </p:nvGraphicFramePr>
            <p:xfrm>
              <a:off x="3107" y="1888"/>
              <a:ext cx="504" cy="200"/>
            </p:xfrm>
            <a:graphic>
              <a:graphicData uri="http://schemas.openxmlformats.org/presentationml/2006/ole">
                <mc:AlternateContent xmlns:mc="http://schemas.openxmlformats.org/markup-compatibility/2006">
                  <mc:Choice xmlns:v="urn:schemas-microsoft-com:vml" Requires="v">
                    <p:oleObj spid="_x0000_s6" name="" r:id="rId9" imgW="799465" imgH="317500" progId="Equation.3">
                      <p:embed/>
                    </p:oleObj>
                  </mc:Choice>
                  <mc:Fallback>
                    <p:oleObj name="" r:id="rId9" imgW="799465" imgH="317500" progId="Equation.3">
                      <p:embed/>
                      <p:pic>
                        <p:nvPicPr>
                          <p:cNvPr id="0" name="Object 21"/>
                          <p:cNvPicPr/>
                          <p:nvPr/>
                        </p:nvPicPr>
                        <p:blipFill>
                          <a:blip r:embed="rId10">
                            <a:biLevel thresh="50000"/>
                            <a:grayscl/>
                          </a:blip>
                          <a:stretch>
                            <a:fillRect/>
                          </a:stretch>
                        </p:blipFill>
                        <p:spPr>
                          <a:xfrm>
                            <a:off x="3107" y="1888"/>
                            <a:ext cx="504" cy="200"/>
                          </a:xfrm>
                          <a:prstGeom prst="rect">
                            <a:avLst/>
                          </a:prstGeom>
                          <a:noFill/>
                          <a:ln w="38100">
                            <a:noFill/>
                            <a:miter/>
                          </a:ln>
                        </p:spPr>
                      </p:pic>
                    </p:oleObj>
                  </mc:Fallback>
                </mc:AlternateContent>
              </a:graphicData>
            </a:graphic>
          </p:graphicFrame>
        </p:grpSp>
      </p:grpSp>
      <p:grpSp>
        <p:nvGrpSpPr>
          <p:cNvPr id="14351" name="Group 28"/>
          <p:cNvGrpSpPr/>
          <p:nvPr/>
        </p:nvGrpSpPr>
        <p:grpSpPr>
          <a:xfrm>
            <a:off x="2495551" y="3573463"/>
            <a:ext cx="6226175" cy="2540000"/>
            <a:chOff x="884" y="2251"/>
            <a:chExt cx="3922" cy="1600"/>
          </a:xfrm>
        </p:grpSpPr>
        <p:sp>
          <p:nvSpPr>
            <p:cNvPr id="14352" name="Rectangle 4"/>
            <p:cNvSpPr/>
            <p:nvPr/>
          </p:nvSpPr>
          <p:spPr>
            <a:xfrm>
              <a:off x="1338" y="2840"/>
              <a:ext cx="1440" cy="327"/>
            </a:xfrm>
            <a:prstGeom prst="rect">
              <a:avLst/>
            </a:prstGeom>
            <a:noFill/>
            <a:ln w="9525">
              <a:noFill/>
            </a:ln>
          </p:spPr>
          <p:txBody>
            <a:bodyPr anchor="t" anchorCtr="0">
              <a:spAutoFit/>
            </a:bodyPr>
            <a:lstStyle/>
            <a:p>
              <a:r>
                <a:rPr lang="zh-CN" altLang="en-US" sz="2800" b="1" dirty="0">
                  <a:solidFill>
                    <a:srgbClr val="2B03BD"/>
                  </a:solidFill>
                  <a:latin typeface="黑体" panose="02010609060101010101" pitchFamily="49" charset="-122"/>
                  <a:ea typeface="黑体" panose="02010609060101010101" pitchFamily="49" charset="-122"/>
                </a:rPr>
                <a:t>由边值条件</a:t>
              </a:r>
              <a:r>
                <a:rPr lang="zh-CN" altLang="en-US" sz="2800" dirty="0">
                  <a:solidFill>
                    <a:srgbClr val="050509"/>
                  </a:solidFill>
                  <a:latin typeface="华文中宋" panose="02010600040101010101" pitchFamily="2" charset="-122"/>
                  <a:ea typeface="华文中宋" panose="02010600040101010101" pitchFamily="2" charset="-122"/>
                </a:rPr>
                <a:t> </a:t>
              </a:r>
              <a:endParaRPr lang="zh-CN" altLang="en-US" sz="2800" dirty="0">
                <a:solidFill>
                  <a:srgbClr val="050509"/>
                </a:solidFill>
                <a:latin typeface="华文中宋" panose="02010600040101010101" pitchFamily="2" charset="-122"/>
                <a:ea typeface="华文中宋" panose="02010600040101010101" pitchFamily="2" charset="-122"/>
              </a:endParaRPr>
            </a:p>
          </p:txBody>
        </p:sp>
        <p:graphicFrame>
          <p:nvGraphicFramePr>
            <p:cNvPr id="14353" name="Object 6"/>
            <p:cNvGraphicFramePr>
              <a:graphicFrameLocks noChangeAspect="1"/>
            </p:cNvGraphicFramePr>
            <p:nvPr/>
          </p:nvGraphicFramePr>
          <p:xfrm>
            <a:off x="2835" y="2704"/>
            <a:ext cx="1258" cy="631"/>
          </p:xfrm>
          <a:graphic>
            <a:graphicData uri="http://schemas.openxmlformats.org/presentationml/2006/ole">
              <mc:AlternateContent xmlns:mc="http://schemas.openxmlformats.org/markup-compatibility/2006">
                <mc:Choice xmlns:v="urn:schemas-microsoft-com:vml" Requires="v">
                  <p:oleObj spid="_x0000_s7" name="" r:id="rId11" imgW="2628900" imgH="1308100" progId="Equation.3">
                    <p:embed/>
                  </p:oleObj>
                </mc:Choice>
                <mc:Fallback>
                  <p:oleObj name="" r:id="rId11" imgW="2628900" imgH="1308100" progId="Equation.3">
                    <p:embed/>
                    <p:pic>
                      <p:nvPicPr>
                        <p:cNvPr id="0" name="Object 6"/>
                        <p:cNvPicPr/>
                        <p:nvPr/>
                      </p:nvPicPr>
                      <p:blipFill>
                        <a:blip r:embed="rId12">
                          <a:clrChange>
                            <a:clrFrom>
                              <a:srgbClr val="000000"/>
                            </a:clrFrom>
                            <a:clrTo>
                              <a:srgbClr val="E40000"/>
                            </a:clrTo>
                          </a:clrChange>
                          <a:biLevel thresh="50000"/>
                          <a:grayscl/>
                        </a:blip>
                        <a:stretch>
                          <a:fillRect/>
                        </a:stretch>
                      </p:blipFill>
                      <p:spPr>
                        <a:xfrm>
                          <a:off x="2835" y="2704"/>
                          <a:ext cx="1258" cy="631"/>
                        </a:xfrm>
                        <a:prstGeom prst="rect">
                          <a:avLst/>
                        </a:prstGeom>
                        <a:noFill/>
                        <a:ln w="38100">
                          <a:noFill/>
                          <a:miter/>
                        </a:ln>
                      </p:spPr>
                    </p:pic>
                  </p:oleObj>
                </mc:Fallback>
              </mc:AlternateContent>
            </a:graphicData>
          </a:graphic>
        </p:graphicFrame>
        <p:sp>
          <p:nvSpPr>
            <p:cNvPr id="14354" name="Rectangle 13"/>
            <p:cNvSpPr/>
            <p:nvPr/>
          </p:nvSpPr>
          <p:spPr>
            <a:xfrm>
              <a:off x="930" y="2251"/>
              <a:ext cx="3168" cy="327"/>
            </a:xfrm>
            <a:prstGeom prst="rect">
              <a:avLst/>
            </a:prstGeom>
            <a:noFill/>
            <a:ln w="9525">
              <a:noFill/>
            </a:ln>
          </p:spPr>
          <p:txBody>
            <a:bodyPr anchor="t" anchorCtr="0">
              <a:spAutoFit/>
            </a:bodyPr>
            <a:lstStyle/>
            <a:p>
              <a:r>
                <a:rPr lang="en-US" altLang="zh-CN" sz="2800" b="1" dirty="0">
                  <a:solidFill>
                    <a:srgbClr val="2B03BD"/>
                  </a:solidFill>
                  <a:latin typeface="黑体" panose="02010609060101010101" pitchFamily="49" charset="-122"/>
                  <a:ea typeface="黑体" panose="02010609060101010101" pitchFamily="49" charset="-122"/>
                </a:rPr>
                <a:t>(2)       </a:t>
              </a:r>
              <a:r>
                <a:rPr lang="zh-CN" altLang="en-US" sz="2800" b="1" dirty="0">
                  <a:solidFill>
                    <a:srgbClr val="2B03BD"/>
                  </a:solidFill>
                  <a:latin typeface="黑体" panose="02010609060101010101" pitchFamily="49" charset="-122"/>
                  <a:ea typeface="黑体" panose="02010609060101010101" pitchFamily="49" charset="-122"/>
                </a:rPr>
                <a:t>时，通解 </a:t>
              </a:r>
              <a:endParaRPr lang="zh-CN" altLang="en-US" sz="2800" b="1" dirty="0">
                <a:solidFill>
                  <a:srgbClr val="2B03BD"/>
                </a:solidFill>
                <a:latin typeface="黑体" panose="02010609060101010101" pitchFamily="49" charset="-122"/>
                <a:ea typeface="黑体" panose="02010609060101010101" pitchFamily="49" charset="-122"/>
              </a:endParaRPr>
            </a:p>
          </p:txBody>
        </p:sp>
        <p:graphicFrame>
          <p:nvGraphicFramePr>
            <p:cNvPr id="14355" name="Object 14"/>
            <p:cNvGraphicFramePr>
              <a:graphicFrameLocks noChangeAspect="1"/>
            </p:cNvGraphicFramePr>
            <p:nvPr/>
          </p:nvGraphicFramePr>
          <p:xfrm>
            <a:off x="3107" y="2296"/>
            <a:ext cx="1562" cy="265"/>
          </p:xfrm>
          <a:graphic>
            <a:graphicData uri="http://schemas.openxmlformats.org/presentationml/2006/ole">
              <mc:AlternateContent xmlns:mc="http://schemas.openxmlformats.org/markup-compatibility/2006">
                <mc:Choice xmlns:v="urn:schemas-microsoft-com:vml" Requires="v">
                  <p:oleObj spid="_x0000_s8" name="" r:id="rId13" imgW="3289300" imgH="533400" progId="Equation.3">
                    <p:embed/>
                  </p:oleObj>
                </mc:Choice>
                <mc:Fallback>
                  <p:oleObj name="" r:id="rId13" imgW="3289300" imgH="533400" progId="Equation.3">
                    <p:embed/>
                    <p:pic>
                      <p:nvPicPr>
                        <p:cNvPr id="0" name="Object 14"/>
                        <p:cNvPicPr/>
                        <p:nvPr/>
                      </p:nvPicPr>
                      <p:blipFill>
                        <a:blip r:embed="rId14">
                          <a:clrChange>
                            <a:clrFrom>
                              <a:srgbClr val="000000"/>
                            </a:clrFrom>
                            <a:clrTo>
                              <a:srgbClr val="E40000"/>
                            </a:clrTo>
                          </a:clrChange>
                          <a:biLevel thresh="50000"/>
                          <a:grayscl/>
                        </a:blip>
                        <a:stretch>
                          <a:fillRect/>
                        </a:stretch>
                      </p:blipFill>
                      <p:spPr>
                        <a:xfrm>
                          <a:off x="3107" y="2296"/>
                          <a:ext cx="1562" cy="265"/>
                        </a:xfrm>
                        <a:prstGeom prst="rect">
                          <a:avLst/>
                        </a:prstGeom>
                        <a:noFill/>
                        <a:ln w="38100">
                          <a:noFill/>
                          <a:miter/>
                        </a:ln>
                      </p:spPr>
                    </p:pic>
                  </p:oleObj>
                </mc:Fallback>
              </mc:AlternateContent>
            </a:graphicData>
          </a:graphic>
        </p:graphicFrame>
        <p:graphicFrame>
          <p:nvGraphicFramePr>
            <p:cNvPr id="14356" name="Object 15"/>
            <p:cNvGraphicFramePr>
              <a:graphicFrameLocks noChangeAspect="1"/>
            </p:cNvGraphicFramePr>
            <p:nvPr/>
          </p:nvGraphicFramePr>
          <p:xfrm>
            <a:off x="1474" y="2296"/>
            <a:ext cx="574" cy="225"/>
          </p:xfrm>
          <a:graphic>
            <a:graphicData uri="http://schemas.openxmlformats.org/presentationml/2006/ole">
              <mc:AlternateContent xmlns:mc="http://schemas.openxmlformats.org/markup-compatibility/2006">
                <mc:Choice xmlns:v="urn:schemas-microsoft-com:vml" Requires="v">
                  <p:oleObj spid="_x0000_s9" name="" r:id="rId15" imgW="735965" imgH="304800" progId="Equation.3">
                    <p:embed/>
                  </p:oleObj>
                </mc:Choice>
                <mc:Fallback>
                  <p:oleObj name="" r:id="rId15" imgW="735965" imgH="304800" progId="Equation.3">
                    <p:embed/>
                    <p:pic>
                      <p:nvPicPr>
                        <p:cNvPr id="0" name="Object 15"/>
                        <p:cNvPicPr/>
                        <p:nvPr/>
                      </p:nvPicPr>
                      <p:blipFill>
                        <a:blip r:embed="rId16">
                          <a:biLevel thresh="50000"/>
                          <a:grayscl/>
                        </a:blip>
                        <a:stretch>
                          <a:fillRect/>
                        </a:stretch>
                      </p:blipFill>
                      <p:spPr>
                        <a:xfrm>
                          <a:off x="1474" y="2296"/>
                          <a:ext cx="574" cy="225"/>
                        </a:xfrm>
                        <a:prstGeom prst="rect">
                          <a:avLst/>
                        </a:prstGeom>
                        <a:noFill/>
                        <a:ln w="38100">
                          <a:noFill/>
                          <a:miter/>
                        </a:ln>
                      </p:spPr>
                    </p:pic>
                  </p:oleObj>
                </mc:Fallback>
              </mc:AlternateContent>
            </a:graphicData>
          </a:graphic>
        </p:graphicFrame>
        <p:grpSp>
          <p:nvGrpSpPr>
            <p:cNvPr id="14357" name="Group 22"/>
            <p:cNvGrpSpPr/>
            <p:nvPr/>
          </p:nvGrpSpPr>
          <p:grpSpPr>
            <a:xfrm>
              <a:off x="884" y="3521"/>
              <a:ext cx="3922" cy="330"/>
              <a:chOff x="431" y="3612"/>
              <a:chExt cx="3922" cy="330"/>
            </a:xfrm>
          </p:grpSpPr>
          <p:grpSp>
            <p:nvGrpSpPr>
              <p:cNvPr id="14358" name="Group 23"/>
              <p:cNvGrpSpPr/>
              <p:nvPr/>
            </p:nvGrpSpPr>
            <p:grpSpPr>
              <a:xfrm>
                <a:off x="431" y="3612"/>
                <a:ext cx="3922" cy="330"/>
                <a:chOff x="384" y="3600"/>
                <a:chExt cx="3922" cy="330"/>
              </a:xfrm>
            </p:grpSpPr>
            <p:graphicFrame>
              <p:nvGraphicFramePr>
                <p:cNvPr id="14359" name="Object 24"/>
                <p:cNvGraphicFramePr>
                  <a:graphicFrameLocks noChangeAspect="1"/>
                </p:cNvGraphicFramePr>
                <p:nvPr/>
              </p:nvGraphicFramePr>
              <p:xfrm>
                <a:off x="384" y="3600"/>
                <a:ext cx="2467" cy="291"/>
              </p:xfrm>
              <a:graphic>
                <a:graphicData uri="http://schemas.openxmlformats.org/presentationml/2006/ole">
                  <mc:AlternateContent xmlns:mc="http://schemas.openxmlformats.org/markup-compatibility/2006">
                    <mc:Choice xmlns:v="urn:schemas-microsoft-com:vml" Requires="v">
                      <p:oleObj spid="_x0000_s10" name="" r:id="rId17" imgW="4495800" imgH="508000" progId="Equation.3">
                        <p:embed/>
                      </p:oleObj>
                    </mc:Choice>
                    <mc:Fallback>
                      <p:oleObj name="" r:id="rId17" imgW="4495800" imgH="508000" progId="Equation.3">
                        <p:embed/>
                        <p:pic>
                          <p:nvPicPr>
                            <p:cNvPr id="0" name="Object 24"/>
                            <p:cNvPicPr/>
                            <p:nvPr/>
                          </p:nvPicPr>
                          <p:blipFill>
                            <a:blip r:embed="rId18">
                              <a:clrChange>
                                <a:clrFrom>
                                  <a:srgbClr val="000000"/>
                                </a:clrFrom>
                                <a:clrTo>
                                  <a:srgbClr val="E40000"/>
                                </a:clrTo>
                              </a:clrChange>
                              <a:biLevel thresh="50000"/>
                              <a:grayscl/>
                            </a:blip>
                            <a:stretch>
                              <a:fillRect/>
                            </a:stretch>
                          </p:blipFill>
                          <p:spPr>
                            <a:xfrm>
                              <a:off x="384" y="3600"/>
                              <a:ext cx="2467" cy="291"/>
                            </a:xfrm>
                            <a:prstGeom prst="rect">
                              <a:avLst/>
                            </a:prstGeom>
                            <a:noFill/>
                            <a:ln w="38100">
                              <a:noFill/>
                              <a:miter/>
                            </a:ln>
                          </p:spPr>
                        </p:pic>
                      </p:oleObj>
                    </mc:Fallback>
                  </mc:AlternateContent>
                </a:graphicData>
              </a:graphic>
            </p:graphicFrame>
            <p:sp>
              <p:nvSpPr>
                <p:cNvPr id="14360" name="Rectangle 25"/>
                <p:cNvSpPr/>
                <p:nvPr/>
              </p:nvSpPr>
              <p:spPr>
                <a:xfrm>
                  <a:off x="3072" y="3600"/>
                  <a:ext cx="1234" cy="330"/>
                </a:xfrm>
                <a:prstGeom prst="rect">
                  <a:avLst/>
                </a:prstGeom>
                <a:noFill/>
                <a:ln w="9525">
                  <a:noFill/>
                </a:ln>
              </p:spPr>
              <p:txBody>
                <a:bodyPr wrap="none" anchor="t" anchorCtr="0">
                  <a:spAutoFit/>
                </a:bodyPr>
                <a:lstStyle/>
                <a:p>
                  <a:r>
                    <a:rPr lang="en-US" altLang="zh-CN" sz="2800" dirty="0">
                      <a:solidFill>
                        <a:srgbClr val="050509"/>
                      </a:solidFill>
                      <a:latin typeface="华文中宋" panose="02010600040101010101" pitchFamily="2" charset="-122"/>
                      <a:ea typeface="华文中宋" panose="02010600040101010101" pitchFamily="2" charset="-122"/>
                    </a:rPr>
                    <a:t>      </a:t>
                  </a:r>
                  <a:r>
                    <a:rPr lang="zh-CN" altLang="en-US" sz="2800" b="1" dirty="0">
                      <a:solidFill>
                        <a:srgbClr val="2B03BD"/>
                      </a:solidFill>
                      <a:latin typeface="黑体" panose="02010609060101010101" pitchFamily="49" charset="-122"/>
                      <a:ea typeface="黑体" panose="02010609060101010101" pitchFamily="49" charset="-122"/>
                    </a:rPr>
                    <a:t>无意义</a:t>
                  </a:r>
                  <a:endParaRPr lang="zh-CN" altLang="en-US" sz="2800" b="1" dirty="0">
                    <a:solidFill>
                      <a:srgbClr val="2B03BD"/>
                    </a:solidFill>
                    <a:latin typeface="黑体" panose="02010609060101010101" pitchFamily="49" charset="-122"/>
                    <a:ea typeface="黑体" panose="02010609060101010101" pitchFamily="49" charset="-122"/>
                  </a:endParaRPr>
                </a:p>
              </p:txBody>
            </p:sp>
          </p:grpSp>
          <p:graphicFrame>
            <p:nvGraphicFramePr>
              <p:cNvPr id="14361" name="Object 26"/>
              <p:cNvGraphicFramePr>
                <a:graphicFrameLocks noChangeAspect="1"/>
              </p:cNvGraphicFramePr>
              <p:nvPr/>
            </p:nvGraphicFramePr>
            <p:xfrm>
              <a:off x="3061" y="3657"/>
              <a:ext cx="504" cy="200"/>
            </p:xfrm>
            <a:graphic>
              <a:graphicData uri="http://schemas.openxmlformats.org/presentationml/2006/ole">
                <mc:AlternateContent xmlns:mc="http://schemas.openxmlformats.org/markup-compatibility/2006">
                  <mc:Choice xmlns:v="urn:schemas-microsoft-com:vml" Requires="v">
                    <p:oleObj spid="_x0000_s11" name="" r:id="rId19" imgW="799465" imgH="317500" progId="Equation.3">
                      <p:embed/>
                    </p:oleObj>
                  </mc:Choice>
                  <mc:Fallback>
                    <p:oleObj name="" r:id="rId19" imgW="799465" imgH="317500" progId="Equation.3">
                      <p:embed/>
                      <p:pic>
                        <p:nvPicPr>
                          <p:cNvPr id="0" name="Object 26"/>
                          <p:cNvPicPr/>
                          <p:nvPr/>
                        </p:nvPicPr>
                        <p:blipFill>
                          <a:blip r:embed="rId20">
                            <a:biLevel thresh="50000"/>
                            <a:grayscl/>
                          </a:blip>
                          <a:stretch>
                            <a:fillRect/>
                          </a:stretch>
                        </p:blipFill>
                        <p:spPr>
                          <a:xfrm>
                            <a:off x="3061" y="3657"/>
                            <a:ext cx="504" cy="200"/>
                          </a:xfrm>
                          <a:prstGeom prst="rect">
                            <a:avLst/>
                          </a:prstGeom>
                          <a:noFill/>
                          <a:ln w="38100">
                            <a:noFill/>
                            <a:miter/>
                          </a:ln>
                        </p:spPr>
                      </p:pic>
                    </p:oleObj>
                  </mc:Fallback>
                </mc:AlternateContent>
              </a:graphicData>
            </a:graphic>
          </p:graphicFrame>
        </p:gr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p:nvPr/>
        </p:nvSpPr>
        <p:spPr>
          <a:xfrm>
            <a:off x="2354263" y="757238"/>
            <a:ext cx="5562600" cy="519112"/>
          </a:xfrm>
          <a:prstGeom prst="rect">
            <a:avLst/>
          </a:prstGeom>
          <a:noFill/>
          <a:ln w="9525">
            <a:noFill/>
          </a:ln>
        </p:spPr>
        <p:txBody>
          <a:bodyPr anchor="t" anchorCtr="0">
            <a:spAutoFit/>
          </a:bodyPr>
          <a:lstStyle/>
          <a:p>
            <a:r>
              <a:rPr lang="en-US" altLang="zh-CN" sz="2800" dirty="0">
                <a:solidFill>
                  <a:srgbClr val="050509"/>
                </a:solidFill>
                <a:latin typeface="华文中宋" panose="02010600040101010101" pitchFamily="2" charset="-122"/>
                <a:ea typeface="华文中宋" panose="02010600040101010101" pitchFamily="2" charset="-122"/>
              </a:rPr>
              <a:t>                                  </a:t>
            </a:r>
            <a:endParaRPr lang="en-US" altLang="zh-CN" sz="2800" dirty="0">
              <a:solidFill>
                <a:srgbClr val="050509"/>
              </a:solidFill>
              <a:latin typeface="华文中宋" panose="02010600040101010101" pitchFamily="2" charset="-122"/>
              <a:ea typeface="华文中宋" panose="02010600040101010101" pitchFamily="2" charset="-122"/>
            </a:endParaRPr>
          </a:p>
        </p:txBody>
      </p:sp>
      <p:sp>
        <p:nvSpPr>
          <p:cNvPr id="15362" name="Rectangle 3"/>
          <p:cNvSpPr/>
          <p:nvPr/>
        </p:nvSpPr>
        <p:spPr>
          <a:xfrm>
            <a:off x="3143251" y="1484313"/>
            <a:ext cx="2735263" cy="519112"/>
          </a:xfrm>
          <a:prstGeom prst="rect">
            <a:avLst/>
          </a:prstGeom>
          <a:noFill/>
          <a:ln w="9525">
            <a:noFill/>
          </a:ln>
        </p:spPr>
        <p:txBody>
          <a:bodyPr anchor="t" anchorCtr="0">
            <a:spAutoFit/>
          </a:bodyPr>
          <a:lstStyle/>
          <a:p>
            <a:r>
              <a:rPr lang="zh-CN" altLang="en-US" sz="2800" b="1" dirty="0">
                <a:solidFill>
                  <a:srgbClr val="2B03BD"/>
                </a:solidFill>
                <a:latin typeface="黑体" panose="02010609060101010101" pitchFamily="49" charset="-122"/>
                <a:ea typeface="黑体" panose="02010609060101010101" pitchFamily="49" charset="-122"/>
              </a:rPr>
              <a:t>由边值条件： </a:t>
            </a:r>
            <a:endParaRPr lang="zh-CN" altLang="en-US" sz="2800" b="1" dirty="0">
              <a:solidFill>
                <a:srgbClr val="2B03BD"/>
              </a:solidFill>
              <a:latin typeface="黑体" panose="02010609060101010101" pitchFamily="49" charset="-122"/>
              <a:ea typeface="黑体" panose="02010609060101010101" pitchFamily="49" charset="-122"/>
            </a:endParaRPr>
          </a:p>
        </p:txBody>
      </p:sp>
      <p:graphicFrame>
        <p:nvGraphicFramePr>
          <p:cNvPr id="15363" name="Object 4"/>
          <p:cNvGraphicFramePr>
            <a:graphicFrameLocks noChangeAspect="1"/>
          </p:cNvGraphicFramePr>
          <p:nvPr/>
        </p:nvGraphicFramePr>
        <p:xfrm>
          <a:off x="5664200" y="1484314"/>
          <a:ext cx="2178050" cy="1038225"/>
        </p:xfrm>
        <a:graphic>
          <a:graphicData uri="http://schemas.openxmlformats.org/presentationml/2006/ole">
            <mc:AlternateContent xmlns:mc="http://schemas.openxmlformats.org/markup-compatibility/2006">
              <mc:Choice xmlns:v="urn:schemas-microsoft-com:vml" Requires="v">
                <p:oleObj spid="_x0000_s2" name="" r:id="rId1" imgW="2870200" imgH="1346200" progId="Equation.3">
                  <p:embed/>
                </p:oleObj>
              </mc:Choice>
              <mc:Fallback>
                <p:oleObj name="" r:id="rId1" imgW="2870200" imgH="1346200" progId="Equation.3">
                  <p:embed/>
                  <p:pic>
                    <p:nvPicPr>
                      <p:cNvPr id="0" name="Object 4"/>
                      <p:cNvPicPr/>
                      <p:nvPr/>
                    </p:nvPicPr>
                    <p:blipFill>
                      <a:blip r:embed="rId2">
                        <a:clrChange>
                          <a:clrFrom>
                            <a:srgbClr val="000000"/>
                          </a:clrFrom>
                          <a:clrTo>
                            <a:srgbClr val="E40000"/>
                          </a:clrTo>
                        </a:clrChange>
                        <a:biLevel thresh="50000"/>
                        <a:grayscl/>
                      </a:blip>
                      <a:stretch>
                        <a:fillRect/>
                      </a:stretch>
                    </p:blipFill>
                    <p:spPr>
                      <a:xfrm>
                        <a:off x="5664200" y="1484314"/>
                        <a:ext cx="2178050" cy="1038225"/>
                      </a:xfrm>
                      <a:prstGeom prst="rect">
                        <a:avLst/>
                      </a:prstGeom>
                      <a:noFill/>
                      <a:ln w="38100">
                        <a:noFill/>
                        <a:miter/>
                      </a:ln>
                    </p:spPr>
                  </p:pic>
                </p:oleObj>
              </mc:Fallback>
            </mc:AlternateContent>
          </a:graphicData>
        </a:graphic>
      </p:graphicFrame>
      <p:grpSp>
        <p:nvGrpSpPr>
          <p:cNvPr id="15364" name="Group 5"/>
          <p:cNvGrpSpPr/>
          <p:nvPr/>
        </p:nvGrpSpPr>
        <p:grpSpPr>
          <a:xfrm>
            <a:off x="5016501" y="2852738"/>
            <a:ext cx="2836863" cy="519112"/>
            <a:chOff x="3152" y="1706"/>
            <a:chExt cx="1787" cy="327"/>
          </a:xfrm>
        </p:grpSpPr>
        <p:sp>
          <p:nvSpPr>
            <p:cNvPr id="15365" name="Rectangle 6"/>
            <p:cNvSpPr/>
            <p:nvPr/>
          </p:nvSpPr>
          <p:spPr>
            <a:xfrm>
              <a:off x="3152" y="1706"/>
              <a:ext cx="590" cy="327"/>
            </a:xfrm>
            <a:prstGeom prst="rect">
              <a:avLst/>
            </a:prstGeom>
            <a:noFill/>
            <a:ln w="9525">
              <a:noFill/>
            </a:ln>
          </p:spPr>
          <p:txBody>
            <a:bodyPr anchor="t" anchorCtr="0">
              <a:spAutoFit/>
            </a:bodyPr>
            <a:lstStyle/>
            <a:p>
              <a:r>
                <a:rPr lang="zh-CN" altLang="en-US" sz="2800" b="1" dirty="0">
                  <a:solidFill>
                    <a:srgbClr val="2B03BD"/>
                  </a:solidFill>
                  <a:latin typeface="黑体" panose="02010609060101010101" pitchFamily="49" charset="-122"/>
                  <a:ea typeface="黑体" panose="02010609060101010101" pitchFamily="49" charset="-122"/>
                </a:rPr>
                <a:t>从而</a:t>
              </a:r>
              <a:r>
                <a:rPr lang="zh-CN" altLang="en-US" sz="2800" dirty="0">
                  <a:solidFill>
                    <a:srgbClr val="050509"/>
                  </a:solidFill>
                  <a:latin typeface="华文中宋" panose="02010600040101010101" pitchFamily="2" charset="-122"/>
                  <a:ea typeface="华文中宋" panose="02010600040101010101" pitchFamily="2" charset="-122"/>
                </a:rPr>
                <a:t>                         </a:t>
              </a:r>
              <a:endParaRPr lang="zh-CN" altLang="en-US" sz="2800" dirty="0">
                <a:solidFill>
                  <a:srgbClr val="050509"/>
                </a:solidFill>
                <a:latin typeface="华文中宋" panose="02010600040101010101" pitchFamily="2" charset="-122"/>
                <a:ea typeface="华文中宋" panose="02010600040101010101" pitchFamily="2" charset="-122"/>
              </a:endParaRPr>
            </a:p>
          </p:txBody>
        </p:sp>
        <p:graphicFrame>
          <p:nvGraphicFramePr>
            <p:cNvPr id="15366" name="Object 7"/>
            <p:cNvGraphicFramePr>
              <a:graphicFrameLocks noChangeAspect="1"/>
            </p:cNvGraphicFramePr>
            <p:nvPr/>
          </p:nvGraphicFramePr>
          <p:xfrm>
            <a:off x="3695" y="1706"/>
            <a:ext cx="1244" cy="286"/>
          </p:xfrm>
          <a:graphic>
            <a:graphicData uri="http://schemas.openxmlformats.org/presentationml/2006/ole">
              <mc:AlternateContent xmlns:mc="http://schemas.openxmlformats.org/markup-compatibility/2006">
                <mc:Choice xmlns:v="urn:schemas-microsoft-com:vml" Requires="v">
                  <p:oleObj spid="_x0000_s3" name="" r:id="rId3" imgW="2082800" imgH="457200" progId="Equation.3">
                    <p:embed/>
                  </p:oleObj>
                </mc:Choice>
                <mc:Fallback>
                  <p:oleObj name="" r:id="rId3" imgW="2082800" imgH="457200" progId="Equation.3">
                    <p:embed/>
                    <p:pic>
                      <p:nvPicPr>
                        <p:cNvPr id="0" name="Object 7"/>
                        <p:cNvPicPr/>
                        <p:nvPr/>
                      </p:nvPicPr>
                      <p:blipFill>
                        <a:blip r:embed="rId4">
                          <a:clrChange>
                            <a:clrFrom>
                              <a:srgbClr val="000000"/>
                            </a:clrFrom>
                            <a:clrTo>
                              <a:srgbClr val="E40000"/>
                            </a:clrTo>
                          </a:clrChange>
                          <a:biLevel thresh="50000"/>
                          <a:grayscl/>
                        </a:blip>
                        <a:stretch>
                          <a:fillRect/>
                        </a:stretch>
                      </p:blipFill>
                      <p:spPr>
                        <a:xfrm>
                          <a:off x="3695" y="1706"/>
                          <a:ext cx="1244" cy="286"/>
                        </a:xfrm>
                        <a:prstGeom prst="rect">
                          <a:avLst/>
                        </a:prstGeom>
                        <a:noFill/>
                        <a:ln w="38100">
                          <a:noFill/>
                          <a:miter/>
                        </a:ln>
                      </p:spPr>
                    </p:pic>
                  </p:oleObj>
                </mc:Fallback>
              </mc:AlternateContent>
            </a:graphicData>
          </a:graphic>
        </p:graphicFrame>
      </p:grpSp>
      <p:sp>
        <p:nvSpPr>
          <p:cNvPr id="15367" name="Rectangle 12"/>
          <p:cNvSpPr/>
          <p:nvPr/>
        </p:nvSpPr>
        <p:spPr>
          <a:xfrm>
            <a:off x="2135188" y="692151"/>
            <a:ext cx="3384550" cy="519113"/>
          </a:xfrm>
          <a:prstGeom prst="rect">
            <a:avLst/>
          </a:prstGeom>
          <a:noFill/>
          <a:ln w="9525">
            <a:noFill/>
          </a:ln>
        </p:spPr>
        <p:txBody>
          <a:bodyPr anchor="t" anchorCtr="0">
            <a:spAutoFit/>
          </a:bodyPr>
          <a:lstStyle/>
          <a:p>
            <a:r>
              <a:rPr lang="en-US" altLang="zh-CN" sz="2800" b="1" dirty="0">
                <a:solidFill>
                  <a:srgbClr val="2B03BD"/>
                </a:solidFill>
                <a:latin typeface="黑体" panose="02010609060101010101" pitchFamily="49" charset="-122"/>
                <a:ea typeface="黑体" panose="02010609060101010101" pitchFamily="49" charset="-122"/>
              </a:rPr>
              <a:t>(3</a:t>
            </a:r>
            <a:r>
              <a:rPr lang="zh-CN" altLang="en-US" sz="2800" b="1" dirty="0">
                <a:solidFill>
                  <a:srgbClr val="2B03BD"/>
                </a:solidFill>
                <a:latin typeface="黑体" panose="02010609060101010101" pitchFamily="49" charset="-122"/>
                <a:ea typeface="黑体" panose="02010609060101010101" pitchFamily="49" charset="-122"/>
              </a:rPr>
              <a:t>）    时，通解</a:t>
            </a:r>
            <a:r>
              <a:rPr lang="zh-CN" altLang="en-US" sz="2800" dirty="0">
                <a:solidFill>
                  <a:srgbClr val="050509"/>
                </a:solidFill>
                <a:latin typeface="华文中宋" panose="02010600040101010101" pitchFamily="2" charset="-122"/>
                <a:ea typeface="华文中宋" panose="02010600040101010101" pitchFamily="2" charset="-122"/>
              </a:rPr>
              <a:t>   </a:t>
            </a:r>
            <a:endParaRPr lang="zh-CN" altLang="en-US" sz="2800" dirty="0">
              <a:solidFill>
                <a:srgbClr val="050509"/>
              </a:solidFill>
              <a:latin typeface="华文中宋" panose="02010600040101010101" pitchFamily="2" charset="-122"/>
              <a:ea typeface="华文中宋" panose="02010600040101010101" pitchFamily="2" charset="-122"/>
            </a:endParaRPr>
          </a:p>
        </p:txBody>
      </p:sp>
      <p:graphicFrame>
        <p:nvGraphicFramePr>
          <p:cNvPr id="15368" name="Object 13"/>
          <p:cNvGraphicFramePr>
            <a:graphicFrameLocks noChangeAspect="1"/>
          </p:cNvGraphicFramePr>
          <p:nvPr/>
        </p:nvGraphicFramePr>
        <p:xfrm>
          <a:off x="5232400" y="765175"/>
          <a:ext cx="5054600" cy="431800"/>
        </p:xfrm>
        <a:graphic>
          <a:graphicData uri="http://schemas.openxmlformats.org/presentationml/2006/ole">
            <mc:AlternateContent xmlns:mc="http://schemas.openxmlformats.org/markup-compatibility/2006">
              <mc:Choice xmlns:v="urn:schemas-microsoft-com:vml" Requires="v">
                <p:oleObj spid="_x0000_s4" name="" r:id="rId5" imgW="5791200" imgH="546100" progId="Equation.3">
                  <p:embed/>
                </p:oleObj>
              </mc:Choice>
              <mc:Fallback>
                <p:oleObj name="" r:id="rId5" imgW="5791200" imgH="546100" progId="Equation.3">
                  <p:embed/>
                  <p:pic>
                    <p:nvPicPr>
                      <p:cNvPr id="0" name="Object 13"/>
                      <p:cNvPicPr/>
                      <p:nvPr/>
                    </p:nvPicPr>
                    <p:blipFill>
                      <a:blip r:embed="rId6">
                        <a:clrChange>
                          <a:clrFrom>
                            <a:srgbClr val="000000"/>
                          </a:clrFrom>
                          <a:clrTo>
                            <a:srgbClr val="E40000"/>
                          </a:clrTo>
                        </a:clrChange>
                        <a:biLevel thresh="50000"/>
                        <a:grayscl/>
                      </a:blip>
                      <a:stretch>
                        <a:fillRect/>
                      </a:stretch>
                    </p:blipFill>
                    <p:spPr>
                      <a:xfrm>
                        <a:off x="5232400" y="765175"/>
                        <a:ext cx="5054600" cy="431800"/>
                      </a:xfrm>
                      <a:prstGeom prst="rect">
                        <a:avLst/>
                      </a:prstGeom>
                      <a:noFill/>
                      <a:ln w="38100">
                        <a:noFill/>
                        <a:miter/>
                      </a:ln>
                    </p:spPr>
                  </p:pic>
                </p:oleObj>
              </mc:Fallback>
            </mc:AlternateContent>
          </a:graphicData>
        </a:graphic>
      </p:graphicFrame>
      <p:graphicFrame>
        <p:nvGraphicFramePr>
          <p:cNvPr id="15369" name="Object 14"/>
          <p:cNvGraphicFramePr>
            <a:graphicFrameLocks noChangeAspect="1"/>
          </p:cNvGraphicFramePr>
          <p:nvPr/>
        </p:nvGraphicFramePr>
        <p:xfrm>
          <a:off x="2782888" y="836613"/>
          <a:ext cx="900112" cy="309562"/>
        </p:xfrm>
        <a:graphic>
          <a:graphicData uri="http://schemas.openxmlformats.org/presentationml/2006/ole">
            <mc:AlternateContent xmlns:mc="http://schemas.openxmlformats.org/markup-compatibility/2006">
              <mc:Choice xmlns:v="urn:schemas-microsoft-com:vml" Requires="v">
                <p:oleObj spid="_x0000_s5" name="" r:id="rId7" imgW="735965" imgH="304800" progId="Equation.3">
                  <p:embed/>
                </p:oleObj>
              </mc:Choice>
              <mc:Fallback>
                <p:oleObj name="" r:id="rId7" imgW="735965" imgH="304800" progId="Equation.3">
                  <p:embed/>
                  <p:pic>
                    <p:nvPicPr>
                      <p:cNvPr id="0" name="Object 14"/>
                      <p:cNvPicPr/>
                      <p:nvPr/>
                    </p:nvPicPr>
                    <p:blipFill>
                      <a:blip r:embed="rId8">
                        <a:biLevel thresh="50000"/>
                        <a:grayscl/>
                      </a:blip>
                      <a:stretch>
                        <a:fillRect/>
                      </a:stretch>
                    </p:blipFill>
                    <p:spPr>
                      <a:xfrm>
                        <a:off x="2782888" y="836613"/>
                        <a:ext cx="900112" cy="309562"/>
                      </a:xfrm>
                      <a:prstGeom prst="rect">
                        <a:avLst/>
                      </a:prstGeom>
                      <a:noFill/>
                      <a:ln w="38100">
                        <a:noFill/>
                        <a:miter/>
                      </a:ln>
                    </p:spPr>
                  </p:pic>
                </p:oleObj>
              </mc:Fallback>
            </mc:AlternateContent>
          </a:graphicData>
        </a:graphic>
      </p:graphicFrame>
      <p:grpSp>
        <p:nvGrpSpPr>
          <p:cNvPr id="15370" name="Group 26"/>
          <p:cNvGrpSpPr/>
          <p:nvPr/>
        </p:nvGrpSpPr>
        <p:grpSpPr>
          <a:xfrm>
            <a:off x="3143250" y="3500439"/>
            <a:ext cx="5422900" cy="1722437"/>
            <a:chOff x="476" y="2205"/>
            <a:chExt cx="3416" cy="1085"/>
          </a:xfrm>
        </p:grpSpPr>
        <p:grpSp>
          <p:nvGrpSpPr>
            <p:cNvPr id="15371" name="Group 25"/>
            <p:cNvGrpSpPr/>
            <p:nvPr/>
          </p:nvGrpSpPr>
          <p:grpSpPr>
            <a:xfrm>
              <a:off x="476" y="2659"/>
              <a:ext cx="3416" cy="631"/>
              <a:chOff x="476" y="2659"/>
              <a:chExt cx="3416" cy="631"/>
            </a:xfrm>
          </p:grpSpPr>
          <p:sp>
            <p:nvSpPr>
              <p:cNvPr id="15372" name="Rectangle 9"/>
              <p:cNvSpPr/>
              <p:nvPr/>
            </p:nvSpPr>
            <p:spPr>
              <a:xfrm>
                <a:off x="476" y="2795"/>
                <a:ext cx="639" cy="327"/>
              </a:xfrm>
              <a:prstGeom prst="rect">
                <a:avLst/>
              </a:prstGeom>
              <a:noFill/>
              <a:ln w="9525">
                <a:noFill/>
              </a:ln>
            </p:spPr>
            <p:txBody>
              <a:bodyPr anchor="t" anchorCtr="0">
                <a:spAutoFit/>
              </a:bodyPr>
              <a:lstStyle/>
              <a:p>
                <a:r>
                  <a:rPr lang="zh-CN" altLang="en-US" sz="2800" b="1" dirty="0">
                    <a:solidFill>
                      <a:srgbClr val="2B03BD"/>
                    </a:solidFill>
                    <a:latin typeface="黑体" panose="02010609060101010101" pitchFamily="49" charset="-122"/>
                    <a:ea typeface="黑体" panose="02010609060101010101" pitchFamily="49" charset="-122"/>
                  </a:rPr>
                  <a:t>即：</a:t>
                </a:r>
                <a:endParaRPr lang="zh-CN" altLang="en-US" sz="2800" b="1" dirty="0">
                  <a:solidFill>
                    <a:srgbClr val="2B03BD"/>
                  </a:solidFill>
                  <a:latin typeface="黑体" panose="02010609060101010101" pitchFamily="49" charset="-122"/>
                  <a:ea typeface="黑体" panose="02010609060101010101" pitchFamily="49" charset="-122"/>
                </a:endParaRPr>
              </a:p>
            </p:txBody>
          </p:sp>
          <p:graphicFrame>
            <p:nvGraphicFramePr>
              <p:cNvPr id="15373" name="Object 10"/>
              <p:cNvGraphicFramePr>
                <a:graphicFrameLocks noChangeAspect="1"/>
              </p:cNvGraphicFramePr>
              <p:nvPr/>
            </p:nvGraphicFramePr>
            <p:xfrm>
              <a:off x="1143" y="2659"/>
              <a:ext cx="2749" cy="631"/>
            </p:xfrm>
            <a:graphic>
              <a:graphicData uri="http://schemas.openxmlformats.org/presentationml/2006/ole">
                <mc:AlternateContent xmlns:mc="http://schemas.openxmlformats.org/markup-compatibility/2006">
                  <mc:Choice xmlns:v="urn:schemas-microsoft-com:vml" Requires="v">
                    <p:oleObj spid="_x0000_s6" name="" r:id="rId9" imgW="2336800" imgH="533400" progId="Equation.DSMT4">
                      <p:embed/>
                    </p:oleObj>
                  </mc:Choice>
                  <mc:Fallback>
                    <p:oleObj name="" r:id="rId9" imgW="2336800" imgH="533400" progId="Equation.DSMT4">
                      <p:embed/>
                      <p:pic>
                        <p:nvPicPr>
                          <p:cNvPr id="0" name="Object 10"/>
                          <p:cNvPicPr/>
                          <p:nvPr/>
                        </p:nvPicPr>
                        <p:blipFill>
                          <a:blip r:embed="rId10">
                            <a:clrChange>
                              <a:clrFrom>
                                <a:srgbClr val="000000"/>
                              </a:clrFrom>
                              <a:clrTo>
                                <a:srgbClr val="E40000"/>
                              </a:clrTo>
                            </a:clrChange>
                            <a:biLevel thresh="50000"/>
                            <a:grayscl/>
                          </a:blip>
                          <a:stretch>
                            <a:fillRect/>
                          </a:stretch>
                        </p:blipFill>
                        <p:spPr>
                          <a:xfrm>
                            <a:off x="1143" y="2659"/>
                            <a:ext cx="2749" cy="631"/>
                          </a:xfrm>
                          <a:prstGeom prst="rect">
                            <a:avLst/>
                          </a:prstGeom>
                          <a:solidFill>
                            <a:srgbClr val="00FFFF"/>
                          </a:solidFill>
                          <a:ln w="38100">
                            <a:noFill/>
                            <a:miter/>
                          </a:ln>
                        </p:spPr>
                      </p:pic>
                    </p:oleObj>
                  </mc:Fallback>
                </mc:AlternateContent>
              </a:graphicData>
            </a:graphic>
          </p:graphicFrame>
        </p:grpSp>
        <p:grpSp>
          <p:nvGrpSpPr>
            <p:cNvPr id="15374" name="Group 15"/>
            <p:cNvGrpSpPr/>
            <p:nvPr/>
          </p:nvGrpSpPr>
          <p:grpSpPr>
            <a:xfrm>
              <a:off x="476" y="2205"/>
              <a:ext cx="2287" cy="343"/>
              <a:chOff x="340" y="2069"/>
              <a:chExt cx="2287" cy="343"/>
            </a:xfrm>
          </p:grpSpPr>
          <p:graphicFrame>
            <p:nvGraphicFramePr>
              <p:cNvPr id="15375" name="Object 16"/>
              <p:cNvGraphicFramePr>
                <a:graphicFrameLocks noChangeAspect="1"/>
              </p:cNvGraphicFramePr>
              <p:nvPr/>
            </p:nvGraphicFramePr>
            <p:xfrm>
              <a:off x="1474" y="2115"/>
              <a:ext cx="1153" cy="297"/>
            </p:xfrm>
            <a:graphic>
              <a:graphicData uri="http://schemas.openxmlformats.org/presentationml/2006/ole">
                <mc:AlternateContent xmlns:mc="http://schemas.openxmlformats.org/markup-compatibility/2006">
                  <mc:Choice xmlns:v="urn:schemas-microsoft-com:vml" Requires="v">
                    <p:oleObj spid="_x0000_s7" name="" r:id="rId11" imgW="1854200" imgH="457200" progId="Equation.3">
                      <p:embed/>
                    </p:oleObj>
                  </mc:Choice>
                  <mc:Fallback>
                    <p:oleObj name="" r:id="rId11" imgW="1854200" imgH="457200" progId="Equation.3">
                      <p:embed/>
                      <p:pic>
                        <p:nvPicPr>
                          <p:cNvPr id="0" name="Object 16"/>
                          <p:cNvPicPr/>
                          <p:nvPr/>
                        </p:nvPicPr>
                        <p:blipFill>
                          <a:blip r:embed="rId12">
                            <a:clrChange>
                              <a:clrFrom>
                                <a:srgbClr val="000000"/>
                              </a:clrFrom>
                              <a:clrTo>
                                <a:srgbClr val="E40000"/>
                              </a:clrTo>
                            </a:clrChange>
                            <a:biLevel thresh="50000"/>
                            <a:grayscl/>
                          </a:blip>
                          <a:stretch>
                            <a:fillRect/>
                          </a:stretch>
                        </p:blipFill>
                        <p:spPr>
                          <a:xfrm>
                            <a:off x="1474" y="2115"/>
                            <a:ext cx="1153" cy="297"/>
                          </a:xfrm>
                          <a:prstGeom prst="rect">
                            <a:avLst/>
                          </a:prstGeom>
                          <a:noFill/>
                          <a:ln w="38100">
                            <a:noFill/>
                            <a:miter/>
                          </a:ln>
                        </p:spPr>
                      </p:pic>
                    </p:oleObj>
                  </mc:Fallback>
                </mc:AlternateContent>
              </a:graphicData>
            </a:graphic>
          </p:graphicFrame>
          <p:sp>
            <p:nvSpPr>
              <p:cNvPr id="15376" name="Rectangle 17"/>
              <p:cNvSpPr/>
              <p:nvPr/>
            </p:nvSpPr>
            <p:spPr>
              <a:xfrm>
                <a:off x="340" y="2069"/>
                <a:ext cx="344" cy="330"/>
              </a:xfrm>
              <a:prstGeom prst="rect">
                <a:avLst/>
              </a:prstGeom>
              <a:noFill/>
              <a:ln w="9525">
                <a:noFill/>
              </a:ln>
            </p:spPr>
            <p:txBody>
              <a:bodyPr wrap="none" anchor="t" anchorCtr="0">
                <a:spAutoFit/>
              </a:bodyPr>
              <a:lstStyle/>
              <a:p>
                <a:r>
                  <a:rPr lang="zh-CN" altLang="en-US" sz="2800" b="1" dirty="0">
                    <a:solidFill>
                      <a:srgbClr val="2B03BD"/>
                    </a:solidFill>
                    <a:latin typeface="黑体" panose="02010609060101010101" pitchFamily="49" charset="-122"/>
                    <a:ea typeface="黑体" panose="02010609060101010101" pitchFamily="49" charset="-122"/>
                  </a:rPr>
                  <a:t>故</a:t>
                </a:r>
                <a:endParaRPr lang="zh-CN" altLang="en-US" sz="2800" b="1" dirty="0">
                  <a:solidFill>
                    <a:srgbClr val="2B03BD"/>
                  </a:solidFill>
                  <a:latin typeface="黑体" panose="02010609060101010101" pitchFamily="49" charset="-122"/>
                  <a:ea typeface="黑体" panose="02010609060101010101" pitchFamily="49" charset="-122"/>
                </a:endParaRPr>
              </a:p>
            </p:txBody>
          </p:sp>
        </p:grpSp>
      </p:grpSp>
      <p:grpSp>
        <p:nvGrpSpPr>
          <p:cNvPr id="15377" name="Group 21"/>
          <p:cNvGrpSpPr/>
          <p:nvPr/>
        </p:nvGrpSpPr>
        <p:grpSpPr>
          <a:xfrm>
            <a:off x="3143250" y="2852738"/>
            <a:ext cx="2095500" cy="519112"/>
            <a:chOff x="385" y="1706"/>
            <a:chExt cx="1320" cy="327"/>
          </a:xfrm>
        </p:grpSpPr>
        <p:graphicFrame>
          <p:nvGraphicFramePr>
            <p:cNvPr id="15378" name="Object 22"/>
            <p:cNvGraphicFramePr>
              <a:graphicFrameLocks noChangeAspect="1"/>
            </p:cNvGraphicFramePr>
            <p:nvPr/>
          </p:nvGraphicFramePr>
          <p:xfrm>
            <a:off x="793" y="1751"/>
            <a:ext cx="912" cy="275"/>
          </p:xfrm>
          <a:graphic>
            <a:graphicData uri="http://schemas.openxmlformats.org/presentationml/2006/ole">
              <mc:AlternateContent xmlns:mc="http://schemas.openxmlformats.org/markup-compatibility/2006">
                <mc:Choice xmlns:v="urn:schemas-microsoft-com:vml" Requires="v">
                  <p:oleObj spid="_x0000_s8" name="" r:id="rId13" imgW="1727200" imgH="508000" progId="Equation.3">
                    <p:embed/>
                  </p:oleObj>
                </mc:Choice>
                <mc:Fallback>
                  <p:oleObj name="" r:id="rId13" imgW="1727200" imgH="508000" progId="Equation.3">
                    <p:embed/>
                    <p:pic>
                      <p:nvPicPr>
                        <p:cNvPr id="0" name="Object 22"/>
                        <p:cNvPicPr/>
                        <p:nvPr/>
                      </p:nvPicPr>
                      <p:blipFill>
                        <a:blip r:embed="rId14">
                          <a:clrChange>
                            <a:clrFrom>
                              <a:srgbClr val="000000"/>
                            </a:clrFrom>
                            <a:clrTo>
                              <a:srgbClr val="E40000"/>
                            </a:clrTo>
                          </a:clrChange>
                          <a:biLevel thresh="50000"/>
                          <a:grayscl/>
                        </a:blip>
                        <a:stretch>
                          <a:fillRect/>
                        </a:stretch>
                      </p:blipFill>
                      <p:spPr>
                        <a:xfrm>
                          <a:off x="793" y="1751"/>
                          <a:ext cx="912" cy="275"/>
                        </a:xfrm>
                        <a:prstGeom prst="rect">
                          <a:avLst/>
                        </a:prstGeom>
                        <a:noFill/>
                        <a:ln w="38100">
                          <a:noFill/>
                          <a:miter/>
                        </a:ln>
                      </p:spPr>
                    </p:pic>
                  </p:oleObj>
                </mc:Fallback>
              </mc:AlternateContent>
            </a:graphicData>
          </a:graphic>
        </p:graphicFrame>
        <p:sp>
          <p:nvSpPr>
            <p:cNvPr id="15379" name="Text Box 23"/>
            <p:cNvSpPr txBox="1"/>
            <p:nvPr/>
          </p:nvSpPr>
          <p:spPr>
            <a:xfrm>
              <a:off x="385" y="1706"/>
              <a:ext cx="590" cy="327"/>
            </a:xfrm>
            <a:prstGeom prst="rect">
              <a:avLst/>
            </a:prstGeom>
            <a:noFill/>
            <a:ln w="9525">
              <a:noFill/>
            </a:ln>
          </p:spPr>
          <p:txBody>
            <a:bodyPr anchor="t" anchorCtr="0">
              <a:spAutoFit/>
            </a:bodyPr>
            <a:lstStyle/>
            <a:p>
              <a:pPr>
                <a:spcBef>
                  <a:spcPct val="50000"/>
                </a:spcBef>
              </a:pPr>
              <a:r>
                <a:rPr lang="zh-CN" altLang="en-US" sz="2800" b="1" dirty="0">
                  <a:solidFill>
                    <a:srgbClr val="2B03BD"/>
                  </a:solidFill>
                  <a:latin typeface="黑体" panose="02010609060101010101" pitchFamily="49" charset="-122"/>
                  <a:ea typeface="黑体" panose="02010609060101010101" pitchFamily="49" charset="-122"/>
                </a:rPr>
                <a:t>得</a:t>
              </a:r>
              <a:endParaRPr lang="zh-CN" altLang="en-US" sz="2800" b="1" dirty="0">
                <a:solidFill>
                  <a:srgbClr val="2B03BD"/>
                </a:solidFill>
                <a:latin typeface="黑体" panose="02010609060101010101" pitchFamily="49" charset="-122"/>
                <a:ea typeface="黑体" panose="02010609060101010101" pitchFamily="49" charset="-122"/>
              </a:endParaRPr>
            </a:p>
          </p:txBody>
        </p:sp>
      </p:grpSp>
      <p:sp>
        <p:nvSpPr>
          <p:cNvPr id="15380" name="AutoShape 29"/>
          <p:cNvSpPr/>
          <p:nvPr/>
        </p:nvSpPr>
        <p:spPr>
          <a:xfrm>
            <a:off x="7391400" y="3357563"/>
            <a:ext cx="2952750" cy="863600"/>
          </a:xfrm>
          <a:prstGeom prst="cloudCallout">
            <a:avLst>
              <a:gd name="adj1" fmla="val -43750"/>
              <a:gd name="adj2" fmla="val 70000"/>
            </a:avLst>
          </a:prstGeom>
          <a:solidFill>
            <a:srgbClr val="00FFFF"/>
          </a:solidFill>
          <a:ln w="9525" cap="flat" cmpd="sng">
            <a:solidFill>
              <a:schemeClr val="tx1"/>
            </a:solidFill>
            <a:prstDash val="solid"/>
            <a:round/>
            <a:headEnd type="none" w="med" len="med"/>
            <a:tailEnd type="none" w="med" len="med"/>
          </a:ln>
        </p:spPr>
        <p:txBody>
          <a:bodyPr anchor="t" anchorCtr="0"/>
          <a:lstStyle/>
          <a:p>
            <a:pPr algn="ctr" eaLnBrk="0" hangingPunct="0"/>
            <a:r>
              <a:rPr lang="zh-CN" altLang="en-US" sz="2800" b="1" dirty="0">
                <a:solidFill>
                  <a:schemeClr val="tx2"/>
                </a:solidFill>
                <a:latin typeface="Arial" panose="020B0604020202020204" pitchFamily="34" charset="0"/>
                <a:ea typeface="楷体_GB2312" pitchFamily="49" charset="-122"/>
              </a:rPr>
              <a:t>特征值</a:t>
            </a:r>
            <a:endParaRPr lang="zh-CN" altLang="en-US" sz="2800" b="1" dirty="0">
              <a:solidFill>
                <a:schemeClr val="tx2"/>
              </a:solidFill>
              <a:latin typeface="Arial" panose="020B0604020202020204" pitchFamily="34" charset="0"/>
              <a:ea typeface="楷体_GB2312" pitchFamily="49" charset="-122"/>
            </a:endParaRPr>
          </a:p>
        </p:txBody>
      </p:sp>
      <p:grpSp>
        <p:nvGrpSpPr>
          <p:cNvPr id="15381" name="Group 31"/>
          <p:cNvGrpSpPr/>
          <p:nvPr/>
        </p:nvGrpSpPr>
        <p:grpSpPr>
          <a:xfrm>
            <a:off x="3827463" y="4606925"/>
            <a:ext cx="7740650" cy="1851025"/>
            <a:chOff x="884" y="2750"/>
            <a:chExt cx="4876" cy="1166"/>
          </a:xfrm>
        </p:grpSpPr>
        <p:grpSp>
          <p:nvGrpSpPr>
            <p:cNvPr id="15382" name="Group 28"/>
            <p:cNvGrpSpPr/>
            <p:nvPr/>
          </p:nvGrpSpPr>
          <p:grpSpPr>
            <a:xfrm>
              <a:off x="884" y="3339"/>
              <a:ext cx="3724" cy="577"/>
              <a:chOff x="1020" y="3339"/>
              <a:chExt cx="3724" cy="577"/>
            </a:xfrm>
          </p:grpSpPr>
          <p:graphicFrame>
            <p:nvGraphicFramePr>
              <p:cNvPr id="15383" name="Object 19"/>
              <p:cNvGraphicFramePr>
                <a:graphicFrameLocks noChangeAspect="1"/>
              </p:cNvGraphicFramePr>
              <p:nvPr/>
            </p:nvGraphicFramePr>
            <p:xfrm>
              <a:off x="1882" y="3385"/>
              <a:ext cx="2862" cy="531"/>
            </p:xfrm>
            <a:graphic>
              <a:graphicData uri="http://schemas.openxmlformats.org/presentationml/2006/ole">
                <mc:AlternateContent xmlns:mc="http://schemas.openxmlformats.org/markup-compatibility/2006">
                  <mc:Choice xmlns:v="urn:schemas-microsoft-com:vml" Requires="v">
                    <p:oleObj spid="_x0000_s9" name="" r:id="rId15" imgW="5892800" imgH="1092200" progId="Equation.DSMT4">
                      <p:embed/>
                    </p:oleObj>
                  </mc:Choice>
                  <mc:Fallback>
                    <p:oleObj name="" r:id="rId15" imgW="5892800" imgH="1092200" progId="Equation.DSMT4">
                      <p:embed/>
                      <p:pic>
                        <p:nvPicPr>
                          <p:cNvPr id="0" name="Object 19"/>
                          <p:cNvPicPr/>
                          <p:nvPr/>
                        </p:nvPicPr>
                        <p:blipFill>
                          <a:blip r:embed="rId16">
                            <a:clrChange>
                              <a:clrFrom>
                                <a:srgbClr val="000000"/>
                              </a:clrFrom>
                              <a:clrTo>
                                <a:srgbClr val="E40000"/>
                              </a:clrTo>
                            </a:clrChange>
                            <a:biLevel thresh="50000"/>
                            <a:grayscl/>
                          </a:blip>
                          <a:stretch>
                            <a:fillRect/>
                          </a:stretch>
                        </p:blipFill>
                        <p:spPr>
                          <a:xfrm>
                            <a:off x="1882" y="3385"/>
                            <a:ext cx="2862" cy="531"/>
                          </a:xfrm>
                          <a:prstGeom prst="rect">
                            <a:avLst/>
                          </a:prstGeom>
                          <a:solidFill>
                            <a:srgbClr val="FF6600"/>
                          </a:solidFill>
                          <a:ln w="38100">
                            <a:noFill/>
                            <a:miter/>
                          </a:ln>
                        </p:spPr>
                      </p:pic>
                    </p:oleObj>
                  </mc:Fallback>
                </mc:AlternateContent>
              </a:graphicData>
            </a:graphic>
          </p:graphicFrame>
          <p:sp>
            <p:nvSpPr>
              <p:cNvPr id="15384" name="Rectangle 20"/>
              <p:cNvSpPr/>
              <p:nvPr/>
            </p:nvSpPr>
            <p:spPr>
              <a:xfrm>
                <a:off x="1020" y="3339"/>
                <a:ext cx="791" cy="327"/>
              </a:xfrm>
              <a:prstGeom prst="rect">
                <a:avLst/>
              </a:prstGeom>
              <a:noFill/>
              <a:ln w="9525">
                <a:noFill/>
              </a:ln>
            </p:spPr>
            <p:txBody>
              <a:bodyPr wrap="none" anchor="t" anchorCtr="0">
                <a:spAutoFit/>
              </a:bodyPr>
              <a:lstStyle/>
              <a:p>
                <a:r>
                  <a:rPr lang="zh-CN" altLang="en-US" sz="2800" b="1" dirty="0">
                    <a:solidFill>
                      <a:srgbClr val="2B03BD"/>
                    </a:solidFill>
                    <a:latin typeface="黑体" panose="02010609060101010101" pitchFamily="49" charset="-122"/>
                    <a:ea typeface="黑体" panose="02010609060101010101" pitchFamily="49" charset="-122"/>
                  </a:rPr>
                  <a:t>从而：</a:t>
                </a:r>
                <a:endParaRPr lang="zh-CN" altLang="en-US" sz="2800" b="1" dirty="0">
                  <a:solidFill>
                    <a:srgbClr val="2B03BD"/>
                  </a:solidFill>
                  <a:latin typeface="黑体" panose="02010609060101010101" pitchFamily="49" charset="-122"/>
                  <a:ea typeface="黑体" panose="02010609060101010101" pitchFamily="49" charset="-122"/>
                </a:endParaRPr>
              </a:p>
            </p:txBody>
          </p:sp>
        </p:grpSp>
        <p:sp>
          <p:nvSpPr>
            <p:cNvPr id="15385" name="AutoShape 30"/>
            <p:cNvSpPr/>
            <p:nvPr/>
          </p:nvSpPr>
          <p:spPr>
            <a:xfrm>
              <a:off x="3900" y="2750"/>
              <a:ext cx="1860" cy="544"/>
            </a:xfrm>
            <a:prstGeom prst="cloudCallout">
              <a:avLst>
                <a:gd name="adj1" fmla="val -43750"/>
                <a:gd name="adj2" fmla="val 70000"/>
              </a:avLst>
            </a:prstGeom>
            <a:solidFill>
              <a:srgbClr val="FF6600"/>
            </a:solidFill>
            <a:ln w="9525" cap="flat" cmpd="sng">
              <a:solidFill>
                <a:schemeClr val="tx1"/>
              </a:solidFill>
              <a:prstDash val="solid"/>
              <a:round/>
              <a:headEnd type="none" w="med" len="med"/>
              <a:tailEnd type="none" w="med" len="med"/>
            </a:ln>
          </p:spPr>
          <p:txBody>
            <a:bodyPr anchor="t" anchorCtr="0"/>
            <a:lstStyle/>
            <a:p>
              <a:pPr algn="ctr" eaLnBrk="0" hangingPunct="0"/>
              <a:r>
                <a:rPr lang="zh-CN" altLang="en-US" sz="2800" b="1" dirty="0">
                  <a:latin typeface="Arial" panose="020B0604020202020204" pitchFamily="34" charset="0"/>
                  <a:ea typeface="楷体_GB2312" pitchFamily="49" charset="-122"/>
                </a:rPr>
                <a:t>特征函数</a:t>
              </a:r>
              <a:endParaRPr lang="zh-CN" altLang="en-US" sz="2800" b="1" dirty="0">
                <a:latin typeface="Arial" panose="020B0604020202020204" pitchFamily="34" charset="0"/>
                <a:ea typeface="楷体_GB2312" pitchFamily="49" charset="-122"/>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p:nvPr/>
        </p:nvSpPr>
        <p:spPr>
          <a:xfrm>
            <a:off x="5410200" y="3124200"/>
            <a:ext cx="9144000" cy="369332"/>
          </a:xfrm>
          <a:prstGeom prst="rect">
            <a:avLst/>
          </a:prstGeom>
          <a:noFill/>
          <a:ln w="9525">
            <a:noFill/>
          </a:ln>
        </p:spPr>
        <p:txBody>
          <a:bodyPr anchor="t"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sp>
        <p:nvSpPr>
          <p:cNvPr id="16386" name="Rectangle 3"/>
          <p:cNvSpPr/>
          <p:nvPr/>
        </p:nvSpPr>
        <p:spPr>
          <a:xfrm>
            <a:off x="2351088" y="549276"/>
            <a:ext cx="2590800" cy="519113"/>
          </a:xfrm>
          <a:prstGeom prst="rect">
            <a:avLst/>
          </a:prstGeom>
          <a:noFill/>
          <a:ln w="9525">
            <a:noFill/>
          </a:ln>
        </p:spPr>
        <p:txBody>
          <a:bodyPr anchor="t" anchorCtr="0">
            <a:spAutoFit/>
          </a:bodyPr>
          <a:lstStyle/>
          <a:p>
            <a:r>
              <a:rPr lang="zh-CN" altLang="en-US" sz="2800" b="1" dirty="0">
                <a:solidFill>
                  <a:srgbClr val="2B03BD"/>
                </a:solidFill>
                <a:latin typeface="黑体" panose="02010609060101010101" pitchFamily="49" charset="-122"/>
                <a:ea typeface="黑体" panose="02010609060101010101" pitchFamily="49" charset="-122"/>
              </a:rPr>
              <a:t>再求解</a:t>
            </a:r>
            <a:r>
              <a:rPr lang="en-US" altLang="zh-CN" sz="2800" b="1" i="1" dirty="0">
                <a:solidFill>
                  <a:srgbClr val="2B03BD"/>
                </a:solidFill>
                <a:latin typeface="Times New Roman" panose="02020603050405020304" pitchFamily="18" charset="0"/>
                <a:ea typeface="黑体" panose="02010609060101010101" pitchFamily="49" charset="-122"/>
              </a:rPr>
              <a:t>T</a:t>
            </a:r>
            <a:r>
              <a:rPr lang="zh-CN" altLang="en-US" sz="2800" b="1" dirty="0">
                <a:solidFill>
                  <a:srgbClr val="2B03BD"/>
                </a:solidFill>
                <a:latin typeface="黑体" panose="02010609060101010101" pitchFamily="49" charset="-122"/>
                <a:ea typeface="黑体" panose="02010609060101010101" pitchFamily="49" charset="-122"/>
              </a:rPr>
              <a:t>：</a:t>
            </a:r>
            <a:r>
              <a:rPr lang="zh-CN" altLang="en-US" sz="2800" dirty="0">
                <a:solidFill>
                  <a:srgbClr val="050509"/>
                </a:solidFill>
                <a:latin typeface="华文中宋" panose="02010600040101010101" pitchFamily="2" charset="-122"/>
                <a:ea typeface="华文中宋" panose="02010600040101010101" pitchFamily="2" charset="-122"/>
              </a:rPr>
              <a:t> </a:t>
            </a:r>
            <a:endParaRPr lang="zh-CN" altLang="en-US" sz="2800" dirty="0">
              <a:solidFill>
                <a:srgbClr val="050509"/>
              </a:solidFill>
              <a:latin typeface="华文中宋" panose="02010600040101010101" pitchFamily="2" charset="-122"/>
              <a:ea typeface="华文中宋" panose="02010600040101010101" pitchFamily="2" charset="-122"/>
            </a:endParaRPr>
          </a:p>
        </p:txBody>
      </p:sp>
      <p:sp>
        <p:nvSpPr>
          <p:cNvPr id="16387" name="Rectangle 4"/>
          <p:cNvSpPr/>
          <p:nvPr/>
        </p:nvSpPr>
        <p:spPr>
          <a:xfrm>
            <a:off x="5295900" y="3062288"/>
            <a:ext cx="9144000" cy="369332"/>
          </a:xfrm>
          <a:prstGeom prst="rect">
            <a:avLst/>
          </a:prstGeom>
          <a:noFill/>
          <a:ln w="9525">
            <a:noFill/>
          </a:ln>
        </p:spPr>
        <p:txBody>
          <a:bodyPr anchor="t"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graphicFrame>
        <p:nvGraphicFramePr>
          <p:cNvPr id="47109" name="Object 5"/>
          <p:cNvGraphicFramePr>
            <a:graphicFrameLocks noChangeAspect="1"/>
          </p:cNvGraphicFramePr>
          <p:nvPr/>
        </p:nvGraphicFramePr>
        <p:xfrm>
          <a:off x="3935413" y="981075"/>
          <a:ext cx="4133850" cy="998538"/>
        </p:xfrm>
        <a:graphic>
          <a:graphicData uri="http://schemas.openxmlformats.org/presentationml/2006/ole">
            <mc:AlternateContent xmlns:mc="http://schemas.openxmlformats.org/markup-compatibility/2006">
              <mc:Choice xmlns:v="urn:schemas-microsoft-com:vml" Requires="v">
                <p:oleObj spid="_x0000_s2" name="" r:id="rId1" imgW="4495800" imgH="1092200" progId="Equation.3">
                  <p:embed/>
                </p:oleObj>
              </mc:Choice>
              <mc:Fallback>
                <p:oleObj name="" r:id="rId1" imgW="4495800" imgH="1092200" progId="Equation.3">
                  <p:embed/>
                  <p:pic>
                    <p:nvPicPr>
                      <p:cNvPr id="0" name="Object 5"/>
                      <p:cNvPicPr/>
                      <p:nvPr/>
                    </p:nvPicPr>
                    <p:blipFill>
                      <a:blip r:embed="rId2">
                        <a:clrChange>
                          <a:clrFrom>
                            <a:srgbClr val="000000"/>
                          </a:clrFrom>
                          <a:clrTo>
                            <a:srgbClr val="E40000"/>
                          </a:clrTo>
                        </a:clrChange>
                        <a:biLevel thresh="50000"/>
                        <a:grayscl/>
                      </a:blip>
                      <a:stretch>
                        <a:fillRect/>
                      </a:stretch>
                    </p:blipFill>
                    <p:spPr>
                      <a:xfrm>
                        <a:off x="3935413" y="981075"/>
                        <a:ext cx="4133850" cy="998538"/>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47110" name="Rectangle 6"/>
          <p:cNvSpPr/>
          <p:nvPr/>
        </p:nvSpPr>
        <p:spPr>
          <a:xfrm>
            <a:off x="2351088" y="1916113"/>
            <a:ext cx="3048000" cy="519112"/>
          </a:xfrm>
          <a:prstGeom prst="rect">
            <a:avLst/>
          </a:prstGeom>
          <a:noFill/>
          <a:ln w="9525">
            <a:noFill/>
          </a:ln>
        </p:spPr>
        <p:txBody>
          <a:bodyPr anchor="t" anchorCtr="0">
            <a:spAutoFit/>
          </a:bodyPr>
          <a:lstStyle/>
          <a:p>
            <a:r>
              <a:rPr lang="zh-CN" altLang="en-US" sz="2800" b="1" dirty="0">
                <a:solidFill>
                  <a:srgbClr val="2B03BD"/>
                </a:solidFill>
                <a:latin typeface="黑体" panose="02010609060101010101" pitchFamily="49" charset="-122"/>
                <a:ea typeface="黑体" panose="02010609060101010101" pitchFamily="49" charset="-122"/>
              </a:rPr>
              <a:t>其解为</a:t>
            </a:r>
            <a:r>
              <a:rPr lang="zh-CN" altLang="en-US" sz="2800" dirty="0">
                <a:solidFill>
                  <a:srgbClr val="050509"/>
                </a:solidFill>
                <a:latin typeface="华文中宋" panose="02010600040101010101" pitchFamily="2" charset="-122"/>
                <a:ea typeface="华文中宋" panose="02010600040101010101" pitchFamily="2" charset="-122"/>
              </a:rPr>
              <a:t> </a:t>
            </a:r>
            <a:endParaRPr lang="zh-CN" altLang="en-US" sz="2800" dirty="0">
              <a:solidFill>
                <a:srgbClr val="050509"/>
              </a:solidFill>
              <a:latin typeface="华文中宋" panose="02010600040101010101" pitchFamily="2" charset="-122"/>
              <a:ea typeface="华文中宋" panose="02010600040101010101" pitchFamily="2" charset="-122"/>
            </a:endParaRPr>
          </a:p>
        </p:txBody>
      </p:sp>
      <p:sp>
        <p:nvSpPr>
          <p:cNvPr id="16390" name="Rectangle 7"/>
          <p:cNvSpPr/>
          <p:nvPr/>
        </p:nvSpPr>
        <p:spPr>
          <a:xfrm>
            <a:off x="4657725" y="3205163"/>
            <a:ext cx="9144000" cy="369332"/>
          </a:xfrm>
          <a:prstGeom prst="rect">
            <a:avLst/>
          </a:prstGeom>
          <a:noFill/>
          <a:ln w="9525">
            <a:noFill/>
          </a:ln>
        </p:spPr>
        <p:txBody>
          <a:bodyPr anchor="t"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graphicFrame>
        <p:nvGraphicFramePr>
          <p:cNvPr id="47112" name="Object 8"/>
          <p:cNvGraphicFramePr>
            <a:graphicFrameLocks noChangeAspect="1"/>
          </p:cNvGraphicFramePr>
          <p:nvPr/>
        </p:nvGraphicFramePr>
        <p:xfrm>
          <a:off x="3452814" y="2708276"/>
          <a:ext cx="5280025" cy="703263"/>
        </p:xfrm>
        <a:graphic>
          <a:graphicData uri="http://schemas.openxmlformats.org/presentationml/2006/ole">
            <mc:AlternateContent xmlns:mc="http://schemas.openxmlformats.org/markup-compatibility/2006">
              <mc:Choice xmlns:v="urn:schemas-microsoft-com:vml" Requires="v">
                <p:oleObj spid="_x0000_s3" name="" r:id="rId3" imgW="6375400" imgH="812800" progId="Equation.DSMT4">
                  <p:embed/>
                </p:oleObj>
              </mc:Choice>
              <mc:Fallback>
                <p:oleObj name="" r:id="rId3" imgW="6375400" imgH="812800" progId="Equation.DSMT4">
                  <p:embed/>
                  <p:pic>
                    <p:nvPicPr>
                      <p:cNvPr id="0" name="Object 8"/>
                      <p:cNvPicPr/>
                      <p:nvPr/>
                    </p:nvPicPr>
                    <p:blipFill>
                      <a:blip r:embed="rId4">
                        <a:clrChange>
                          <a:clrFrom>
                            <a:srgbClr val="000000"/>
                          </a:clrFrom>
                          <a:clrTo>
                            <a:srgbClr val="E40000"/>
                          </a:clrTo>
                        </a:clrChange>
                        <a:biLevel thresh="50000"/>
                        <a:grayscl/>
                      </a:blip>
                      <a:stretch>
                        <a:fillRect/>
                      </a:stretch>
                    </p:blipFill>
                    <p:spPr>
                      <a:xfrm>
                        <a:off x="3452814" y="2708276"/>
                        <a:ext cx="5280025" cy="703263"/>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47113" name="Rectangle 9"/>
          <p:cNvSpPr/>
          <p:nvPr/>
        </p:nvSpPr>
        <p:spPr>
          <a:xfrm>
            <a:off x="2424113" y="3716338"/>
            <a:ext cx="1752600" cy="519112"/>
          </a:xfrm>
          <a:prstGeom prst="rect">
            <a:avLst/>
          </a:prstGeom>
          <a:noFill/>
          <a:ln w="9525">
            <a:noFill/>
          </a:ln>
        </p:spPr>
        <p:txBody>
          <a:bodyPr anchor="t" anchorCtr="0">
            <a:spAutoFit/>
          </a:bodyPr>
          <a:lstStyle/>
          <a:p>
            <a:r>
              <a:rPr lang="zh-CN" altLang="en-US" sz="2800" b="1" dirty="0">
                <a:solidFill>
                  <a:srgbClr val="2B03BD"/>
                </a:solidFill>
                <a:latin typeface="黑体" panose="02010609060101010101" pitchFamily="49" charset="-122"/>
                <a:ea typeface="黑体" panose="02010609060101010101" pitchFamily="49" charset="-122"/>
              </a:rPr>
              <a:t>所以</a:t>
            </a:r>
            <a:r>
              <a:rPr lang="zh-CN" altLang="en-US" sz="2800" dirty="0">
                <a:solidFill>
                  <a:srgbClr val="050509"/>
                </a:solidFill>
                <a:latin typeface="华文中宋" panose="02010600040101010101" pitchFamily="2" charset="-122"/>
                <a:ea typeface="华文中宋" panose="02010600040101010101" pitchFamily="2" charset="-122"/>
              </a:rPr>
              <a:t> </a:t>
            </a:r>
            <a:endParaRPr lang="zh-CN" altLang="en-US" sz="2800" dirty="0">
              <a:solidFill>
                <a:srgbClr val="050509"/>
              </a:solidFill>
              <a:latin typeface="华文中宋" panose="02010600040101010101" pitchFamily="2" charset="-122"/>
              <a:ea typeface="华文中宋" panose="02010600040101010101" pitchFamily="2" charset="-122"/>
            </a:endParaRPr>
          </a:p>
        </p:txBody>
      </p:sp>
      <p:graphicFrame>
        <p:nvGraphicFramePr>
          <p:cNvPr id="47114" name="Object 10"/>
          <p:cNvGraphicFramePr>
            <a:graphicFrameLocks noChangeAspect="1"/>
          </p:cNvGraphicFramePr>
          <p:nvPr/>
        </p:nvGraphicFramePr>
        <p:xfrm>
          <a:off x="2566988" y="4365626"/>
          <a:ext cx="7181850" cy="1954213"/>
        </p:xfrm>
        <a:graphic>
          <a:graphicData uri="http://schemas.openxmlformats.org/presentationml/2006/ole">
            <mc:AlternateContent xmlns:mc="http://schemas.openxmlformats.org/markup-compatibility/2006">
              <mc:Choice xmlns:v="urn:schemas-microsoft-com:vml" Requires="v">
                <p:oleObj spid="_x0000_s4" name="" r:id="rId5" imgW="8559800" imgH="2286000" progId="Equation.DSMT4">
                  <p:embed/>
                </p:oleObj>
              </mc:Choice>
              <mc:Fallback>
                <p:oleObj name="" r:id="rId5" imgW="8559800" imgH="2286000" progId="Equation.DSMT4">
                  <p:embed/>
                  <p:pic>
                    <p:nvPicPr>
                      <p:cNvPr id="0" name="Object 10"/>
                      <p:cNvPicPr/>
                      <p:nvPr/>
                    </p:nvPicPr>
                    <p:blipFill>
                      <a:blip r:embed="rId6">
                        <a:clrChange>
                          <a:clrFrom>
                            <a:srgbClr val="000000"/>
                          </a:clrFrom>
                          <a:clrTo>
                            <a:srgbClr val="E40000"/>
                          </a:clrTo>
                        </a:clrChange>
                        <a:biLevel thresh="50000"/>
                        <a:grayscl/>
                      </a:blip>
                      <a:stretch>
                        <a:fillRect/>
                      </a:stretch>
                    </p:blipFill>
                    <p:spPr>
                      <a:xfrm>
                        <a:off x="2566988" y="4365626"/>
                        <a:ext cx="7181850" cy="1954213"/>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pSp>
        <p:nvGrpSpPr>
          <p:cNvPr id="47115" name="Group 11"/>
          <p:cNvGrpSpPr/>
          <p:nvPr/>
        </p:nvGrpSpPr>
        <p:grpSpPr>
          <a:xfrm>
            <a:off x="8975725" y="1700213"/>
            <a:ext cx="1225550" cy="3273592"/>
            <a:chOff x="4830" y="346"/>
            <a:chExt cx="772" cy="2165"/>
          </a:xfrm>
        </p:grpSpPr>
        <p:sp>
          <p:nvSpPr>
            <p:cNvPr id="16395" name="AutoShape 12"/>
            <p:cNvSpPr/>
            <p:nvPr/>
          </p:nvSpPr>
          <p:spPr>
            <a:xfrm>
              <a:off x="4830" y="346"/>
              <a:ext cx="772" cy="1451"/>
            </a:xfrm>
            <a:prstGeom prst="wedgeEllipseCallout">
              <a:avLst>
                <a:gd name="adj1" fmla="val -52852"/>
                <a:gd name="adj2" fmla="val 64819"/>
              </a:avLst>
            </a:prstGeom>
            <a:solidFill>
              <a:srgbClr val="00FFFF"/>
            </a:solidFill>
            <a:ln w="9525" cap="flat" cmpd="sng">
              <a:solidFill>
                <a:schemeClr val="tx1"/>
              </a:solidFill>
              <a:prstDash val="solid"/>
              <a:miter/>
              <a:headEnd type="none" w="med" len="med"/>
              <a:tailEnd type="none" w="med" len="med"/>
            </a:ln>
          </p:spPr>
          <p:txBody>
            <a:bodyPr anchor="t" anchorCtr="0"/>
            <a:lstStyle/>
            <a:p>
              <a:pPr algn="ctr"/>
              <a:endParaRPr lang="zh-CN" altLang="zh-CN" dirty="0">
                <a:latin typeface="Arial" panose="020B0604020202020204" pitchFamily="34" charset="0"/>
                <a:ea typeface="宋体" panose="02010600030101010101" pitchFamily="2" charset="-122"/>
              </a:endParaRPr>
            </a:p>
          </p:txBody>
        </p:sp>
        <p:sp>
          <p:nvSpPr>
            <p:cNvPr id="16396" name="Rectangle 13"/>
            <p:cNvSpPr/>
            <p:nvPr/>
          </p:nvSpPr>
          <p:spPr>
            <a:xfrm>
              <a:off x="4967" y="435"/>
              <a:ext cx="544" cy="2076"/>
            </a:xfrm>
            <a:prstGeom prst="rect">
              <a:avLst/>
            </a:prstGeom>
            <a:noFill/>
            <a:ln w="9525">
              <a:noFill/>
            </a:ln>
          </p:spPr>
          <p:txBody>
            <a:bodyPr anchor="t" anchorCtr="0">
              <a:spAutoFit/>
            </a:bodyPr>
            <a:lstStyle/>
            <a:p>
              <a:r>
                <a:rPr lang="zh-CN" altLang="en-US" b="1" dirty="0">
                  <a:solidFill>
                    <a:srgbClr val="000099"/>
                  </a:solidFill>
                  <a:latin typeface="华文中宋" panose="02010600040101010101" pitchFamily="2" charset="-122"/>
                  <a:ea typeface="华文中宋" panose="02010600040101010101" pitchFamily="2" charset="-122"/>
                </a:rPr>
                <a:t>两端固定弦的特征振动</a:t>
              </a:r>
              <a:endParaRPr lang="zh-CN" altLang="en-US" b="1" dirty="0">
                <a:solidFill>
                  <a:srgbClr val="000099"/>
                </a:solidFill>
                <a:latin typeface="华文中宋" panose="02010600040101010101" pitchFamily="2" charset="-122"/>
                <a:ea typeface="华文中宋" panose="02010600040101010101" pitchFamily="2" charset="-122"/>
              </a:endParaRPr>
            </a:p>
            <a:p>
              <a:endParaRPr lang="zh-CN" altLang="en-US" b="1" dirty="0">
                <a:solidFill>
                  <a:srgbClr val="050509"/>
                </a:solidFill>
                <a:latin typeface="Arial" panose="020B0604020202020204" pitchFamily="34" charset="0"/>
                <a:ea typeface="华文中宋" panose="02010600040101010101" pitchFamily="2" charset="-122"/>
              </a:endParaRPr>
            </a:p>
            <a:p>
              <a:endParaRPr lang="zh-CN" altLang="en-US" b="1" dirty="0">
                <a:solidFill>
                  <a:srgbClr val="050509"/>
                </a:solidFill>
                <a:latin typeface="Arial" panose="020B0604020202020204" pitchFamily="34" charset="0"/>
                <a:ea typeface="华文中宋" panose="02010600040101010101" pitchFamily="2" charset="-122"/>
              </a:endParaRPr>
            </a:p>
            <a:p>
              <a:endParaRPr lang="zh-CN" altLang="en-US" dirty="0">
                <a:solidFill>
                  <a:srgbClr val="050509"/>
                </a:solidFill>
                <a:latin typeface="Arial" panose="020B0604020202020204" pitchFamily="34" charset="0"/>
                <a:ea typeface="宋体" panose="02010600030101010101" pitchFamily="2" charset="-122"/>
              </a:endParaRPr>
            </a:p>
            <a:p>
              <a:endParaRPr lang="zh-CN" altLang="en-US" dirty="0">
                <a:solidFill>
                  <a:srgbClr val="050509"/>
                </a:solidFill>
                <a:latin typeface="Arial" panose="020B0604020202020204" pitchFamily="34" charset="0"/>
                <a:ea typeface="宋体" panose="02010600030101010101" pitchFamily="2" charset="-122"/>
              </a:endParaRPr>
            </a:p>
            <a:p>
              <a:endParaRPr lang="zh-CN" altLang="en-US" dirty="0">
                <a:solidFill>
                  <a:srgbClr val="050509"/>
                </a:solidFill>
                <a:latin typeface="Arial" panose="020B0604020202020204" pitchFamily="34" charset="0"/>
                <a:ea typeface="宋体" panose="02010600030101010101" pitchFamily="2" charset="-122"/>
              </a:endParaRPr>
            </a:p>
            <a:p>
              <a:endParaRPr lang="en-US" altLang="zh-CN" dirty="0">
                <a:solidFill>
                  <a:srgbClr val="050509"/>
                </a:solidFill>
                <a:latin typeface="Arial" panose="020B0604020202020204" pitchFamily="34" charset="0"/>
                <a:ea typeface="宋体" panose="02010600030101010101" pitchFamily="2" charset="-122"/>
              </a:endParaRPr>
            </a:p>
          </p:txBody>
        </p:sp>
      </p:grpSp>
      <p:sp>
        <p:nvSpPr>
          <p:cNvPr id="5" name="线形标注 2 4"/>
          <p:cNvSpPr/>
          <p:nvPr/>
        </p:nvSpPr>
        <p:spPr bwMode="auto">
          <a:xfrm>
            <a:off x="5159376" y="3644900"/>
            <a:ext cx="3097213" cy="661988"/>
          </a:xfrm>
          <a:prstGeom prst="borderCallout2">
            <a:avLst>
              <a:gd name="adj1" fmla="val 24163"/>
              <a:gd name="adj2" fmla="val -516"/>
              <a:gd name="adj3" fmla="val 24163"/>
              <a:gd name="adj4" fmla="val -16667"/>
              <a:gd name="adj5" fmla="val 105734"/>
              <a:gd name="adj6" fmla="val -44307"/>
            </a:avLst>
          </a:prstGeom>
          <a:ln w="38100">
            <a:solidFill>
              <a:srgbClr val="00FFFF"/>
            </a:solidFill>
            <a:headEnd type="none" w="med" len="med"/>
            <a:tailEnd type="oval" w="med" len="med"/>
          </a:ln>
        </p:spPr>
        <p:style>
          <a:lnRef idx="2">
            <a:schemeClr val="accent2"/>
          </a:lnRef>
          <a:fillRef idx="1">
            <a:schemeClr val="lt1"/>
          </a:fillRef>
          <a:effectRef idx="0">
            <a:schemeClr val="accent2"/>
          </a:effectRef>
          <a:fontRef idx="minor">
            <a:schemeClr val="dk1"/>
          </a:fontRef>
        </p:style>
        <p:txBody>
          <a:bodyPr/>
          <a:lstStyle/>
          <a:p>
            <a:pPr algn="ctr" eaLnBrk="0" fontAlgn="base" hangingPunct="0">
              <a:spcBef>
                <a:spcPct val="0"/>
              </a:spcBef>
              <a:spcAft>
                <a:spcPct val="0"/>
              </a:spcAft>
              <a:defRPr/>
            </a:pPr>
            <a:endParaRPr lang="zh-CN" altLang="en-US" sz="2400" dirty="0">
              <a:solidFill>
                <a:schemeClr val="tx1"/>
              </a:solidFill>
            </a:endParaRPr>
          </a:p>
        </p:txBody>
      </p:sp>
      <p:graphicFrame>
        <p:nvGraphicFramePr>
          <p:cNvPr id="16398" name="对象 2"/>
          <p:cNvGraphicFramePr>
            <a:graphicFrameLocks noChangeAspect="1"/>
          </p:cNvGraphicFramePr>
          <p:nvPr/>
        </p:nvGraphicFramePr>
        <p:xfrm>
          <a:off x="5164138" y="3802064"/>
          <a:ext cx="3008312" cy="534987"/>
        </p:xfrm>
        <a:graphic>
          <a:graphicData uri="http://schemas.openxmlformats.org/presentationml/2006/ole">
            <mc:AlternateContent xmlns:mc="http://schemas.openxmlformats.org/markup-compatibility/2006">
              <mc:Choice xmlns:v="urn:schemas-microsoft-com:vml" Requires="v">
                <p:oleObj spid="_x0000_s6" name="" r:id="rId7" imgW="1282700" imgH="228600" progId="Equation.DSMT4">
                  <p:embed/>
                </p:oleObj>
              </mc:Choice>
              <mc:Fallback>
                <p:oleObj name="" r:id="rId7" imgW="1282700" imgH="228600" progId="Equation.DSMT4">
                  <p:embed/>
                  <p:pic>
                    <p:nvPicPr>
                      <p:cNvPr id="0" name="对象 2"/>
                      <p:cNvPicPr/>
                      <p:nvPr/>
                    </p:nvPicPr>
                    <p:blipFill>
                      <a:blip r:embed="rId8"/>
                      <a:stretch>
                        <a:fillRect/>
                      </a:stretch>
                    </p:blipFill>
                    <p:spPr>
                      <a:xfrm>
                        <a:off x="5164138" y="3802064"/>
                        <a:ext cx="3008312" cy="53498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7109"/>
                                        </p:tgtEl>
                                        <p:attrNameLst>
                                          <p:attrName>style.visibility</p:attrName>
                                        </p:attrNameLst>
                                      </p:cBhvr>
                                      <p:to>
                                        <p:strVal val="visible"/>
                                      </p:to>
                                    </p:set>
                                    <p:animEffect transition="in" filter="wipe(left)">
                                      <p:cBhvr>
                                        <p:cTn id="7" dur="500"/>
                                        <p:tgtEl>
                                          <p:spTgt spid="4710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47110"/>
                                        </p:tgtEl>
                                        <p:attrNameLst>
                                          <p:attrName>style.visibility</p:attrName>
                                        </p:attrNameLst>
                                      </p:cBhvr>
                                      <p:to>
                                        <p:strVal val="visible"/>
                                      </p:to>
                                    </p:se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47112"/>
                                        </p:tgtEl>
                                        <p:attrNameLst>
                                          <p:attrName>style.visibility</p:attrName>
                                        </p:attrNameLst>
                                      </p:cBhvr>
                                      <p:to>
                                        <p:strVal val="visible"/>
                                      </p:to>
                                    </p:set>
                                    <p:animEffect transition="in" filter="wipe(left)">
                                      <p:cBhvr>
                                        <p:cTn id="15" dur="500"/>
                                        <p:tgtEl>
                                          <p:spTgt spid="4711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47113"/>
                                        </p:tgtEl>
                                        <p:attrNameLst>
                                          <p:attrName>style.visibility</p:attrName>
                                        </p:attrNameLst>
                                      </p:cBhvr>
                                      <p:to>
                                        <p:strVal val="visible"/>
                                      </p:to>
                                    </p:set>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47114"/>
                                        </p:tgtEl>
                                        <p:attrNameLst>
                                          <p:attrName>style.visibility</p:attrName>
                                        </p:attrNameLst>
                                      </p:cBhvr>
                                      <p:to>
                                        <p:strVal val="visible"/>
                                      </p:to>
                                    </p:set>
                                    <p:animEffect transition="in" filter="wipe(left)">
                                      <p:cBhvr>
                                        <p:cTn id="23" dur="500"/>
                                        <p:tgtEl>
                                          <p:spTgt spid="4711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47115"/>
                                        </p:tgtEl>
                                        <p:attrNameLst>
                                          <p:attrName>style.visibility</p:attrName>
                                        </p:attrNameLst>
                                      </p:cBhvr>
                                      <p:to>
                                        <p:strVal val="visible"/>
                                      </p:to>
                                    </p:set>
                                    <p:animEffect transition="in" filter="wipe(down)">
                                      <p:cBhvr>
                                        <p:cTn id="28" dur="500"/>
                                        <p:tgtEl>
                                          <p:spTgt spid="47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0" grpId="0"/>
      <p:bldP spid="471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141" name="Object 13"/>
          <p:cNvGraphicFramePr>
            <a:graphicFrameLocks noChangeAspect="1"/>
          </p:cNvGraphicFramePr>
          <p:nvPr/>
        </p:nvGraphicFramePr>
        <p:xfrm>
          <a:off x="2468564" y="3716339"/>
          <a:ext cx="7183437" cy="2682875"/>
        </p:xfrm>
        <a:graphic>
          <a:graphicData uri="http://schemas.openxmlformats.org/presentationml/2006/ole">
            <mc:AlternateContent xmlns:mc="http://schemas.openxmlformats.org/markup-compatibility/2006">
              <mc:Choice xmlns:v="urn:schemas-microsoft-com:vml" Requires="v">
                <p:oleObj spid="_x0000_s2" name="" r:id="rId1" imgW="6946900" imgH="3098800" progId="Equation.DSMT4">
                  <p:embed/>
                </p:oleObj>
              </mc:Choice>
              <mc:Fallback>
                <p:oleObj name="" r:id="rId1" imgW="6946900" imgH="3098800" progId="Equation.DSMT4">
                  <p:embed/>
                  <p:pic>
                    <p:nvPicPr>
                      <p:cNvPr id="0" name="Object 13"/>
                      <p:cNvPicPr/>
                      <p:nvPr/>
                    </p:nvPicPr>
                    <p:blipFill>
                      <a:blip r:embed="rId2">
                        <a:clrChange>
                          <a:clrFrom>
                            <a:srgbClr val="000000"/>
                          </a:clrFrom>
                          <a:clrTo>
                            <a:srgbClr val="E40000"/>
                          </a:clrTo>
                        </a:clrChange>
                        <a:biLevel thresh="50000"/>
                        <a:grayscl/>
                      </a:blip>
                      <a:stretch>
                        <a:fillRect/>
                      </a:stretch>
                    </p:blipFill>
                    <p:spPr>
                      <a:xfrm>
                        <a:off x="2468564" y="3716339"/>
                        <a:ext cx="7183437" cy="2682875"/>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17410" name="Oval 15"/>
          <p:cNvSpPr/>
          <p:nvPr/>
        </p:nvSpPr>
        <p:spPr>
          <a:xfrm>
            <a:off x="5664200" y="5157789"/>
            <a:ext cx="4103688" cy="1368425"/>
          </a:xfrm>
          <a:prstGeom prst="ellipse">
            <a:avLst/>
          </a:prstGeom>
          <a:solidFill>
            <a:schemeClr val="accent1">
              <a:alpha val="0"/>
            </a:schemeClr>
          </a:solidFill>
          <a:ln w="25400" cap="flat" cmpd="sng">
            <a:solidFill>
              <a:srgbClr val="FF0000"/>
            </a:solidFill>
            <a:prstDash val="dash"/>
            <a:round/>
            <a:headEnd type="none" w="med" len="med"/>
            <a:tailEnd type="none" w="med" len="med"/>
          </a:ln>
        </p:spPr>
        <p:txBody>
          <a:bodyPr wrap="none" anchor="ctr" anchorCtr="0"/>
          <a:lstStyle/>
          <a:p>
            <a:pPr algn="ctr" eaLnBrk="0" hangingPunct="0"/>
            <a:endParaRPr lang="zh-CN" altLang="en-US" dirty="0">
              <a:latin typeface="Arial" panose="020B0604020202020204" pitchFamily="34" charset="0"/>
              <a:ea typeface="宋体" panose="02010600030101010101" pitchFamily="2" charset="-122"/>
            </a:endParaRPr>
          </a:p>
        </p:txBody>
      </p:sp>
      <p:sp>
        <p:nvSpPr>
          <p:cNvPr id="17411" name="Rectangle 2"/>
          <p:cNvSpPr/>
          <p:nvPr/>
        </p:nvSpPr>
        <p:spPr>
          <a:xfrm>
            <a:off x="3905250" y="5443538"/>
            <a:ext cx="9144000" cy="369332"/>
          </a:xfrm>
          <a:prstGeom prst="rect">
            <a:avLst/>
          </a:prstGeom>
          <a:noFill/>
          <a:ln w="9525">
            <a:noFill/>
          </a:ln>
        </p:spPr>
        <p:txBody>
          <a:bodyPr anchor="t"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sp>
        <p:nvSpPr>
          <p:cNvPr id="48131" name="Rectangle 3"/>
          <p:cNvSpPr/>
          <p:nvPr/>
        </p:nvSpPr>
        <p:spPr>
          <a:xfrm>
            <a:off x="2208213" y="2924176"/>
            <a:ext cx="4343400" cy="519113"/>
          </a:xfrm>
          <a:prstGeom prst="rect">
            <a:avLst/>
          </a:prstGeom>
          <a:noFill/>
          <a:ln w="9525">
            <a:noFill/>
          </a:ln>
        </p:spPr>
        <p:txBody>
          <a:bodyPr anchor="t" anchorCtr="0">
            <a:spAutoFit/>
          </a:bodyPr>
          <a:lstStyle/>
          <a:p>
            <a:r>
              <a:rPr lang="zh-CN" altLang="en-US" sz="2800" b="1" dirty="0">
                <a:solidFill>
                  <a:srgbClr val="2B03BD"/>
                </a:solidFill>
                <a:latin typeface="Times New Roman" panose="02020603050405020304" pitchFamily="18" charset="0"/>
                <a:ea typeface="黑体" panose="02010609060101010101" pitchFamily="49" charset="-122"/>
              </a:rPr>
              <a:t>代入初始条件得⑦：</a:t>
            </a:r>
            <a:r>
              <a:rPr lang="zh-CN" altLang="en-US" sz="2800" dirty="0">
                <a:solidFill>
                  <a:srgbClr val="050509"/>
                </a:solidFill>
                <a:latin typeface="华文中宋" panose="02010600040101010101" pitchFamily="2" charset="-122"/>
                <a:ea typeface="华文中宋" panose="02010600040101010101" pitchFamily="2" charset="-122"/>
              </a:rPr>
              <a:t> </a:t>
            </a:r>
            <a:endParaRPr lang="zh-CN" altLang="en-US" sz="2800" dirty="0">
              <a:solidFill>
                <a:srgbClr val="050509"/>
              </a:solidFill>
              <a:latin typeface="华文中宋" panose="02010600040101010101" pitchFamily="2" charset="-122"/>
              <a:ea typeface="华文中宋" panose="02010600040101010101" pitchFamily="2" charset="-122"/>
            </a:endParaRPr>
          </a:p>
        </p:txBody>
      </p:sp>
      <p:grpSp>
        <p:nvGrpSpPr>
          <p:cNvPr id="17413" name="Group 5"/>
          <p:cNvGrpSpPr/>
          <p:nvPr/>
        </p:nvGrpSpPr>
        <p:grpSpPr>
          <a:xfrm>
            <a:off x="1943100" y="1557339"/>
            <a:ext cx="8370888" cy="1476375"/>
            <a:chOff x="378" y="2963"/>
            <a:chExt cx="5273" cy="930"/>
          </a:xfrm>
        </p:grpSpPr>
        <p:graphicFrame>
          <p:nvGraphicFramePr>
            <p:cNvPr id="17414" name="Object 6"/>
            <p:cNvGraphicFramePr>
              <a:graphicFrameLocks noChangeAspect="1"/>
            </p:cNvGraphicFramePr>
            <p:nvPr/>
          </p:nvGraphicFramePr>
          <p:xfrm>
            <a:off x="378" y="2963"/>
            <a:ext cx="5273" cy="732"/>
          </p:xfrm>
          <a:graphic>
            <a:graphicData uri="http://schemas.openxmlformats.org/presentationml/2006/ole">
              <mc:AlternateContent xmlns:mc="http://schemas.openxmlformats.org/markup-compatibility/2006">
                <mc:Choice xmlns:v="urn:schemas-microsoft-com:vml" Requires="v">
                  <p:oleObj spid="_x0000_s3" name="" r:id="rId3" imgW="8991600" imgH="1447800" progId="Equation.DSMT4">
                    <p:embed/>
                  </p:oleObj>
                </mc:Choice>
                <mc:Fallback>
                  <p:oleObj name="" r:id="rId3" imgW="8991600" imgH="1447800" progId="Equation.DSMT4">
                    <p:embed/>
                    <p:pic>
                      <p:nvPicPr>
                        <p:cNvPr id="0" name="Object 6"/>
                        <p:cNvPicPr/>
                        <p:nvPr/>
                      </p:nvPicPr>
                      <p:blipFill>
                        <a:blip r:embed="rId4">
                          <a:clrChange>
                            <a:clrFrom>
                              <a:srgbClr val="000000"/>
                            </a:clrFrom>
                            <a:clrTo>
                              <a:srgbClr val="E40000"/>
                            </a:clrTo>
                          </a:clrChange>
                          <a:biLevel thresh="50000"/>
                          <a:grayscl/>
                        </a:blip>
                        <a:stretch>
                          <a:fillRect/>
                        </a:stretch>
                      </p:blipFill>
                      <p:spPr>
                        <a:xfrm>
                          <a:off x="378" y="2963"/>
                          <a:ext cx="5273" cy="732"/>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48135" name="Rectangle 7"/>
            <p:cNvSpPr>
              <a:spLocks noChangeArrowheads="1"/>
            </p:cNvSpPr>
            <p:nvPr/>
          </p:nvSpPr>
          <p:spPr bwMode="auto">
            <a:xfrm>
              <a:off x="3016" y="3566"/>
              <a:ext cx="2246" cy="327"/>
            </a:xfrm>
            <a:prstGeom prst="rect">
              <a:avLst/>
            </a:prstGeom>
            <a:solidFill>
              <a:srgbClr val="00FFFF"/>
            </a:solidFill>
            <a:ln>
              <a:noFill/>
            </a:ln>
            <a:effectLst/>
            <a:extLst>
              <a:ext uri="{91240B29-F687-4F45-9708-019B960494DF}">
                <a14:hiddenLine xmlns:a14="http://schemas.microsoft.com/office/drawing/2010/main" w="25400">
                  <a:solidFill>
                    <a:schemeClr val="accent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fontAlgn="base">
                <a:spcBef>
                  <a:spcPct val="20000"/>
                </a:spcBef>
                <a:spcAft>
                  <a:spcPct val="0"/>
                </a:spcAft>
                <a:defRPr/>
              </a:pPr>
              <a:r>
                <a:rPr kumimoji="1" lang="en-US" altLang="zh-CN" sz="2800" b="1">
                  <a:latin typeface="Times New Roman" panose="02020603050405020304" pitchFamily="18" charset="0"/>
                  <a:ea typeface="宋体" panose="02010600030101010101" pitchFamily="2" charset="-122"/>
                </a:rPr>
                <a:t>………………...</a:t>
              </a:r>
              <a:r>
                <a:rPr kumimoji="1" lang="en-US" altLang="zh-CN" sz="2800" b="1">
                  <a:effectLst>
                    <a:outerShdw blurRad="38100" dist="38100" dir="2700000" algn="tl">
                      <a:srgbClr val="FFFFFF"/>
                    </a:outerShdw>
                  </a:effectLst>
                  <a:latin typeface="Times New Roman" panose="02020603050405020304" pitchFamily="18" charset="0"/>
                  <a:ea typeface="宋体" panose="02010600030101010101" pitchFamily="2" charset="-122"/>
                </a:rPr>
                <a:t>⑥</a:t>
              </a:r>
              <a:endParaRPr kumimoji="1" lang="en-US" altLang="zh-CN" sz="2800" b="1">
                <a:effectLst>
                  <a:outerShdw blurRad="38100" dist="38100" dir="2700000" algn="tl">
                    <a:srgbClr val="FFFFFF"/>
                  </a:outerShdw>
                </a:effectLst>
                <a:latin typeface="Times New Roman" panose="02020603050405020304" pitchFamily="18" charset="0"/>
                <a:ea typeface="宋体" panose="02010600030101010101" pitchFamily="2" charset="-122"/>
              </a:endParaRPr>
            </a:p>
          </p:txBody>
        </p:sp>
      </p:grpSp>
      <p:sp>
        <p:nvSpPr>
          <p:cNvPr id="17416" name="Rectangle 9"/>
          <p:cNvSpPr/>
          <p:nvPr/>
        </p:nvSpPr>
        <p:spPr>
          <a:xfrm>
            <a:off x="2135188" y="765176"/>
            <a:ext cx="3759200" cy="519113"/>
          </a:xfrm>
          <a:prstGeom prst="rect">
            <a:avLst/>
          </a:prstGeom>
          <a:noFill/>
          <a:ln w="25400">
            <a:noFill/>
          </a:ln>
        </p:spPr>
        <p:txBody>
          <a:bodyPr wrap="none" anchor="ctr" anchorCtr="0">
            <a:spAutoFit/>
          </a:bodyPr>
          <a:lstStyle/>
          <a:p>
            <a:r>
              <a:rPr lang="en-US" altLang="zh-CN" sz="2800" b="1" dirty="0">
                <a:solidFill>
                  <a:schemeClr val="tx2"/>
                </a:solidFill>
                <a:latin typeface="黑体" panose="02010609060101010101" pitchFamily="49" charset="-122"/>
                <a:ea typeface="黑体" panose="02010609060101010101" pitchFamily="49" charset="-122"/>
              </a:rPr>
              <a:t>5. </a:t>
            </a:r>
            <a:r>
              <a:rPr lang="zh-CN" altLang="en-US" sz="2800" b="1" dirty="0">
                <a:solidFill>
                  <a:schemeClr val="tx2"/>
                </a:solidFill>
                <a:latin typeface="黑体" panose="02010609060101010101" pitchFamily="49" charset="-122"/>
                <a:ea typeface="黑体" panose="02010609060101010101" pitchFamily="49" charset="-122"/>
              </a:rPr>
              <a:t>波动方程傅氏解：</a:t>
            </a:r>
            <a:r>
              <a:rPr lang="zh-CN" altLang="en-US" sz="2800" b="1" i="1" dirty="0">
                <a:solidFill>
                  <a:schemeClr val="tx2"/>
                </a:solidFill>
                <a:latin typeface="黑体" panose="02010609060101010101" pitchFamily="49" charset="-122"/>
                <a:ea typeface="黑体" panose="02010609060101010101" pitchFamily="49" charset="-122"/>
              </a:rPr>
              <a:t> </a:t>
            </a:r>
            <a:endParaRPr lang="zh-CN" altLang="en-US" sz="2800" b="1" i="1" dirty="0">
              <a:solidFill>
                <a:schemeClr val="tx2"/>
              </a:solidFill>
              <a:latin typeface="黑体" panose="02010609060101010101" pitchFamily="49" charset="-122"/>
              <a:ea typeface="黑体" panose="02010609060101010101" pitchFamily="49" charset="-122"/>
            </a:endParaRPr>
          </a:p>
        </p:txBody>
      </p:sp>
      <p:sp>
        <p:nvSpPr>
          <p:cNvPr id="17417" name="AutoShape 12"/>
          <p:cNvSpPr/>
          <p:nvPr/>
        </p:nvSpPr>
        <p:spPr>
          <a:xfrm>
            <a:off x="6240464" y="260351"/>
            <a:ext cx="3527425" cy="1008063"/>
          </a:xfrm>
          <a:prstGeom prst="cloudCallout">
            <a:avLst>
              <a:gd name="adj1" fmla="val -48829"/>
              <a:gd name="adj2" fmla="val 70000"/>
            </a:avLst>
          </a:prstGeom>
          <a:solidFill>
            <a:srgbClr val="00FFFF"/>
          </a:solidFill>
          <a:ln w="9525" cap="flat" cmpd="sng">
            <a:solidFill>
              <a:schemeClr val="tx1"/>
            </a:solidFill>
            <a:prstDash val="solid"/>
            <a:round/>
            <a:headEnd type="none" w="med" len="med"/>
            <a:tailEnd type="none" w="med" len="med"/>
          </a:ln>
        </p:spPr>
        <p:txBody>
          <a:bodyPr anchor="t" anchorCtr="0"/>
          <a:lstStyle/>
          <a:p>
            <a:pPr algn="ctr" eaLnBrk="0" hangingPunct="0"/>
            <a:r>
              <a:rPr lang="zh-CN" altLang="en-US" sz="2800" b="1" dirty="0">
                <a:solidFill>
                  <a:schemeClr val="tx2"/>
                </a:solidFill>
                <a:latin typeface="Arial" panose="020B0604020202020204" pitchFamily="34" charset="0"/>
                <a:ea typeface="楷体_GB2312" pitchFamily="49" charset="-122"/>
              </a:rPr>
              <a:t>运用叠加原理</a:t>
            </a:r>
            <a:endParaRPr lang="zh-CN" altLang="en-US" sz="2800" b="1" dirty="0">
              <a:solidFill>
                <a:schemeClr val="tx2"/>
              </a:solidFill>
              <a:latin typeface="Arial" panose="020B0604020202020204" pitchFamily="34" charset="0"/>
              <a:ea typeface="楷体_GB2312" pitchFamily="49" charset="-122"/>
            </a:endParaRPr>
          </a:p>
        </p:txBody>
      </p:sp>
      <p:sp>
        <p:nvSpPr>
          <p:cNvPr id="17418" name="Oval 14"/>
          <p:cNvSpPr/>
          <p:nvPr/>
        </p:nvSpPr>
        <p:spPr>
          <a:xfrm>
            <a:off x="5591175" y="3789364"/>
            <a:ext cx="4103688" cy="1368425"/>
          </a:xfrm>
          <a:prstGeom prst="ellipse">
            <a:avLst/>
          </a:prstGeom>
          <a:solidFill>
            <a:schemeClr val="accent1">
              <a:alpha val="0"/>
            </a:schemeClr>
          </a:solidFill>
          <a:ln w="25400" cap="flat" cmpd="sng">
            <a:solidFill>
              <a:srgbClr val="FF0000"/>
            </a:solidFill>
            <a:prstDash val="dash"/>
            <a:round/>
            <a:headEnd type="none" w="med" len="med"/>
            <a:tailEnd type="none" w="med" len="med"/>
          </a:ln>
        </p:spPr>
        <p:txBody>
          <a:bodyPr wrap="none" anchor="ctr" anchorCtr="0"/>
          <a:lstStyle/>
          <a:p>
            <a:pPr algn="ctr" eaLnBrk="0" hangingPunct="0"/>
            <a:endParaRPr lang="zh-CN" altLang="en-US" dirty="0">
              <a:latin typeface="Arial" panose="020B0604020202020204" pitchFamily="34" charset="0"/>
              <a:ea typeface="宋体" panose="02010600030101010101" pitchFamily="2" charset="-122"/>
            </a:endParaRPr>
          </a:p>
        </p:txBody>
      </p:sp>
      <p:sp>
        <p:nvSpPr>
          <p:cNvPr id="17419" name="AutoShape 16"/>
          <p:cNvSpPr/>
          <p:nvPr/>
        </p:nvSpPr>
        <p:spPr>
          <a:xfrm>
            <a:off x="9912351" y="3243264"/>
            <a:ext cx="504825" cy="2562225"/>
          </a:xfrm>
          <a:prstGeom prst="accentBorderCallout2">
            <a:avLst>
              <a:gd name="adj1" fmla="val 4463"/>
              <a:gd name="adj2" fmla="val -15093"/>
              <a:gd name="adj3" fmla="val 4463"/>
              <a:gd name="adj4" fmla="val -157861"/>
              <a:gd name="adj5" fmla="val 19023"/>
              <a:gd name="adj6" fmla="val -306917"/>
            </a:avLst>
          </a:prstGeom>
          <a:solidFill>
            <a:srgbClr val="00FFFF"/>
          </a:solidFill>
          <a:ln w="25400" cap="flat" cmpd="sng">
            <a:solidFill>
              <a:schemeClr val="tx2"/>
            </a:solidFill>
            <a:prstDash val="solid"/>
            <a:miter/>
            <a:headEnd type="none" w="med" len="med"/>
            <a:tailEnd type="none" w="med" len="med"/>
          </a:ln>
          <a:effectLst>
            <a:outerShdw dist="107763" dir="2699999" algn="ctr" rotWithShape="0">
              <a:srgbClr val="808080">
                <a:alpha val="50000"/>
              </a:srgbClr>
            </a:outerShdw>
          </a:effectLst>
        </p:spPr>
        <p:txBody>
          <a:bodyPr anchor="t" anchorCtr="0"/>
          <a:lstStyle/>
          <a:p>
            <a:pPr algn="ctr" eaLnBrk="0" hangingPunct="0"/>
            <a:r>
              <a:rPr lang="zh-CN" altLang="en-US" dirty="0">
                <a:latin typeface="Arial" panose="020B0604020202020204" pitchFamily="34" charset="0"/>
                <a:ea typeface="黑体" panose="02010609060101010101" pitchFamily="49" charset="-122"/>
              </a:rPr>
              <a:t>傅氏正弦级数</a:t>
            </a:r>
            <a:endParaRPr lang="zh-CN" altLang="en-US" dirty="0">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8131"/>
                                        </p:tgtEl>
                                        <p:attrNameLst>
                                          <p:attrName>style.visibility</p:attrName>
                                        </p:attrNameLst>
                                      </p:cBhvr>
                                      <p:to>
                                        <p:strVal val="visible"/>
                                      </p:to>
                                    </p:set>
                                    <p:animEffect transition="in" filter="wipe(down)">
                                      <p:cBhvr>
                                        <p:cTn id="7" dur="500"/>
                                        <p:tgtEl>
                                          <p:spTgt spid="481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8141"/>
                                        </p:tgtEl>
                                        <p:attrNameLst>
                                          <p:attrName>style.visibility</p:attrName>
                                        </p:attrNameLst>
                                      </p:cBhvr>
                                      <p:to>
                                        <p:strVal val="visible"/>
                                      </p:to>
                                    </p:set>
                                    <p:animEffect transition="in" filter="wipe(up)">
                                      <p:cBhvr>
                                        <p:cTn id="12" dur="500"/>
                                        <p:tgtEl>
                                          <p:spTgt spid="48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3106" name="Object 2"/>
          <p:cNvGraphicFramePr>
            <a:graphicFrameLocks noChangeAspect="1"/>
          </p:cNvGraphicFramePr>
          <p:nvPr/>
        </p:nvGraphicFramePr>
        <p:xfrm>
          <a:off x="2566988" y="1655764"/>
          <a:ext cx="7129462" cy="2033587"/>
        </p:xfrm>
        <a:graphic>
          <a:graphicData uri="http://schemas.openxmlformats.org/presentationml/2006/ole">
            <mc:AlternateContent xmlns:mc="http://schemas.openxmlformats.org/markup-compatibility/2006">
              <mc:Choice xmlns:v="urn:schemas-microsoft-com:vml" Requires="v">
                <p:oleObj spid="_x0000_s2" name="" r:id="rId1" imgW="8369300" imgH="2463800" progId="Equation.DSMT4">
                  <p:embed/>
                </p:oleObj>
              </mc:Choice>
              <mc:Fallback>
                <p:oleObj name="" r:id="rId1" imgW="8369300" imgH="2463800" progId="Equation.DSMT4">
                  <p:embed/>
                  <p:pic>
                    <p:nvPicPr>
                      <p:cNvPr id="0" name="Object 2"/>
                      <p:cNvPicPr/>
                      <p:nvPr/>
                    </p:nvPicPr>
                    <p:blipFill>
                      <a:blip r:embed="rId2">
                        <a:clrChange>
                          <a:clrFrom>
                            <a:srgbClr val="000000"/>
                          </a:clrFrom>
                          <a:clrTo>
                            <a:srgbClr val="E40000"/>
                          </a:clrTo>
                        </a:clrChange>
                        <a:biLevel thresh="50000"/>
                        <a:grayscl/>
                      </a:blip>
                      <a:stretch>
                        <a:fillRect/>
                      </a:stretch>
                    </p:blipFill>
                    <p:spPr>
                      <a:xfrm>
                        <a:off x="2566988" y="1655764"/>
                        <a:ext cx="7129462" cy="2033587"/>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18434" name="Rectangle 4"/>
          <p:cNvSpPr/>
          <p:nvPr/>
        </p:nvSpPr>
        <p:spPr>
          <a:xfrm>
            <a:off x="3905250" y="5443538"/>
            <a:ext cx="9144000" cy="369332"/>
          </a:xfrm>
          <a:prstGeom prst="rect">
            <a:avLst/>
          </a:prstGeom>
          <a:noFill/>
          <a:ln w="9525">
            <a:noFill/>
          </a:ln>
        </p:spPr>
        <p:txBody>
          <a:bodyPr anchor="t"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sp>
        <p:nvSpPr>
          <p:cNvPr id="18435" name="Rectangle 9"/>
          <p:cNvSpPr/>
          <p:nvPr/>
        </p:nvSpPr>
        <p:spPr>
          <a:xfrm>
            <a:off x="2135188" y="765176"/>
            <a:ext cx="2330450" cy="519113"/>
          </a:xfrm>
          <a:prstGeom prst="rect">
            <a:avLst/>
          </a:prstGeom>
          <a:noFill/>
          <a:ln w="25400">
            <a:noFill/>
          </a:ln>
        </p:spPr>
        <p:txBody>
          <a:bodyPr wrap="none" anchor="ctr" anchorCtr="0">
            <a:spAutoFit/>
          </a:bodyPr>
          <a:lstStyle/>
          <a:p>
            <a:r>
              <a:rPr lang="en-US" altLang="zh-CN" sz="2800" b="1" dirty="0">
                <a:solidFill>
                  <a:schemeClr val="tx2"/>
                </a:solidFill>
                <a:latin typeface="黑体" panose="02010609060101010101" pitchFamily="49" charset="-122"/>
                <a:ea typeface="黑体" panose="02010609060101010101" pitchFamily="49" charset="-122"/>
              </a:rPr>
              <a:t>6. </a:t>
            </a:r>
            <a:r>
              <a:rPr lang="zh-CN" altLang="en-US" sz="2800" b="1" dirty="0">
                <a:solidFill>
                  <a:schemeClr val="tx2"/>
                </a:solidFill>
                <a:latin typeface="黑体" panose="02010609060101010101" pitchFamily="49" charset="-122"/>
                <a:ea typeface="黑体" panose="02010609060101010101" pitchFamily="49" charset="-122"/>
              </a:rPr>
              <a:t>求系数：</a:t>
            </a:r>
            <a:r>
              <a:rPr lang="zh-CN" altLang="en-US" sz="2800" b="1" i="1" dirty="0">
                <a:solidFill>
                  <a:schemeClr val="tx2"/>
                </a:solidFill>
                <a:latin typeface="黑体" panose="02010609060101010101" pitchFamily="49" charset="-122"/>
                <a:ea typeface="黑体" panose="02010609060101010101" pitchFamily="49" charset="-122"/>
              </a:rPr>
              <a:t> </a:t>
            </a:r>
            <a:endParaRPr lang="zh-CN" altLang="en-US" sz="2800" b="1" i="1" dirty="0">
              <a:solidFill>
                <a:schemeClr val="tx2"/>
              </a:solidFill>
              <a:latin typeface="黑体" panose="02010609060101010101" pitchFamily="49" charset="-122"/>
              <a:ea typeface="黑体" panose="02010609060101010101" pitchFamily="49" charset="-122"/>
            </a:endParaRPr>
          </a:p>
        </p:txBody>
      </p:sp>
      <p:sp>
        <p:nvSpPr>
          <p:cNvPr id="18436" name="AutoShape 10"/>
          <p:cNvSpPr/>
          <p:nvPr/>
        </p:nvSpPr>
        <p:spPr>
          <a:xfrm>
            <a:off x="6240464" y="260351"/>
            <a:ext cx="3527425" cy="1008063"/>
          </a:xfrm>
          <a:prstGeom prst="cloudCallout">
            <a:avLst>
              <a:gd name="adj1" fmla="val -50898"/>
              <a:gd name="adj2" fmla="val 90157"/>
            </a:avLst>
          </a:prstGeom>
          <a:solidFill>
            <a:srgbClr val="00FFFF"/>
          </a:solidFill>
          <a:ln w="9525" cap="flat" cmpd="sng">
            <a:solidFill>
              <a:schemeClr val="tx1"/>
            </a:solidFill>
            <a:prstDash val="solid"/>
            <a:round/>
            <a:headEnd type="none" w="med" len="med"/>
            <a:tailEnd type="none" w="med" len="med"/>
          </a:ln>
        </p:spPr>
        <p:txBody>
          <a:bodyPr anchor="t" anchorCtr="0"/>
          <a:lstStyle/>
          <a:p>
            <a:pPr algn="ctr" eaLnBrk="0" hangingPunct="0"/>
            <a:r>
              <a:rPr lang="zh-CN" altLang="en-US" b="1" dirty="0">
                <a:solidFill>
                  <a:srgbClr val="3333FF"/>
                </a:solidFill>
                <a:latin typeface="黑体" panose="02010609060101010101" pitchFamily="49" charset="-122"/>
                <a:ea typeface="黑体" panose="02010609060101010101" pitchFamily="49" charset="-122"/>
              </a:rPr>
              <a:t>运用傅氏级数展开原理</a:t>
            </a:r>
            <a:endParaRPr lang="zh-CN" altLang="en-US" b="1" dirty="0">
              <a:solidFill>
                <a:srgbClr val="3333FF"/>
              </a:solidFill>
              <a:latin typeface="黑体" panose="02010609060101010101" pitchFamily="49" charset="-122"/>
              <a:ea typeface="黑体" panose="02010609060101010101" pitchFamily="49" charset="-122"/>
            </a:endParaRPr>
          </a:p>
        </p:txBody>
      </p:sp>
      <p:sp>
        <p:nvSpPr>
          <p:cNvPr id="18437" name="Rectangle 13"/>
          <p:cNvSpPr/>
          <p:nvPr/>
        </p:nvSpPr>
        <p:spPr>
          <a:xfrm>
            <a:off x="2279650" y="4005263"/>
            <a:ext cx="3221038" cy="519112"/>
          </a:xfrm>
          <a:prstGeom prst="rect">
            <a:avLst/>
          </a:prstGeom>
          <a:noFill/>
          <a:ln w="25400">
            <a:noFill/>
          </a:ln>
        </p:spPr>
        <p:txBody>
          <a:bodyPr wrap="none" anchor="ctr" anchorCtr="0">
            <a:spAutoFit/>
          </a:bodyPr>
          <a:lstStyle/>
          <a:p>
            <a:r>
              <a:rPr lang="zh-CN" altLang="en-US" sz="2800" b="1" dirty="0">
                <a:solidFill>
                  <a:srgbClr val="3333FF"/>
                </a:solidFill>
                <a:latin typeface="黑体" panose="02010609060101010101" pitchFamily="49" charset="-122"/>
                <a:ea typeface="黑体" panose="02010609060101010101" pitchFamily="49" charset="-122"/>
              </a:rPr>
              <a:t>带入所求解即可</a:t>
            </a:r>
            <a:r>
              <a:rPr lang="zh-CN" altLang="en-US" sz="2800" b="1" dirty="0">
                <a:solidFill>
                  <a:srgbClr val="2B03BD"/>
                </a:solidFill>
                <a:latin typeface="黑体" panose="02010609060101010101" pitchFamily="49" charset="-122"/>
                <a:ea typeface="黑体" panose="02010609060101010101" pitchFamily="49" charset="-122"/>
              </a:rPr>
              <a:t>：</a:t>
            </a:r>
            <a:r>
              <a:rPr lang="zh-CN" altLang="en-US" sz="2800" b="1" i="1" dirty="0">
                <a:solidFill>
                  <a:schemeClr val="tx2"/>
                </a:solidFill>
                <a:latin typeface="黑体" panose="02010609060101010101" pitchFamily="49" charset="-122"/>
                <a:ea typeface="黑体" panose="02010609060101010101" pitchFamily="49" charset="-122"/>
              </a:rPr>
              <a:t> </a:t>
            </a:r>
            <a:endParaRPr lang="zh-CN" altLang="en-US" sz="2800" b="1" i="1" dirty="0">
              <a:solidFill>
                <a:schemeClr val="tx2"/>
              </a:solidFill>
              <a:latin typeface="黑体" panose="02010609060101010101" pitchFamily="49" charset="-122"/>
              <a:ea typeface="黑体" panose="02010609060101010101" pitchFamily="49" charset="-122"/>
            </a:endParaRPr>
          </a:p>
        </p:txBody>
      </p:sp>
      <p:graphicFrame>
        <p:nvGraphicFramePr>
          <p:cNvPr id="18438" name="Object 15"/>
          <p:cNvGraphicFramePr>
            <a:graphicFrameLocks noChangeAspect="1"/>
          </p:cNvGraphicFramePr>
          <p:nvPr/>
        </p:nvGraphicFramePr>
        <p:xfrm>
          <a:off x="2566988" y="4724400"/>
          <a:ext cx="7200900" cy="1722438"/>
        </p:xfrm>
        <a:graphic>
          <a:graphicData uri="http://schemas.openxmlformats.org/presentationml/2006/ole">
            <mc:AlternateContent xmlns:mc="http://schemas.openxmlformats.org/markup-compatibility/2006">
              <mc:Choice xmlns:v="urn:schemas-microsoft-com:vml" Requires="v">
                <p:oleObj spid="_x0000_s3" name="" r:id="rId3" imgW="9029700" imgH="2120900" progId="Equation.DSMT4">
                  <p:embed/>
                </p:oleObj>
              </mc:Choice>
              <mc:Fallback>
                <p:oleObj name="" r:id="rId3" imgW="9029700" imgH="2120900" progId="Equation.DSMT4">
                  <p:embed/>
                  <p:pic>
                    <p:nvPicPr>
                      <p:cNvPr id="0" name="Object 15"/>
                      <p:cNvPicPr/>
                      <p:nvPr/>
                    </p:nvPicPr>
                    <p:blipFill>
                      <a:blip r:embed="rId4">
                        <a:clrChange>
                          <a:clrFrom>
                            <a:srgbClr val="000000"/>
                          </a:clrFrom>
                          <a:clrTo>
                            <a:srgbClr val="E40000"/>
                          </a:clrTo>
                        </a:clrChange>
                        <a:biLevel thresh="50000"/>
                        <a:grayscl/>
                      </a:blip>
                      <a:stretch>
                        <a:fillRect/>
                      </a:stretch>
                    </p:blipFill>
                    <p:spPr>
                      <a:xfrm>
                        <a:off x="2566988" y="4724400"/>
                        <a:ext cx="7200900" cy="1722438"/>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03106"/>
                                        </p:tgtEl>
                                        <p:attrNameLst>
                                          <p:attrName>style.visibility</p:attrName>
                                        </p:attrNameLst>
                                      </p:cBhvr>
                                      <p:to>
                                        <p:strVal val="visible"/>
                                      </p:to>
                                    </p:set>
                                    <p:animEffect transition="in" filter="wipe(up)">
                                      <p:cBhvr>
                                        <p:cTn id="7" dur="500"/>
                                        <p:tgtEl>
                                          <p:spTgt spid="303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ChangeArrowheads="1"/>
          </p:cNvSpPr>
          <p:nvPr/>
        </p:nvSpPr>
        <p:spPr bwMode="auto">
          <a:xfrm>
            <a:off x="1847851" y="549275"/>
            <a:ext cx="854075" cy="576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lstStyle/>
          <a:p>
            <a:pPr algn="ctr" fontAlgn="base">
              <a:spcBef>
                <a:spcPct val="0"/>
              </a:spcBef>
              <a:spcAft>
                <a:spcPct val="0"/>
              </a:spcAft>
              <a:defRPr/>
            </a:pPr>
            <a:r>
              <a:rPr lang="zh-CN" altLang="en-US" sz="3200" b="1" dirty="0">
                <a:solidFill>
                  <a:srgbClr val="3333FF"/>
                </a:solidFill>
                <a:effectLst>
                  <a:outerShdw blurRad="38100" dist="38100" dir="2700000" algn="tl">
                    <a:srgbClr val="C0C0C0"/>
                  </a:outerShdw>
                </a:effectLst>
                <a:latin typeface="Arial" panose="020B0604020202020204" pitchFamily="34" charset="0"/>
                <a:ea typeface="黑体" panose="02010609060101010101" pitchFamily="49" charset="-122"/>
              </a:rPr>
              <a:t>分离变量法求解波动方程流程图</a:t>
            </a:r>
            <a:endParaRPr lang="zh-CN" altLang="en-US" sz="3200" b="1" dirty="0">
              <a:solidFill>
                <a:srgbClr val="3333FF"/>
              </a:solidFill>
              <a:effectLst>
                <a:outerShdw blurRad="38100" dist="38100" dir="2700000" algn="tl">
                  <a:srgbClr val="C0C0C0"/>
                </a:outerShdw>
              </a:effectLst>
              <a:latin typeface="Arial" panose="020B0604020202020204" pitchFamily="34" charset="0"/>
              <a:ea typeface="黑体" panose="02010609060101010101" pitchFamily="49" charset="-122"/>
            </a:endParaRPr>
          </a:p>
        </p:txBody>
      </p:sp>
      <p:grpSp>
        <p:nvGrpSpPr>
          <p:cNvPr id="269315" name="Group 3"/>
          <p:cNvGrpSpPr/>
          <p:nvPr/>
        </p:nvGrpSpPr>
        <p:grpSpPr>
          <a:xfrm>
            <a:off x="3935413" y="260351"/>
            <a:ext cx="5980112" cy="974725"/>
            <a:chOff x="1519" y="164"/>
            <a:chExt cx="3767" cy="614"/>
          </a:xfrm>
        </p:grpSpPr>
        <p:graphicFrame>
          <p:nvGraphicFramePr>
            <p:cNvPr id="19459" name="Object 4"/>
            <p:cNvGraphicFramePr>
              <a:graphicFrameLocks noChangeAspect="1"/>
            </p:cNvGraphicFramePr>
            <p:nvPr/>
          </p:nvGraphicFramePr>
          <p:xfrm>
            <a:off x="2890" y="355"/>
            <a:ext cx="865" cy="282"/>
          </p:xfrm>
          <a:graphic>
            <a:graphicData uri="http://schemas.openxmlformats.org/presentationml/2006/ole">
              <mc:AlternateContent xmlns:mc="http://schemas.openxmlformats.org/markup-compatibility/2006">
                <mc:Choice xmlns:v="urn:schemas-microsoft-com:vml" Requires="v">
                  <p:oleObj spid="_x0000_s2" name="" r:id="rId1" imgW="558800" imgH="203200" progId="Equation.DSMT4">
                    <p:embed/>
                  </p:oleObj>
                </mc:Choice>
                <mc:Fallback>
                  <p:oleObj name="" r:id="rId1" imgW="558800" imgH="203200" progId="Equation.DSMT4">
                    <p:embed/>
                    <p:pic>
                      <p:nvPicPr>
                        <p:cNvPr id="0" name="Object 4"/>
                        <p:cNvPicPr/>
                        <p:nvPr/>
                      </p:nvPicPr>
                      <p:blipFill>
                        <a:blip r:embed="rId2">
                          <a:biLevel thresh="50000"/>
                          <a:grayscl/>
                        </a:blip>
                        <a:stretch>
                          <a:fillRect/>
                        </a:stretch>
                      </p:blipFill>
                      <p:spPr>
                        <a:xfrm>
                          <a:off x="2890" y="355"/>
                          <a:ext cx="865" cy="282"/>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19460" name="Object 5"/>
            <p:cNvGraphicFramePr>
              <a:graphicFrameLocks noChangeAspect="1"/>
            </p:cNvGraphicFramePr>
            <p:nvPr/>
          </p:nvGraphicFramePr>
          <p:xfrm>
            <a:off x="4121" y="336"/>
            <a:ext cx="1165" cy="326"/>
          </p:xfrm>
          <a:graphic>
            <a:graphicData uri="http://schemas.openxmlformats.org/presentationml/2006/ole">
              <mc:AlternateContent xmlns:mc="http://schemas.openxmlformats.org/markup-compatibility/2006">
                <mc:Choice xmlns:v="urn:schemas-microsoft-com:vml" Requires="v">
                  <p:oleObj spid="_x0000_s3" name="" r:id="rId3" imgW="901065" imgH="228600" progId="Equation.DSMT4">
                    <p:embed/>
                  </p:oleObj>
                </mc:Choice>
                <mc:Fallback>
                  <p:oleObj name="" r:id="rId3" imgW="901065" imgH="228600" progId="Equation.DSMT4">
                    <p:embed/>
                    <p:pic>
                      <p:nvPicPr>
                        <p:cNvPr id="0" name="Object 5"/>
                        <p:cNvPicPr/>
                        <p:nvPr/>
                      </p:nvPicPr>
                      <p:blipFill>
                        <a:blip r:embed="rId4">
                          <a:biLevel thresh="50000"/>
                          <a:grayscl/>
                        </a:blip>
                        <a:stretch>
                          <a:fillRect/>
                        </a:stretch>
                      </p:blipFill>
                      <p:spPr>
                        <a:xfrm>
                          <a:off x="4121" y="336"/>
                          <a:ext cx="1165" cy="326"/>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19461" name="Object 6"/>
            <p:cNvGraphicFramePr>
              <a:graphicFrameLocks noChangeAspect="1"/>
            </p:cNvGraphicFramePr>
            <p:nvPr/>
          </p:nvGraphicFramePr>
          <p:xfrm>
            <a:off x="1519" y="164"/>
            <a:ext cx="952" cy="614"/>
          </p:xfrm>
          <a:graphic>
            <a:graphicData uri="http://schemas.openxmlformats.org/presentationml/2006/ole">
              <mc:AlternateContent xmlns:mc="http://schemas.openxmlformats.org/markup-compatibility/2006">
                <mc:Choice xmlns:v="urn:schemas-microsoft-com:vml" Requires="v">
                  <p:oleObj spid="_x0000_s4" name="" r:id="rId5" imgW="888365" imgH="546100" progId="Equation.DSMT4">
                    <p:embed/>
                  </p:oleObj>
                </mc:Choice>
                <mc:Fallback>
                  <p:oleObj name="" r:id="rId5" imgW="888365" imgH="546100" progId="Equation.DSMT4">
                    <p:embed/>
                    <p:pic>
                      <p:nvPicPr>
                        <p:cNvPr id="0" name="Object 6"/>
                        <p:cNvPicPr/>
                        <p:nvPr/>
                      </p:nvPicPr>
                      <p:blipFill>
                        <a:blip r:embed="rId6">
                          <a:biLevel thresh="50000"/>
                          <a:grayscl/>
                        </a:blip>
                        <a:stretch>
                          <a:fillRect/>
                        </a:stretch>
                      </p:blipFill>
                      <p:spPr>
                        <a:xfrm>
                          <a:off x="1519" y="164"/>
                          <a:ext cx="952" cy="614"/>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pSp>
      <p:graphicFrame>
        <p:nvGraphicFramePr>
          <p:cNvPr id="269319" name="Object 7"/>
          <p:cNvGraphicFramePr>
            <a:graphicFrameLocks noChangeAspect="1"/>
          </p:cNvGraphicFramePr>
          <p:nvPr/>
        </p:nvGraphicFramePr>
        <p:xfrm>
          <a:off x="5715000" y="1447801"/>
          <a:ext cx="1981200" cy="512763"/>
        </p:xfrm>
        <a:graphic>
          <a:graphicData uri="http://schemas.openxmlformats.org/presentationml/2006/ole">
            <mc:AlternateContent xmlns:mc="http://schemas.openxmlformats.org/markup-compatibility/2006">
              <mc:Choice xmlns:v="urn:schemas-microsoft-com:vml" Requires="v">
                <p:oleObj spid="_x0000_s5" name="" r:id="rId7" imgW="862965" imgH="203200" progId="Equation.3">
                  <p:embed/>
                </p:oleObj>
              </mc:Choice>
              <mc:Fallback>
                <p:oleObj name="" r:id="rId7" imgW="862965" imgH="203200" progId="Equation.3">
                  <p:embed/>
                  <p:pic>
                    <p:nvPicPr>
                      <p:cNvPr id="0" name="Object 7"/>
                      <p:cNvPicPr/>
                      <p:nvPr/>
                    </p:nvPicPr>
                    <p:blipFill>
                      <a:blip r:embed="rId8">
                        <a:biLevel thresh="50000"/>
                        <a:grayscl/>
                      </a:blip>
                      <a:stretch>
                        <a:fillRect/>
                      </a:stretch>
                    </p:blipFill>
                    <p:spPr>
                      <a:xfrm>
                        <a:off x="5715000" y="1447801"/>
                        <a:ext cx="1981200" cy="512763"/>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269320" name="Object 8"/>
          <p:cNvGraphicFramePr>
            <a:graphicFrameLocks noChangeAspect="1"/>
          </p:cNvGraphicFramePr>
          <p:nvPr/>
        </p:nvGraphicFramePr>
        <p:xfrm>
          <a:off x="8370889" y="1773238"/>
          <a:ext cx="1743075" cy="457200"/>
        </p:xfrm>
        <a:graphic>
          <a:graphicData uri="http://schemas.openxmlformats.org/presentationml/2006/ole">
            <mc:AlternateContent xmlns:mc="http://schemas.openxmlformats.org/markup-compatibility/2006">
              <mc:Choice xmlns:v="urn:schemas-microsoft-com:vml" Requires="v">
                <p:oleObj spid="_x0000_s6" name="" r:id="rId9" imgW="1028065" imgH="203200" progId="Equation.DSMT4">
                  <p:embed/>
                </p:oleObj>
              </mc:Choice>
              <mc:Fallback>
                <p:oleObj name="" r:id="rId9" imgW="1028065" imgH="203200" progId="Equation.DSMT4">
                  <p:embed/>
                  <p:pic>
                    <p:nvPicPr>
                      <p:cNvPr id="0" name="Object 8"/>
                      <p:cNvPicPr/>
                      <p:nvPr/>
                    </p:nvPicPr>
                    <p:blipFill>
                      <a:blip r:embed="rId10">
                        <a:biLevel thresh="50000"/>
                        <a:grayscl/>
                      </a:blip>
                      <a:stretch>
                        <a:fillRect/>
                      </a:stretch>
                    </p:blipFill>
                    <p:spPr>
                      <a:xfrm>
                        <a:off x="8370889" y="1773238"/>
                        <a:ext cx="1743075" cy="457200"/>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269321" name="Object 9"/>
          <p:cNvGraphicFramePr>
            <a:graphicFrameLocks noChangeAspect="1"/>
          </p:cNvGraphicFramePr>
          <p:nvPr/>
        </p:nvGraphicFramePr>
        <p:xfrm>
          <a:off x="5735639" y="2205039"/>
          <a:ext cx="1728787" cy="884237"/>
        </p:xfrm>
        <a:graphic>
          <a:graphicData uri="http://schemas.openxmlformats.org/presentationml/2006/ole">
            <mc:AlternateContent xmlns:mc="http://schemas.openxmlformats.org/markup-compatibility/2006">
              <mc:Choice xmlns:v="urn:schemas-microsoft-com:vml" Requires="v">
                <p:oleObj spid="_x0000_s7" name="" r:id="rId11" imgW="1143000" imgH="457200" progId="Equation.DSMT4">
                  <p:embed/>
                </p:oleObj>
              </mc:Choice>
              <mc:Fallback>
                <p:oleObj name="" r:id="rId11" imgW="1143000" imgH="457200" progId="Equation.DSMT4">
                  <p:embed/>
                  <p:pic>
                    <p:nvPicPr>
                      <p:cNvPr id="0" name="Object 9"/>
                      <p:cNvPicPr/>
                      <p:nvPr/>
                    </p:nvPicPr>
                    <p:blipFill>
                      <a:blip r:embed="rId12">
                        <a:biLevel thresh="50000"/>
                        <a:grayscl/>
                      </a:blip>
                      <a:stretch>
                        <a:fillRect/>
                      </a:stretch>
                    </p:blipFill>
                    <p:spPr>
                      <a:xfrm>
                        <a:off x="5735639" y="2205039"/>
                        <a:ext cx="1728787" cy="884237"/>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269322" name="Object 10"/>
          <p:cNvGraphicFramePr>
            <a:graphicFrameLocks noChangeAspect="1"/>
          </p:cNvGraphicFramePr>
          <p:nvPr/>
        </p:nvGraphicFramePr>
        <p:xfrm>
          <a:off x="3575051" y="2924175"/>
          <a:ext cx="1814513" cy="444500"/>
        </p:xfrm>
        <a:graphic>
          <a:graphicData uri="http://schemas.openxmlformats.org/presentationml/2006/ole">
            <mc:AlternateContent xmlns:mc="http://schemas.openxmlformats.org/markup-compatibility/2006">
              <mc:Choice xmlns:v="urn:schemas-microsoft-com:vml" Requires="v">
                <p:oleObj spid="_x0000_s8" name="" r:id="rId13" imgW="1016000" imgH="228600" progId="Equation.DSMT4">
                  <p:embed/>
                </p:oleObj>
              </mc:Choice>
              <mc:Fallback>
                <p:oleObj name="" r:id="rId13" imgW="1016000" imgH="228600" progId="Equation.DSMT4">
                  <p:embed/>
                  <p:pic>
                    <p:nvPicPr>
                      <p:cNvPr id="0" name="Object 10"/>
                      <p:cNvPicPr/>
                      <p:nvPr/>
                    </p:nvPicPr>
                    <p:blipFill>
                      <a:blip r:embed="rId14">
                        <a:biLevel thresh="50000"/>
                        <a:grayscl/>
                      </a:blip>
                      <a:stretch>
                        <a:fillRect/>
                      </a:stretch>
                    </p:blipFill>
                    <p:spPr>
                      <a:xfrm>
                        <a:off x="3575051" y="2924175"/>
                        <a:ext cx="1814513" cy="444500"/>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269323" name="Object 11"/>
          <p:cNvGraphicFramePr>
            <a:graphicFrameLocks noChangeAspect="1"/>
          </p:cNvGraphicFramePr>
          <p:nvPr/>
        </p:nvGraphicFramePr>
        <p:xfrm>
          <a:off x="7824788" y="2917826"/>
          <a:ext cx="1390650" cy="373063"/>
        </p:xfrm>
        <a:graphic>
          <a:graphicData uri="http://schemas.openxmlformats.org/presentationml/2006/ole">
            <mc:AlternateContent xmlns:mc="http://schemas.openxmlformats.org/markup-compatibility/2006">
              <mc:Choice xmlns:v="urn:schemas-microsoft-com:vml" Requires="v">
                <p:oleObj spid="_x0000_s9" name="" r:id="rId15" imgW="927100" imgH="190500" progId="Equation.DSMT4">
                  <p:embed/>
                </p:oleObj>
              </mc:Choice>
              <mc:Fallback>
                <p:oleObj name="" r:id="rId15" imgW="927100" imgH="190500" progId="Equation.DSMT4">
                  <p:embed/>
                  <p:pic>
                    <p:nvPicPr>
                      <p:cNvPr id="0" name="Object 11"/>
                      <p:cNvPicPr/>
                      <p:nvPr/>
                    </p:nvPicPr>
                    <p:blipFill>
                      <a:blip r:embed="rId16">
                        <a:biLevel thresh="50000"/>
                        <a:grayscl/>
                      </a:blip>
                      <a:stretch>
                        <a:fillRect/>
                      </a:stretch>
                    </p:blipFill>
                    <p:spPr>
                      <a:xfrm>
                        <a:off x="7824788" y="2917826"/>
                        <a:ext cx="1390650" cy="373063"/>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269324" name="Object 12"/>
          <p:cNvGraphicFramePr>
            <a:graphicFrameLocks noChangeAspect="1"/>
          </p:cNvGraphicFramePr>
          <p:nvPr/>
        </p:nvGraphicFramePr>
        <p:xfrm>
          <a:off x="3071813" y="3890964"/>
          <a:ext cx="3600450" cy="852487"/>
        </p:xfrm>
        <a:graphic>
          <a:graphicData uri="http://schemas.openxmlformats.org/presentationml/2006/ole">
            <mc:AlternateContent xmlns:mc="http://schemas.openxmlformats.org/markup-compatibility/2006">
              <mc:Choice xmlns:v="urn:schemas-microsoft-com:vml" Requires="v">
                <p:oleObj spid="_x0000_s10" name="" r:id="rId17" imgW="2159000" imgH="457200" progId="Equation.DSMT4">
                  <p:embed/>
                </p:oleObj>
              </mc:Choice>
              <mc:Fallback>
                <p:oleObj name="" r:id="rId17" imgW="2159000" imgH="457200" progId="Equation.DSMT4">
                  <p:embed/>
                  <p:pic>
                    <p:nvPicPr>
                      <p:cNvPr id="0" name="Object 12"/>
                      <p:cNvPicPr/>
                      <p:nvPr/>
                    </p:nvPicPr>
                    <p:blipFill>
                      <a:blip r:embed="rId18">
                        <a:biLevel thresh="50000"/>
                        <a:grayscl/>
                      </a:blip>
                      <a:stretch>
                        <a:fillRect/>
                      </a:stretch>
                    </p:blipFill>
                    <p:spPr>
                      <a:xfrm>
                        <a:off x="3071813" y="3890964"/>
                        <a:ext cx="3600450" cy="852487"/>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269325" name="Object 13"/>
          <p:cNvGraphicFramePr>
            <a:graphicFrameLocks noChangeAspect="1"/>
          </p:cNvGraphicFramePr>
          <p:nvPr/>
        </p:nvGraphicFramePr>
        <p:xfrm>
          <a:off x="7732713" y="3573463"/>
          <a:ext cx="1839912" cy="1071562"/>
        </p:xfrm>
        <a:graphic>
          <a:graphicData uri="http://schemas.openxmlformats.org/presentationml/2006/ole">
            <mc:AlternateContent xmlns:mc="http://schemas.openxmlformats.org/markup-compatibility/2006">
              <mc:Choice xmlns:v="urn:schemas-microsoft-com:vml" Requires="v">
                <p:oleObj spid="_x0000_s11" name="" r:id="rId19" imgW="1205865" imgH="546100" progId="Equation.DSMT4">
                  <p:embed/>
                </p:oleObj>
              </mc:Choice>
              <mc:Fallback>
                <p:oleObj name="" r:id="rId19" imgW="1205865" imgH="546100" progId="Equation.DSMT4">
                  <p:embed/>
                  <p:pic>
                    <p:nvPicPr>
                      <p:cNvPr id="0" name="Object 13"/>
                      <p:cNvPicPr/>
                      <p:nvPr/>
                    </p:nvPicPr>
                    <p:blipFill>
                      <a:blip r:embed="rId20">
                        <a:biLevel thresh="50000"/>
                        <a:grayscl/>
                      </a:blip>
                      <a:stretch>
                        <a:fillRect/>
                      </a:stretch>
                    </p:blipFill>
                    <p:spPr>
                      <a:xfrm>
                        <a:off x="7732713" y="3573463"/>
                        <a:ext cx="1839912" cy="1071562"/>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269326" name="Object 14"/>
          <p:cNvGraphicFramePr>
            <a:graphicFrameLocks noChangeAspect="1"/>
          </p:cNvGraphicFramePr>
          <p:nvPr/>
        </p:nvGraphicFramePr>
        <p:xfrm>
          <a:off x="5745164" y="4940301"/>
          <a:ext cx="2192337" cy="466725"/>
        </p:xfrm>
        <a:graphic>
          <a:graphicData uri="http://schemas.openxmlformats.org/presentationml/2006/ole">
            <mc:AlternateContent xmlns:mc="http://schemas.openxmlformats.org/markup-compatibility/2006">
              <mc:Choice xmlns:v="urn:schemas-microsoft-com:vml" Requires="v">
                <p:oleObj spid="_x0000_s12" name="" r:id="rId21" imgW="1129665" imgH="241300" progId="Equation.DSMT4">
                  <p:embed/>
                </p:oleObj>
              </mc:Choice>
              <mc:Fallback>
                <p:oleObj name="" r:id="rId21" imgW="1129665" imgH="241300" progId="Equation.DSMT4">
                  <p:embed/>
                  <p:pic>
                    <p:nvPicPr>
                      <p:cNvPr id="0" name="Object 14"/>
                      <p:cNvPicPr/>
                      <p:nvPr/>
                    </p:nvPicPr>
                    <p:blipFill>
                      <a:blip r:embed="rId22">
                        <a:biLevel thresh="50000"/>
                        <a:grayscl/>
                      </a:blip>
                      <a:stretch>
                        <a:fillRect/>
                      </a:stretch>
                    </p:blipFill>
                    <p:spPr>
                      <a:xfrm>
                        <a:off x="5745164" y="4940301"/>
                        <a:ext cx="2192337" cy="466725"/>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269327" name="Object 15"/>
          <p:cNvGraphicFramePr>
            <a:graphicFrameLocks noChangeAspect="1"/>
          </p:cNvGraphicFramePr>
          <p:nvPr/>
        </p:nvGraphicFramePr>
        <p:xfrm>
          <a:off x="5808664" y="5753101"/>
          <a:ext cx="4535487" cy="701675"/>
        </p:xfrm>
        <a:graphic>
          <a:graphicData uri="http://schemas.openxmlformats.org/presentationml/2006/ole">
            <mc:AlternateContent xmlns:mc="http://schemas.openxmlformats.org/markup-compatibility/2006">
              <mc:Choice xmlns:v="urn:schemas-microsoft-com:vml" Requires="v">
                <p:oleObj spid="_x0000_s13" name="" r:id="rId23" imgW="3213100" imgH="444500" progId="Equation.DSMT4">
                  <p:embed/>
                </p:oleObj>
              </mc:Choice>
              <mc:Fallback>
                <p:oleObj name="" r:id="rId23" imgW="3213100" imgH="444500" progId="Equation.DSMT4">
                  <p:embed/>
                  <p:pic>
                    <p:nvPicPr>
                      <p:cNvPr id="0" name="Object 15"/>
                      <p:cNvPicPr/>
                      <p:nvPr/>
                    </p:nvPicPr>
                    <p:blipFill>
                      <a:blip r:embed="rId24">
                        <a:biLevel thresh="50000"/>
                        <a:grayscl/>
                      </a:blip>
                      <a:stretch>
                        <a:fillRect/>
                      </a:stretch>
                    </p:blipFill>
                    <p:spPr>
                      <a:xfrm>
                        <a:off x="5808664" y="5753101"/>
                        <a:ext cx="4535487" cy="701675"/>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pSp>
        <p:nvGrpSpPr>
          <p:cNvPr id="269329" name="Group 17"/>
          <p:cNvGrpSpPr/>
          <p:nvPr/>
        </p:nvGrpSpPr>
        <p:grpSpPr>
          <a:xfrm>
            <a:off x="4872039" y="4645025"/>
            <a:ext cx="3419475" cy="528638"/>
            <a:chOff x="2109" y="2926"/>
            <a:chExt cx="2154" cy="333"/>
          </a:xfrm>
        </p:grpSpPr>
        <p:cxnSp>
          <p:nvCxnSpPr>
            <p:cNvPr id="19472" name="AutoShape 18"/>
            <p:cNvCxnSpPr/>
            <p:nvPr/>
          </p:nvCxnSpPr>
          <p:spPr>
            <a:xfrm rot="5400000">
              <a:off x="3987" y="2983"/>
              <a:ext cx="333" cy="215"/>
            </a:xfrm>
            <a:prstGeom prst="bentConnector2">
              <a:avLst/>
            </a:prstGeom>
            <a:ln w="25400" cap="flat" cmpd="sng">
              <a:solidFill>
                <a:schemeClr val="tx1"/>
              </a:solidFill>
              <a:prstDash val="solid"/>
              <a:miter/>
              <a:headEnd type="none" w="med" len="med"/>
              <a:tailEnd type="triangle" w="med" len="med"/>
            </a:ln>
          </p:spPr>
        </p:cxnSp>
        <p:cxnSp>
          <p:nvCxnSpPr>
            <p:cNvPr id="19473" name="AutoShape 19"/>
            <p:cNvCxnSpPr/>
            <p:nvPr/>
          </p:nvCxnSpPr>
          <p:spPr>
            <a:xfrm rot="-5400000" flipH="1">
              <a:off x="2241" y="2849"/>
              <a:ext cx="271" cy="542"/>
            </a:xfrm>
            <a:prstGeom prst="bentConnector2">
              <a:avLst/>
            </a:prstGeom>
            <a:ln w="25400" cap="flat" cmpd="sng">
              <a:solidFill>
                <a:schemeClr val="tx1"/>
              </a:solidFill>
              <a:prstDash val="solid"/>
              <a:miter/>
              <a:headEnd type="none" w="med" len="med"/>
              <a:tailEnd type="triangle" w="med" len="med"/>
            </a:ln>
          </p:spPr>
        </p:cxnSp>
      </p:grpSp>
      <p:grpSp>
        <p:nvGrpSpPr>
          <p:cNvPr id="269332" name="Group 20"/>
          <p:cNvGrpSpPr/>
          <p:nvPr/>
        </p:nvGrpSpPr>
        <p:grpSpPr>
          <a:xfrm>
            <a:off x="4400551" y="2647951"/>
            <a:ext cx="4073525" cy="276225"/>
            <a:chOff x="1812" y="1668"/>
            <a:chExt cx="2566" cy="174"/>
          </a:xfrm>
        </p:grpSpPr>
        <p:cxnSp>
          <p:nvCxnSpPr>
            <p:cNvPr id="19475" name="AutoShape 21"/>
            <p:cNvCxnSpPr/>
            <p:nvPr/>
          </p:nvCxnSpPr>
          <p:spPr>
            <a:xfrm rot="-10800000" flipV="1">
              <a:off x="1812" y="1668"/>
              <a:ext cx="841" cy="174"/>
            </a:xfrm>
            <a:prstGeom prst="bentConnector2">
              <a:avLst/>
            </a:prstGeom>
            <a:ln w="25400" cap="flat" cmpd="sng">
              <a:solidFill>
                <a:schemeClr val="tx1"/>
              </a:solidFill>
              <a:prstDash val="solid"/>
              <a:miter/>
              <a:headEnd type="none" w="med" len="med"/>
              <a:tailEnd type="triangle" w="med" len="med"/>
            </a:ln>
          </p:spPr>
        </p:cxnSp>
        <p:cxnSp>
          <p:nvCxnSpPr>
            <p:cNvPr id="19476" name="AutoShape 22"/>
            <p:cNvCxnSpPr/>
            <p:nvPr/>
          </p:nvCxnSpPr>
          <p:spPr>
            <a:xfrm>
              <a:off x="3742" y="1668"/>
              <a:ext cx="636" cy="129"/>
            </a:xfrm>
            <a:prstGeom prst="bentConnector2">
              <a:avLst/>
            </a:prstGeom>
            <a:ln w="25400" cap="flat" cmpd="sng">
              <a:solidFill>
                <a:schemeClr val="tx1"/>
              </a:solidFill>
              <a:prstDash val="solid"/>
              <a:miter/>
              <a:headEnd type="none" w="med" len="med"/>
              <a:tailEnd type="triangle" w="med" len="med"/>
            </a:ln>
          </p:spPr>
        </p:cxnSp>
      </p:grpSp>
      <p:cxnSp>
        <p:nvCxnSpPr>
          <p:cNvPr id="269335" name="AutoShape 23"/>
          <p:cNvCxnSpPr/>
          <p:nvPr/>
        </p:nvCxnSpPr>
        <p:spPr>
          <a:xfrm rot="16200000" flipH="1">
            <a:off x="7286626" y="4962526"/>
            <a:ext cx="346075" cy="1235075"/>
          </a:xfrm>
          <a:prstGeom prst="bentConnector3">
            <a:avLst>
              <a:gd name="adj1" fmla="val 50000"/>
            </a:avLst>
          </a:prstGeom>
          <a:ln w="25400" cap="flat" cmpd="sng">
            <a:solidFill>
              <a:schemeClr val="tx1"/>
            </a:solidFill>
            <a:prstDash val="solid"/>
            <a:miter/>
            <a:headEnd type="none" w="med" len="med"/>
            <a:tailEnd type="triangle" w="med" len="med"/>
          </a:ln>
        </p:spPr>
      </p:cxnSp>
      <p:sp>
        <p:nvSpPr>
          <p:cNvPr id="269336" name="Oval 24"/>
          <p:cNvSpPr/>
          <p:nvPr/>
        </p:nvSpPr>
        <p:spPr>
          <a:xfrm>
            <a:off x="3143250" y="1"/>
            <a:ext cx="6991350" cy="1412875"/>
          </a:xfrm>
          <a:prstGeom prst="ellipse">
            <a:avLst/>
          </a:prstGeom>
          <a:noFill/>
          <a:ln w="22225" cap="rnd" cmpd="sng">
            <a:solidFill>
              <a:schemeClr val="tx1"/>
            </a:solidFill>
            <a:prstDash val="sysDot"/>
            <a:round/>
            <a:headEnd type="none" w="med" len="med"/>
            <a:tailEnd type="none" w="med" len="med"/>
          </a:ln>
        </p:spPr>
        <p:txBody>
          <a:bodyPr wrap="none" anchor="ctr" anchorCtr="0"/>
          <a:lstStyle/>
          <a:p>
            <a:pPr algn="ctr" eaLnBrk="0" hangingPunct="0"/>
            <a:endParaRPr lang="zh-CN" altLang="en-US" dirty="0">
              <a:latin typeface="Arial" panose="020B0604020202020204" pitchFamily="34" charset="0"/>
              <a:ea typeface="宋体" panose="02010600030101010101" pitchFamily="2" charset="-122"/>
            </a:endParaRPr>
          </a:p>
        </p:txBody>
      </p:sp>
      <p:sp>
        <p:nvSpPr>
          <p:cNvPr id="269337" name="Oval 25"/>
          <p:cNvSpPr/>
          <p:nvPr/>
        </p:nvSpPr>
        <p:spPr>
          <a:xfrm>
            <a:off x="2711450" y="5516564"/>
            <a:ext cx="2273300" cy="911225"/>
          </a:xfrm>
          <a:prstGeom prst="ellipse">
            <a:avLst/>
          </a:prstGeom>
          <a:noFill/>
          <a:ln w="22225" cap="rnd" cmpd="sng">
            <a:solidFill>
              <a:schemeClr val="tx1"/>
            </a:solidFill>
            <a:prstDash val="sysDot"/>
            <a:round/>
            <a:headEnd type="none" w="med" len="med"/>
            <a:tailEnd type="none" w="med" len="med"/>
          </a:ln>
        </p:spPr>
        <p:txBody>
          <a:bodyPr wrap="none" anchor="ctr" anchorCtr="0"/>
          <a:lstStyle/>
          <a:p>
            <a:pPr algn="ctr" eaLnBrk="0" hangingPunct="0"/>
            <a:endParaRPr lang="zh-CN" altLang="en-US" dirty="0">
              <a:latin typeface="Arial" panose="020B0604020202020204" pitchFamily="34" charset="0"/>
              <a:ea typeface="宋体" panose="02010600030101010101" pitchFamily="2" charset="-122"/>
            </a:endParaRPr>
          </a:p>
        </p:txBody>
      </p:sp>
      <p:sp>
        <p:nvSpPr>
          <p:cNvPr id="269338" name="Line 26"/>
          <p:cNvSpPr/>
          <p:nvPr/>
        </p:nvSpPr>
        <p:spPr>
          <a:xfrm>
            <a:off x="6672263" y="1989138"/>
            <a:ext cx="0" cy="215900"/>
          </a:xfrm>
          <a:prstGeom prst="line">
            <a:avLst/>
          </a:prstGeom>
          <a:ln w="25400" cap="flat" cmpd="sng">
            <a:solidFill>
              <a:schemeClr val="tx1"/>
            </a:solidFill>
            <a:prstDash val="solid"/>
            <a:round/>
            <a:headEnd type="none" w="med" len="med"/>
            <a:tailEnd type="triangle" w="med" len="med"/>
          </a:ln>
        </p:spPr>
        <p:txBody>
          <a:bodyPr/>
          <a:lstStyle/>
          <a:p>
            <a:endParaRPr lang="zh-CN" altLang="en-US"/>
          </a:p>
        </p:txBody>
      </p:sp>
      <p:cxnSp>
        <p:nvCxnSpPr>
          <p:cNvPr id="269339" name="AutoShape 27"/>
          <p:cNvCxnSpPr/>
          <p:nvPr/>
        </p:nvCxnSpPr>
        <p:spPr>
          <a:xfrm rot="16200000" flipH="1">
            <a:off x="4370389" y="3414714"/>
            <a:ext cx="454025" cy="471487"/>
          </a:xfrm>
          <a:prstGeom prst="bentConnector3">
            <a:avLst>
              <a:gd name="adj1" fmla="val 49648"/>
            </a:avLst>
          </a:prstGeom>
          <a:ln w="25400" cap="flat" cmpd="sng">
            <a:solidFill>
              <a:schemeClr val="tx1"/>
            </a:solidFill>
            <a:prstDash val="solid"/>
            <a:miter/>
            <a:headEnd type="none" w="med" len="med"/>
            <a:tailEnd type="triangle" w="med" len="med"/>
          </a:ln>
        </p:spPr>
      </p:cxnSp>
      <p:grpSp>
        <p:nvGrpSpPr>
          <p:cNvPr id="269340" name="Group 28"/>
          <p:cNvGrpSpPr/>
          <p:nvPr/>
        </p:nvGrpSpPr>
        <p:grpSpPr>
          <a:xfrm>
            <a:off x="5775326" y="3716339"/>
            <a:ext cx="2049463" cy="136525"/>
            <a:chOff x="2699" y="2341"/>
            <a:chExt cx="1088" cy="91"/>
          </a:xfrm>
        </p:grpSpPr>
        <p:sp>
          <p:nvSpPr>
            <p:cNvPr id="19483" name="Line 29"/>
            <p:cNvSpPr/>
            <p:nvPr/>
          </p:nvSpPr>
          <p:spPr>
            <a:xfrm flipH="1">
              <a:off x="2699" y="2341"/>
              <a:ext cx="1088" cy="0"/>
            </a:xfrm>
            <a:prstGeom prst="line">
              <a:avLst/>
            </a:prstGeom>
            <a:ln w="25400" cap="flat" cmpd="sng">
              <a:solidFill>
                <a:schemeClr val="tx1"/>
              </a:solidFill>
              <a:prstDash val="solid"/>
              <a:round/>
              <a:headEnd type="none" w="med" len="med"/>
              <a:tailEnd type="none" w="med" len="med"/>
            </a:ln>
          </p:spPr>
          <p:txBody>
            <a:bodyPr/>
            <a:lstStyle/>
            <a:p>
              <a:endParaRPr lang="zh-CN" altLang="en-US"/>
            </a:p>
          </p:txBody>
        </p:sp>
        <p:sp>
          <p:nvSpPr>
            <p:cNvPr id="19484" name="Line 30"/>
            <p:cNvSpPr/>
            <p:nvPr/>
          </p:nvSpPr>
          <p:spPr>
            <a:xfrm>
              <a:off x="2699" y="2341"/>
              <a:ext cx="0" cy="91"/>
            </a:xfrm>
            <a:prstGeom prst="line">
              <a:avLst/>
            </a:prstGeom>
            <a:ln w="25400" cap="flat" cmpd="sng">
              <a:solidFill>
                <a:schemeClr val="tx1"/>
              </a:solidFill>
              <a:prstDash val="solid"/>
              <a:round/>
              <a:headEnd type="none" w="med" len="med"/>
              <a:tailEnd type="triangle" w="med" len="med"/>
            </a:ln>
          </p:spPr>
          <p:txBody>
            <a:bodyPr/>
            <a:lstStyle/>
            <a:p>
              <a:endParaRPr lang="zh-CN" altLang="en-US"/>
            </a:p>
          </p:txBody>
        </p:sp>
      </p:grpSp>
      <p:grpSp>
        <p:nvGrpSpPr>
          <p:cNvPr id="269343" name="Group 31"/>
          <p:cNvGrpSpPr/>
          <p:nvPr/>
        </p:nvGrpSpPr>
        <p:grpSpPr>
          <a:xfrm>
            <a:off x="3071813" y="692151"/>
            <a:ext cx="2735262" cy="5292725"/>
            <a:chOff x="930" y="436"/>
            <a:chExt cx="1723" cy="3334"/>
          </a:xfrm>
        </p:grpSpPr>
        <p:cxnSp>
          <p:nvCxnSpPr>
            <p:cNvPr id="19486" name="AutoShape 32"/>
            <p:cNvCxnSpPr/>
            <p:nvPr/>
          </p:nvCxnSpPr>
          <p:spPr>
            <a:xfrm rot="-10800000" flipV="1">
              <a:off x="1970" y="3762"/>
              <a:ext cx="683" cy="8"/>
            </a:xfrm>
            <a:prstGeom prst="bentConnector3">
              <a:avLst>
                <a:gd name="adj1" fmla="val 49926"/>
              </a:avLst>
            </a:prstGeom>
            <a:ln w="25400" cap="flat" cmpd="sng">
              <a:solidFill>
                <a:schemeClr val="tx1"/>
              </a:solidFill>
              <a:prstDash val="solid"/>
              <a:miter/>
              <a:headEnd type="none" w="med" len="med"/>
              <a:tailEnd type="triangle" w="med" len="med"/>
            </a:ln>
          </p:spPr>
        </p:cxnSp>
        <p:grpSp>
          <p:nvGrpSpPr>
            <p:cNvPr id="19487" name="Group 33"/>
            <p:cNvGrpSpPr/>
            <p:nvPr/>
          </p:nvGrpSpPr>
          <p:grpSpPr>
            <a:xfrm>
              <a:off x="930" y="436"/>
              <a:ext cx="1360" cy="3312"/>
              <a:chOff x="930" y="436"/>
              <a:chExt cx="1360" cy="3312"/>
            </a:xfrm>
          </p:grpSpPr>
          <p:sp>
            <p:nvSpPr>
              <p:cNvPr id="19488" name="Line 34"/>
              <p:cNvSpPr/>
              <p:nvPr/>
            </p:nvSpPr>
            <p:spPr>
              <a:xfrm>
                <a:off x="930" y="436"/>
                <a:ext cx="544" cy="0"/>
              </a:xfrm>
              <a:prstGeom prst="line">
                <a:avLst/>
              </a:prstGeom>
              <a:ln w="25400" cap="flat" cmpd="sng">
                <a:solidFill>
                  <a:schemeClr val="tx1"/>
                </a:solidFill>
                <a:prstDash val="solid"/>
                <a:round/>
                <a:headEnd type="none" w="med" len="med"/>
                <a:tailEnd type="none" w="med" len="med"/>
              </a:ln>
            </p:spPr>
            <p:txBody>
              <a:bodyPr/>
              <a:lstStyle/>
              <a:p>
                <a:endParaRPr lang="zh-CN" altLang="en-US"/>
              </a:p>
            </p:txBody>
          </p:sp>
          <p:sp>
            <p:nvSpPr>
              <p:cNvPr id="19489" name="Line 35"/>
              <p:cNvSpPr/>
              <p:nvPr/>
            </p:nvSpPr>
            <p:spPr>
              <a:xfrm>
                <a:off x="930" y="436"/>
                <a:ext cx="0" cy="2949"/>
              </a:xfrm>
              <a:prstGeom prst="line">
                <a:avLst/>
              </a:prstGeom>
              <a:ln w="25400" cap="flat" cmpd="sng">
                <a:solidFill>
                  <a:schemeClr val="tx1"/>
                </a:solidFill>
                <a:prstDash val="solid"/>
                <a:round/>
                <a:headEnd type="none" w="med" len="med"/>
                <a:tailEnd type="none" w="med" len="med"/>
              </a:ln>
            </p:spPr>
            <p:txBody>
              <a:bodyPr/>
              <a:lstStyle/>
              <a:p>
                <a:endParaRPr lang="zh-CN" altLang="en-US"/>
              </a:p>
            </p:txBody>
          </p:sp>
          <p:sp>
            <p:nvSpPr>
              <p:cNvPr id="19490" name="Line 36"/>
              <p:cNvSpPr/>
              <p:nvPr/>
            </p:nvSpPr>
            <p:spPr>
              <a:xfrm>
                <a:off x="930" y="3385"/>
                <a:ext cx="1360" cy="0"/>
              </a:xfrm>
              <a:prstGeom prst="line">
                <a:avLst/>
              </a:prstGeom>
              <a:ln w="25400" cap="flat" cmpd="sng">
                <a:solidFill>
                  <a:schemeClr val="tx1"/>
                </a:solidFill>
                <a:prstDash val="solid"/>
                <a:round/>
                <a:headEnd type="none" w="med" len="med"/>
                <a:tailEnd type="none" w="med" len="med"/>
              </a:ln>
            </p:spPr>
            <p:txBody>
              <a:bodyPr/>
              <a:lstStyle/>
              <a:p>
                <a:endParaRPr lang="zh-CN" altLang="en-US"/>
              </a:p>
            </p:txBody>
          </p:sp>
          <p:sp>
            <p:nvSpPr>
              <p:cNvPr id="19491" name="Line 37"/>
              <p:cNvSpPr/>
              <p:nvPr/>
            </p:nvSpPr>
            <p:spPr>
              <a:xfrm>
                <a:off x="2290" y="3385"/>
                <a:ext cx="0" cy="363"/>
              </a:xfrm>
              <a:prstGeom prst="line">
                <a:avLst/>
              </a:prstGeom>
              <a:ln w="25400" cap="flat" cmpd="sng">
                <a:solidFill>
                  <a:schemeClr val="tx1"/>
                </a:solidFill>
                <a:prstDash val="solid"/>
                <a:round/>
                <a:headEnd type="none" w="med" len="med"/>
                <a:tailEnd type="triangle" w="med" len="med"/>
              </a:ln>
            </p:spPr>
            <p:txBody>
              <a:bodyPr/>
              <a:lstStyle/>
              <a:p>
                <a:endParaRPr lang="zh-CN" altLang="en-US"/>
              </a:p>
            </p:txBody>
          </p:sp>
        </p:grpSp>
      </p:grpSp>
      <p:sp>
        <p:nvSpPr>
          <p:cNvPr id="269350" name="Line 38"/>
          <p:cNvSpPr/>
          <p:nvPr/>
        </p:nvSpPr>
        <p:spPr>
          <a:xfrm>
            <a:off x="6672263" y="1052513"/>
            <a:ext cx="0" cy="360362"/>
          </a:xfrm>
          <a:prstGeom prst="line">
            <a:avLst/>
          </a:prstGeom>
          <a:ln w="25400" cap="flat" cmpd="sng">
            <a:solidFill>
              <a:schemeClr val="tx1"/>
            </a:solidFill>
            <a:prstDash val="solid"/>
            <a:round/>
            <a:headEnd type="none" w="med" len="med"/>
            <a:tailEnd type="triangle" w="med" len="med"/>
          </a:ln>
        </p:spPr>
        <p:txBody>
          <a:bodyPr/>
          <a:lstStyle/>
          <a:p>
            <a:endParaRPr lang="zh-CN" altLang="en-US"/>
          </a:p>
        </p:txBody>
      </p:sp>
      <p:grpSp>
        <p:nvGrpSpPr>
          <p:cNvPr id="269351" name="Group 39"/>
          <p:cNvGrpSpPr/>
          <p:nvPr/>
        </p:nvGrpSpPr>
        <p:grpSpPr>
          <a:xfrm>
            <a:off x="7680326" y="1557338"/>
            <a:ext cx="1008063" cy="215900"/>
            <a:chOff x="3878" y="981"/>
            <a:chExt cx="635" cy="136"/>
          </a:xfrm>
        </p:grpSpPr>
        <p:sp>
          <p:nvSpPr>
            <p:cNvPr id="19494" name="Line 40"/>
            <p:cNvSpPr/>
            <p:nvPr/>
          </p:nvSpPr>
          <p:spPr>
            <a:xfrm>
              <a:off x="3878" y="981"/>
              <a:ext cx="635" cy="0"/>
            </a:xfrm>
            <a:prstGeom prst="line">
              <a:avLst/>
            </a:prstGeom>
            <a:ln w="25400" cap="flat" cmpd="sng">
              <a:solidFill>
                <a:schemeClr val="tx1"/>
              </a:solidFill>
              <a:prstDash val="solid"/>
              <a:round/>
              <a:headEnd type="none" w="med" len="med"/>
              <a:tailEnd type="none" w="med" len="med"/>
            </a:ln>
          </p:spPr>
          <p:txBody>
            <a:bodyPr/>
            <a:lstStyle/>
            <a:p>
              <a:endParaRPr lang="zh-CN" altLang="en-US"/>
            </a:p>
          </p:txBody>
        </p:sp>
        <p:sp>
          <p:nvSpPr>
            <p:cNvPr id="19495" name="Line 41"/>
            <p:cNvSpPr/>
            <p:nvPr/>
          </p:nvSpPr>
          <p:spPr>
            <a:xfrm>
              <a:off x="4513" y="981"/>
              <a:ext cx="0" cy="136"/>
            </a:xfrm>
            <a:prstGeom prst="line">
              <a:avLst/>
            </a:prstGeom>
            <a:ln w="25400" cap="flat" cmpd="sng">
              <a:solidFill>
                <a:schemeClr val="tx1"/>
              </a:solidFill>
              <a:prstDash val="solid"/>
              <a:round/>
              <a:headEnd type="none" w="med" len="med"/>
              <a:tailEnd type="triangle" w="med" len="med"/>
            </a:ln>
          </p:spPr>
          <p:txBody>
            <a:bodyPr/>
            <a:lstStyle/>
            <a:p>
              <a:endParaRPr lang="zh-CN" altLang="en-US"/>
            </a:p>
          </p:txBody>
        </p:sp>
      </p:grpSp>
      <p:sp>
        <p:nvSpPr>
          <p:cNvPr id="269354" name="Line 42"/>
          <p:cNvSpPr/>
          <p:nvPr/>
        </p:nvSpPr>
        <p:spPr>
          <a:xfrm>
            <a:off x="9191625" y="1052514"/>
            <a:ext cx="0" cy="720725"/>
          </a:xfrm>
          <a:prstGeom prst="line">
            <a:avLst/>
          </a:prstGeom>
          <a:ln w="25400" cap="flat" cmpd="sng">
            <a:solidFill>
              <a:schemeClr val="tx1"/>
            </a:solidFill>
            <a:prstDash val="solid"/>
            <a:round/>
            <a:headEnd type="none" w="med" len="med"/>
            <a:tailEnd type="triangle" w="med" len="med"/>
          </a:ln>
        </p:spPr>
        <p:txBody>
          <a:bodyPr/>
          <a:lstStyle/>
          <a:p>
            <a:endParaRPr lang="zh-CN" altLang="en-US"/>
          </a:p>
        </p:txBody>
      </p:sp>
      <p:sp>
        <p:nvSpPr>
          <p:cNvPr id="269355" name="Line 43"/>
          <p:cNvSpPr/>
          <p:nvPr/>
        </p:nvSpPr>
        <p:spPr>
          <a:xfrm>
            <a:off x="8472488" y="3357563"/>
            <a:ext cx="0" cy="215900"/>
          </a:xfrm>
          <a:prstGeom prst="line">
            <a:avLst/>
          </a:prstGeom>
          <a:ln w="25400" cap="flat" cmpd="sng">
            <a:solidFill>
              <a:schemeClr val="tx1"/>
            </a:solidFill>
            <a:prstDash val="solid"/>
            <a:round/>
            <a:headEnd type="none" w="med" len="med"/>
            <a:tailEnd type="triangle" w="med" len="med"/>
          </a:ln>
        </p:spPr>
        <p:txBody>
          <a:bodyPr/>
          <a:lstStyle/>
          <a:p>
            <a:endParaRPr lang="zh-CN" altLang="en-US"/>
          </a:p>
        </p:txBody>
      </p:sp>
      <p:grpSp>
        <p:nvGrpSpPr>
          <p:cNvPr id="269356" name="Group 44"/>
          <p:cNvGrpSpPr/>
          <p:nvPr/>
        </p:nvGrpSpPr>
        <p:grpSpPr>
          <a:xfrm>
            <a:off x="8832850" y="2276475"/>
            <a:ext cx="863600" cy="1296988"/>
            <a:chOff x="4604" y="1434"/>
            <a:chExt cx="544" cy="817"/>
          </a:xfrm>
        </p:grpSpPr>
        <p:sp>
          <p:nvSpPr>
            <p:cNvPr id="19499" name="Line 45"/>
            <p:cNvSpPr/>
            <p:nvPr/>
          </p:nvSpPr>
          <p:spPr>
            <a:xfrm>
              <a:off x="5148" y="1434"/>
              <a:ext cx="0" cy="726"/>
            </a:xfrm>
            <a:prstGeom prst="line">
              <a:avLst/>
            </a:prstGeom>
            <a:ln w="25400" cap="flat" cmpd="sng">
              <a:solidFill>
                <a:schemeClr val="tx1"/>
              </a:solidFill>
              <a:prstDash val="solid"/>
              <a:round/>
              <a:headEnd type="none" w="med" len="med"/>
              <a:tailEnd type="none" w="med" len="med"/>
            </a:ln>
          </p:spPr>
          <p:txBody>
            <a:bodyPr/>
            <a:lstStyle/>
            <a:p>
              <a:endParaRPr lang="zh-CN" altLang="en-US"/>
            </a:p>
          </p:txBody>
        </p:sp>
        <p:sp>
          <p:nvSpPr>
            <p:cNvPr id="19500" name="Line 46"/>
            <p:cNvSpPr/>
            <p:nvPr/>
          </p:nvSpPr>
          <p:spPr>
            <a:xfrm>
              <a:off x="4604" y="2160"/>
              <a:ext cx="544" cy="0"/>
            </a:xfrm>
            <a:prstGeom prst="line">
              <a:avLst/>
            </a:prstGeom>
            <a:ln w="25400" cap="flat" cmpd="sng">
              <a:solidFill>
                <a:schemeClr val="tx1"/>
              </a:solidFill>
              <a:prstDash val="solid"/>
              <a:round/>
              <a:headEnd type="none" w="med" len="med"/>
              <a:tailEnd type="none" w="med" len="med"/>
            </a:ln>
          </p:spPr>
          <p:txBody>
            <a:bodyPr/>
            <a:lstStyle/>
            <a:p>
              <a:endParaRPr lang="zh-CN" altLang="en-US"/>
            </a:p>
          </p:txBody>
        </p:sp>
        <p:sp>
          <p:nvSpPr>
            <p:cNvPr id="19501" name="Line 47"/>
            <p:cNvSpPr/>
            <p:nvPr/>
          </p:nvSpPr>
          <p:spPr>
            <a:xfrm>
              <a:off x="4604" y="2160"/>
              <a:ext cx="0" cy="91"/>
            </a:xfrm>
            <a:prstGeom prst="line">
              <a:avLst/>
            </a:prstGeom>
            <a:ln w="25400" cap="flat" cmpd="sng">
              <a:solidFill>
                <a:schemeClr val="tx1"/>
              </a:solidFill>
              <a:prstDash val="solid"/>
              <a:round/>
              <a:headEnd type="none" w="med" len="med"/>
              <a:tailEnd type="triangle" w="med" len="med"/>
            </a:ln>
          </p:spPr>
          <p:txBody>
            <a:bodyPr/>
            <a:lstStyle/>
            <a:p>
              <a:endParaRPr lang="zh-CN" altLang="en-US"/>
            </a:p>
          </p:txBody>
        </p:sp>
      </p:grpSp>
      <p:sp>
        <p:nvSpPr>
          <p:cNvPr id="269360" name="Oval 48"/>
          <p:cNvSpPr/>
          <p:nvPr/>
        </p:nvSpPr>
        <p:spPr>
          <a:xfrm>
            <a:off x="7391401" y="1341438"/>
            <a:ext cx="3097213" cy="2303462"/>
          </a:xfrm>
          <a:prstGeom prst="ellipse">
            <a:avLst/>
          </a:prstGeom>
          <a:noFill/>
          <a:ln w="25400" cap="rnd" cmpd="sng">
            <a:solidFill>
              <a:srgbClr val="800000"/>
            </a:solidFill>
            <a:prstDash val="sysDot"/>
            <a:round/>
            <a:headEnd type="none" w="med" len="med"/>
            <a:tailEnd type="none" w="med" len="med"/>
          </a:ln>
        </p:spPr>
        <p:txBody>
          <a:bodyPr wrap="none" anchor="ctr" anchorCtr="0"/>
          <a:lstStyle/>
          <a:p>
            <a:pPr algn="ctr" eaLnBrk="0" hangingPunct="0"/>
            <a:endParaRPr lang="zh-CN" altLang="en-US" dirty="0">
              <a:latin typeface="Arial" panose="020B0604020202020204" pitchFamily="34" charset="0"/>
              <a:ea typeface="宋体" panose="02010600030101010101" pitchFamily="2" charset="-122"/>
            </a:endParaRPr>
          </a:p>
        </p:txBody>
      </p:sp>
      <p:sp>
        <p:nvSpPr>
          <p:cNvPr id="269361" name="Text Box 49"/>
          <p:cNvSpPr txBox="1"/>
          <p:nvPr/>
        </p:nvSpPr>
        <p:spPr>
          <a:xfrm>
            <a:off x="9767889" y="3860801"/>
            <a:ext cx="504825" cy="1655763"/>
          </a:xfrm>
          <a:prstGeom prst="rect">
            <a:avLst/>
          </a:prstGeom>
          <a:solidFill>
            <a:srgbClr val="00FFFF"/>
          </a:solidFill>
          <a:ln w="9525">
            <a:noFill/>
          </a:ln>
          <a:effectLst>
            <a:outerShdw dist="107763" dir="2699999" algn="ctr" rotWithShape="0">
              <a:srgbClr val="808080">
                <a:alpha val="50000"/>
              </a:srgbClr>
            </a:outerShdw>
          </a:effectLst>
        </p:spPr>
        <p:txBody>
          <a:bodyPr anchor="t" anchorCtr="0"/>
          <a:lstStyle/>
          <a:p>
            <a:r>
              <a:rPr lang="zh-CN" altLang="en-US" sz="2000" b="1" dirty="0">
                <a:solidFill>
                  <a:srgbClr val="3333FF"/>
                </a:solidFill>
                <a:latin typeface="黑体" panose="02010609060101010101" pitchFamily="49" charset="-122"/>
                <a:ea typeface="黑体" panose="02010609060101010101" pitchFamily="49" charset="-122"/>
              </a:rPr>
              <a:t>特征值</a:t>
            </a:r>
            <a:endParaRPr lang="zh-CN" altLang="en-US" sz="2000" b="1" dirty="0">
              <a:solidFill>
                <a:srgbClr val="3333FF"/>
              </a:solidFill>
              <a:latin typeface="黑体" panose="02010609060101010101" pitchFamily="49" charset="-122"/>
              <a:ea typeface="黑体" panose="02010609060101010101" pitchFamily="49" charset="-122"/>
            </a:endParaRPr>
          </a:p>
          <a:p>
            <a:r>
              <a:rPr lang="zh-CN" altLang="en-US" sz="2000" b="1" dirty="0">
                <a:solidFill>
                  <a:srgbClr val="3333FF"/>
                </a:solidFill>
                <a:latin typeface="黑体" panose="02010609060101010101" pitchFamily="49" charset="-122"/>
                <a:ea typeface="黑体" panose="02010609060101010101" pitchFamily="49" charset="-122"/>
              </a:rPr>
              <a:t>问题</a:t>
            </a:r>
            <a:endParaRPr lang="zh-CN" altLang="en-US" sz="2000" b="1" dirty="0">
              <a:solidFill>
                <a:srgbClr val="3333FF"/>
              </a:solidFill>
              <a:latin typeface="黑体" panose="02010609060101010101" pitchFamily="49" charset="-122"/>
              <a:ea typeface="黑体" panose="02010609060101010101" pitchFamily="49" charset="-122"/>
            </a:endParaRPr>
          </a:p>
        </p:txBody>
      </p:sp>
      <p:sp>
        <p:nvSpPr>
          <p:cNvPr id="269362" name="Line 50"/>
          <p:cNvSpPr/>
          <p:nvPr/>
        </p:nvSpPr>
        <p:spPr>
          <a:xfrm flipH="1" flipV="1">
            <a:off x="9912351" y="3213100"/>
            <a:ext cx="144463" cy="647700"/>
          </a:xfrm>
          <a:prstGeom prst="line">
            <a:avLst/>
          </a:prstGeom>
          <a:ln w="9525" cap="flat" cmpd="sng">
            <a:solidFill>
              <a:schemeClr val="tx1"/>
            </a:solidFill>
            <a:prstDash val="solid"/>
            <a:round/>
            <a:headEnd type="none" w="med" len="med"/>
            <a:tailEnd type="triangle" w="med" len="med"/>
          </a:ln>
        </p:spPr>
        <p:txBody>
          <a:bodyPr/>
          <a:lstStyle/>
          <a:p>
            <a:endParaRPr lang="zh-CN" altLang="en-US"/>
          </a:p>
        </p:txBody>
      </p:sp>
      <p:graphicFrame>
        <p:nvGraphicFramePr>
          <p:cNvPr id="269363" name="Object 51"/>
          <p:cNvGraphicFramePr>
            <a:graphicFrameLocks noGrp="1" noChangeAspect="1"/>
          </p:cNvGraphicFramePr>
          <p:nvPr>
            <p:ph/>
          </p:nvPr>
        </p:nvGraphicFramePr>
        <p:xfrm>
          <a:off x="2711451" y="5716589"/>
          <a:ext cx="2232025" cy="479425"/>
        </p:xfrm>
        <a:graphic>
          <a:graphicData uri="http://schemas.openxmlformats.org/presentationml/2006/ole">
            <mc:AlternateContent xmlns:mc="http://schemas.openxmlformats.org/markup-compatibility/2006">
              <mc:Choice xmlns:v="urn:schemas-microsoft-com:vml" Requires="v">
                <p:oleObj spid="_x0000_s14" name="" r:id="rId25" imgW="1358265" imgH="292100" progId="Equation.DSMT4">
                  <p:embed/>
                </p:oleObj>
              </mc:Choice>
              <mc:Fallback>
                <p:oleObj name="" r:id="rId25" imgW="1358265" imgH="292100" progId="Equation.DSMT4">
                  <p:embed/>
                  <p:pic>
                    <p:nvPicPr>
                      <p:cNvPr id="0" name="Object 51"/>
                      <p:cNvPicPr/>
                      <p:nvPr/>
                    </p:nvPicPr>
                    <p:blipFill>
                      <a:blip r:embed="rId26">
                        <a:biLevel thresh="50000"/>
                        <a:grayscl/>
                      </a:blip>
                      <a:stretch>
                        <a:fillRect/>
                      </a:stretch>
                    </p:blipFill>
                    <p:spPr>
                      <a:xfrm>
                        <a:off x="2711451" y="5716589"/>
                        <a:ext cx="2232025" cy="479425"/>
                      </a:xfrm>
                      <a:prstGeom prst="rect">
                        <a:avLst/>
                      </a:prstGeom>
                      <a:solidFill>
                        <a:srgbClr val="00FFFF"/>
                      </a:solidFill>
                      <a:ln w="38100">
                        <a:miter/>
                      </a:ln>
                      <a:effectLst>
                        <a:outerShdw dist="107763" dir="2699999" algn="ctr" rotWithShape="0">
                          <a:srgbClr val="808080">
                            <a:alpha val="50000"/>
                          </a:srgbClr>
                        </a:outerShdw>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9314"/>
                                        </p:tgtEl>
                                        <p:attrNameLst>
                                          <p:attrName>style.visibility</p:attrName>
                                        </p:attrNameLst>
                                      </p:cBhvr>
                                      <p:to>
                                        <p:strVal val="visible"/>
                                      </p:to>
                                    </p:set>
                                    <p:animEffect transition="in" filter="blinds(horizontal)">
                                      <p:cBhvr>
                                        <p:cTn id="7" dur="500"/>
                                        <p:tgtEl>
                                          <p:spTgt spid="26931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9315"/>
                                        </p:tgtEl>
                                        <p:attrNameLst>
                                          <p:attrName>style.visibility</p:attrName>
                                        </p:attrNameLst>
                                      </p:cBhvr>
                                      <p:to>
                                        <p:strVal val="visible"/>
                                      </p:to>
                                    </p:set>
                                    <p:animEffect transition="in" filter="blinds(horizontal)">
                                      <p:cBhvr>
                                        <p:cTn id="12" dur="500"/>
                                        <p:tgtEl>
                                          <p:spTgt spid="2693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9336"/>
                                        </p:tgtEl>
                                        <p:attrNameLst>
                                          <p:attrName>style.visibility</p:attrName>
                                        </p:attrNameLst>
                                      </p:cBhvr>
                                      <p:to>
                                        <p:strVal val="visible"/>
                                      </p:to>
                                    </p:set>
                                    <p:animEffect transition="in" filter="blinds(horizontal)">
                                      <p:cBhvr>
                                        <p:cTn id="17" dur="500"/>
                                        <p:tgtEl>
                                          <p:spTgt spid="26933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69350"/>
                                        </p:tgtEl>
                                        <p:attrNameLst>
                                          <p:attrName>style.visibility</p:attrName>
                                        </p:attrNameLst>
                                      </p:cBhvr>
                                      <p:to>
                                        <p:strVal val="visible"/>
                                      </p:to>
                                    </p:set>
                                    <p:animEffect transition="in" filter="blinds(horizontal)">
                                      <p:cBhvr>
                                        <p:cTn id="22" dur="500"/>
                                        <p:tgtEl>
                                          <p:spTgt spid="26935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69319"/>
                                        </p:tgtEl>
                                        <p:attrNameLst>
                                          <p:attrName>style.visibility</p:attrName>
                                        </p:attrNameLst>
                                      </p:cBhvr>
                                      <p:to>
                                        <p:strVal val="visible"/>
                                      </p:to>
                                    </p:set>
                                    <p:animEffect transition="in" filter="blinds(horizontal)">
                                      <p:cBhvr>
                                        <p:cTn id="27" dur="500"/>
                                        <p:tgtEl>
                                          <p:spTgt spid="26931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69338"/>
                                        </p:tgtEl>
                                        <p:attrNameLst>
                                          <p:attrName>style.visibility</p:attrName>
                                        </p:attrNameLst>
                                      </p:cBhvr>
                                      <p:to>
                                        <p:strVal val="visible"/>
                                      </p:to>
                                    </p:set>
                                    <p:animEffect transition="in" filter="blinds(horizontal)">
                                      <p:cBhvr>
                                        <p:cTn id="32" dur="500"/>
                                        <p:tgtEl>
                                          <p:spTgt spid="26933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69321"/>
                                        </p:tgtEl>
                                        <p:attrNameLst>
                                          <p:attrName>style.visibility</p:attrName>
                                        </p:attrNameLst>
                                      </p:cBhvr>
                                      <p:to>
                                        <p:strVal val="visible"/>
                                      </p:to>
                                    </p:set>
                                    <p:animEffect transition="in" filter="blinds(horizontal)">
                                      <p:cBhvr>
                                        <p:cTn id="37" dur="500"/>
                                        <p:tgtEl>
                                          <p:spTgt spid="269321"/>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69332"/>
                                        </p:tgtEl>
                                        <p:attrNameLst>
                                          <p:attrName>style.visibility</p:attrName>
                                        </p:attrNameLst>
                                      </p:cBhvr>
                                      <p:to>
                                        <p:strVal val="visible"/>
                                      </p:to>
                                    </p:set>
                                    <p:animEffect transition="in" filter="blinds(horizontal)">
                                      <p:cBhvr>
                                        <p:cTn id="42" dur="500"/>
                                        <p:tgtEl>
                                          <p:spTgt spid="26933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69322"/>
                                        </p:tgtEl>
                                        <p:attrNameLst>
                                          <p:attrName>style.visibility</p:attrName>
                                        </p:attrNameLst>
                                      </p:cBhvr>
                                      <p:to>
                                        <p:strVal val="visible"/>
                                      </p:to>
                                    </p:set>
                                    <p:animEffect transition="in" filter="blinds(horizontal)">
                                      <p:cBhvr>
                                        <p:cTn id="47" dur="500"/>
                                        <p:tgtEl>
                                          <p:spTgt spid="269322"/>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69323"/>
                                        </p:tgtEl>
                                        <p:attrNameLst>
                                          <p:attrName>style.visibility</p:attrName>
                                        </p:attrNameLst>
                                      </p:cBhvr>
                                      <p:to>
                                        <p:strVal val="visible"/>
                                      </p:to>
                                    </p:set>
                                    <p:animEffect transition="in" filter="blinds(horizontal)">
                                      <p:cBhvr>
                                        <p:cTn id="52" dur="500"/>
                                        <p:tgtEl>
                                          <p:spTgt spid="269323"/>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269351"/>
                                        </p:tgtEl>
                                        <p:attrNameLst>
                                          <p:attrName>style.visibility</p:attrName>
                                        </p:attrNameLst>
                                      </p:cBhvr>
                                      <p:to>
                                        <p:strVal val="visible"/>
                                      </p:to>
                                    </p:set>
                                    <p:animEffect transition="in" filter="blinds(horizontal)">
                                      <p:cBhvr>
                                        <p:cTn id="57" dur="500"/>
                                        <p:tgtEl>
                                          <p:spTgt spid="269351"/>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269354"/>
                                        </p:tgtEl>
                                        <p:attrNameLst>
                                          <p:attrName>style.visibility</p:attrName>
                                        </p:attrNameLst>
                                      </p:cBhvr>
                                      <p:to>
                                        <p:strVal val="visible"/>
                                      </p:to>
                                    </p:set>
                                    <p:animEffect transition="in" filter="blinds(horizontal)">
                                      <p:cBhvr>
                                        <p:cTn id="62" dur="500"/>
                                        <p:tgtEl>
                                          <p:spTgt spid="269354"/>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269320"/>
                                        </p:tgtEl>
                                        <p:attrNameLst>
                                          <p:attrName>style.visibility</p:attrName>
                                        </p:attrNameLst>
                                      </p:cBhvr>
                                      <p:to>
                                        <p:strVal val="visible"/>
                                      </p:to>
                                    </p:set>
                                    <p:animEffect transition="in" filter="blinds(horizontal)">
                                      <p:cBhvr>
                                        <p:cTn id="67" dur="500"/>
                                        <p:tgtEl>
                                          <p:spTgt spid="269320"/>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269355"/>
                                        </p:tgtEl>
                                        <p:attrNameLst>
                                          <p:attrName>style.visibility</p:attrName>
                                        </p:attrNameLst>
                                      </p:cBhvr>
                                      <p:to>
                                        <p:strVal val="visible"/>
                                      </p:to>
                                    </p:set>
                                    <p:animEffect transition="in" filter="blinds(horizontal)">
                                      <p:cBhvr>
                                        <p:cTn id="72" dur="500"/>
                                        <p:tgtEl>
                                          <p:spTgt spid="269355"/>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269356"/>
                                        </p:tgtEl>
                                        <p:attrNameLst>
                                          <p:attrName>style.visibility</p:attrName>
                                        </p:attrNameLst>
                                      </p:cBhvr>
                                      <p:to>
                                        <p:strVal val="visible"/>
                                      </p:to>
                                    </p:set>
                                    <p:animEffect transition="in" filter="blinds(horizontal)">
                                      <p:cBhvr>
                                        <p:cTn id="77" dur="500"/>
                                        <p:tgtEl>
                                          <p:spTgt spid="269356"/>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269325"/>
                                        </p:tgtEl>
                                        <p:attrNameLst>
                                          <p:attrName>style.visibility</p:attrName>
                                        </p:attrNameLst>
                                      </p:cBhvr>
                                      <p:to>
                                        <p:strVal val="visible"/>
                                      </p:to>
                                    </p:set>
                                    <p:animEffect transition="in" filter="blinds(horizontal)">
                                      <p:cBhvr>
                                        <p:cTn id="82" dur="500"/>
                                        <p:tgtEl>
                                          <p:spTgt spid="269325"/>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269340"/>
                                        </p:tgtEl>
                                        <p:attrNameLst>
                                          <p:attrName>style.visibility</p:attrName>
                                        </p:attrNameLst>
                                      </p:cBhvr>
                                      <p:to>
                                        <p:strVal val="visible"/>
                                      </p:to>
                                    </p:set>
                                    <p:animEffect transition="in" filter="blinds(horizontal)">
                                      <p:cBhvr>
                                        <p:cTn id="87" dur="500"/>
                                        <p:tgtEl>
                                          <p:spTgt spid="269340"/>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269339"/>
                                        </p:tgtEl>
                                        <p:attrNameLst>
                                          <p:attrName>style.visibility</p:attrName>
                                        </p:attrNameLst>
                                      </p:cBhvr>
                                      <p:to>
                                        <p:strVal val="visible"/>
                                      </p:to>
                                    </p:set>
                                    <p:animEffect transition="in" filter="blinds(horizontal)">
                                      <p:cBhvr>
                                        <p:cTn id="92" dur="500"/>
                                        <p:tgtEl>
                                          <p:spTgt spid="269339"/>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269324"/>
                                        </p:tgtEl>
                                        <p:attrNameLst>
                                          <p:attrName>style.visibility</p:attrName>
                                        </p:attrNameLst>
                                      </p:cBhvr>
                                      <p:to>
                                        <p:strVal val="visible"/>
                                      </p:to>
                                    </p:set>
                                    <p:animEffect transition="in" filter="blinds(horizontal)">
                                      <p:cBhvr>
                                        <p:cTn id="97" dur="500"/>
                                        <p:tgtEl>
                                          <p:spTgt spid="269324"/>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nodeType="clickEffect">
                                  <p:stCondLst>
                                    <p:cond delay="0"/>
                                  </p:stCondLst>
                                  <p:childTnLst>
                                    <p:set>
                                      <p:cBhvr>
                                        <p:cTn id="101" dur="1" fill="hold">
                                          <p:stCondLst>
                                            <p:cond delay="0"/>
                                          </p:stCondLst>
                                        </p:cTn>
                                        <p:tgtEl>
                                          <p:spTgt spid="269329"/>
                                        </p:tgtEl>
                                        <p:attrNameLst>
                                          <p:attrName>style.visibility</p:attrName>
                                        </p:attrNameLst>
                                      </p:cBhvr>
                                      <p:to>
                                        <p:strVal val="visible"/>
                                      </p:to>
                                    </p:set>
                                    <p:animEffect transition="in" filter="blinds(horizontal)">
                                      <p:cBhvr>
                                        <p:cTn id="102" dur="500"/>
                                        <p:tgtEl>
                                          <p:spTgt spid="269329"/>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nodeType="clickEffect">
                                  <p:stCondLst>
                                    <p:cond delay="0"/>
                                  </p:stCondLst>
                                  <p:childTnLst>
                                    <p:set>
                                      <p:cBhvr>
                                        <p:cTn id="106" dur="1" fill="hold">
                                          <p:stCondLst>
                                            <p:cond delay="0"/>
                                          </p:stCondLst>
                                        </p:cTn>
                                        <p:tgtEl>
                                          <p:spTgt spid="269326"/>
                                        </p:tgtEl>
                                        <p:attrNameLst>
                                          <p:attrName>style.visibility</p:attrName>
                                        </p:attrNameLst>
                                      </p:cBhvr>
                                      <p:to>
                                        <p:strVal val="visible"/>
                                      </p:to>
                                    </p:set>
                                    <p:animEffect transition="in" filter="blinds(horizontal)">
                                      <p:cBhvr>
                                        <p:cTn id="107" dur="500"/>
                                        <p:tgtEl>
                                          <p:spTgt spid="269326"/>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nodeType="clickEffect">
                                  <p:stCondLst>
                                    <p:cond delay="0"/>
                                  </p:stCondLst>
                                  <p:childTnLst>
                                    <p:set>
                                      <p:cBhvr>
                                        <p:cTn id="111" dur="1" fill="hold">
                                          <p:stCondLst>
                                            <p:cond delay="0"/>
                                          </p:stCondLst>
                                        </p:cTn>
                                        <p:tgtEl>
                                          <p:spTgt spid="269335"/>
                                        </p:tgtEl>
                                        <p:attrNameLst>
                                          <p:attrName>style.visibility</p:attrName>
                                        </p:attrNameLst>
                                      </p:cBhvr>
                                      <p:to>
                                        <p:strVal val="visible"/>
                                      </p:to>
                                    </p:set>
                                    <p:animEffect transition="in" filter="blinds(horizontal)">
                                      <p:cBhvr>
                                        <p:cTn id="112" dur="500"/>
                                        <p:tgtEl>
                                          <p:spTgt spid="269335"/>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nodeType="clickEffect">
                                  <p:stCondLst>
                                    <p:cond delay="0"/>
                                  </p:stCondLst>
                                  <p:childTnLst>
                                    <p:set>
                                      <p:cBhvr>
                                        <p:cTn id="116" dur="1" fill="hold">
                                          <p:stCondLst>
                                            <p:cond delay="0"/>
                                          </p:stCondLst>
                                        </p:cTn>
                                        <p:tgtEl>
                                          <p:spTgt spid="269327"/>
                                        </p:tgtEl>
                                        <p:attrNameLst>
                                          <p:attrName>style.visibility</p:attrName>
                                        </p:attrNameLst>
                                      </p:cBhvr>
                                      <p:to>
                                        <p:strVal val="visible"/>
                                      </p:to>
                                    </p:set>
                                    <p:animEffect transition="in" filter="blinds(horizontal)">
                                      <p:cBhvr>
                                        <p:cTn id="117" dur="500"/>
                                        <p:tgtEl>
                                          <p:spTgt spid="269327"/>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nodeType="clickEffect">
                                  <p:stCondLst>
                                    <p:cond delay="0"/>
                                  </p:stCondLst>
                                  <p:childTnLst>
                                    <p:set>
                                      <p:cBhvr>
                                        <p:cTn id="121" dur="1" fill="hold">
                                          <p:stCondLst>
                                            <p:cond delay="0"/>
                                          </p:stCondLst>
                                        </p:cTn>
                                        <p:tgtEl>
                                          <p:spTgt spid="269343"/>
                                        </p:tgtEl>
                                        <p:attrNameLst>
                                          <p:attrName>style.visibility</p:attrName>
                                        </p:attrNameLst>
                                      </p:cBhvr>
                                      <p:to>
                                        <p:strVal val="visible"/>
                                      </p:to>
                                    </p:set>
                                    <p:animEffect transition="in" filter="blinds(horizontal)">
                                      <p:cBhvr>
                                        <p:cTn id="122" dur="500"/>
                                        <p:tgtEl>
                                          <p:spTgt spid="269343"/>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grpId="0" nodeType="clickEffect">
                                  <p:stCondLst>
                                    <p:cond delay="0"/>
                                  </p:stCondLst>
                                  <p:childTnLst>
                                    <p:set>
                                      <p:cBhvr>
                                        <p:cTn id="126" dur="1" fill="hold">
                                          <p:stCondLst>
                                            <p:cond delay="0"/>
                                          </p:stCondLst>
                                        </p:cTn>
                                        <p:tgtEl>
                                          <p:spTgt spid="269337"/>
                                        </p:tgtEl>
                                        <p:attrNameLst>
                                          <p:attrName>style.visibility</p:attrName>
                                        </p:attrNameLst>
                                      </p:cBhvr>
                                      <p:to>
                                        <p:strVal val="visible"/>
                                      </p:to>
                                    </p:set>
                                    <p:animEffect transition="in" filter="blinds(horizontal)">
                                      <p:cBhvr>
                                        <p:cTn id="127" dur="500"/>
                                        <p:tgtEl>
                                          <p:spTgt spid="269337"/>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grpId="0" nodeType="clickEffect">
                                  <p:stCondLst>
                                    <p:cond delay="0"/>
                                  </p:stCondLst>
                                  <p:childTnLst>
                                    <p:set>
                                      <p:cBhvr>
                                        <p:cTn id="131" dur="1" fill="hold">
                                          <p:stCondLst>
                                            <p:cond delay="0"/>
                                          </p:stCondLst>
                                        </p:cTn>
                                        <p:tgtEl>
                                          <p:spTgt spid="269360"/>
                                        </p:tgtEl>
                                        <p:attrNameLst>
                                          <p:attrName>style.visibility</p:attrName>
                                        </p:attrNameLst>
                                      </p:cBhvr>
                                      <p:to>
                                        <p:strVal val="visible"/>
                                      </p:to>
                                    </p:set>
                                    <p:animEffect transition="in" filter="blinds(horizontal)">
                                      <p:cBhvr>
                                        <p:cTn id="132" dur="500"/>
                                        <p:tgtEl>
                                          <p:spTgt spid="269360"/>
                                        </p:tgtEl>
                                      </p:cBhvr>
                                    </p:animEffect>
                                  </p:childTnLst>
                                </p:cTn>
                              </p:par>
                            </p:childTnLst>
                          </p:cTn>
                        </p:par>
                      </p:childTnLst>
                    </p:cTn>
                  </p:par>
                  <p:par>
                    <p:cTn id="133" fill="hold">
                      <p:stCondLst>
                        <p:cond delay="indefinite"/>
                      </p:stCondLst>
                      <p:childTnLst>
                        <p:par>
                          <p:cTn id="134" fill="hold">
                            <p:stCondLst>
                              <p:cond delay="0"/>
                            </p:stCondLst>
                            <p:childTnLst>
                              <p:par>
                                <p:cTn id="135" presetID="3" presetClass="entr" presetSubtype="10" fill="hold" nodeType="clickEffect">
                                  <p:stCondLst>
                                    <p:cond delay="0"/>
                                  </p:stCondLst>
                                  <p:childTnLst>
                                    <p:set>
                                      <p:cBhvr>
                                        <p:cTn id="136" dur="1" fill="hold">
                                          <p:stCondLst>
                                            <p:cond delay="0"/>
                                          </p:stCondLst>
                                        </p:cTn>
                                        <p:tgtEl>
                                          <p:spTgt spid="269362"/>
                                        </p:tgtEl>
                                        <p:attrNameLst>
                                          <p:attrName>style.visibility</p:attrName>
                                        </p:attrNameLst>
                                      </p:cBhvr>
                                      <p:to>
                                        <p:strVal val="visible"/>
                                      </p:to>
                                    </p:set>
                                    <p:animEffect transition="in" filter="blinds(horizontal)">
                                      <p:cBhvr>
                                        <p:cTn id="137" dur="500"/>
                                        <p:tgtEl>
                                          <p:spTgt spid="269362"/>
                                        </p:tgtEl>
                                      </p:cBhvr>
                                    </p:animEffect>
                                  </p:childTnLst>
                                </p:cTn>
                              </p:par>
                            </p:childTnLst>
                          </p:cTn>
                        </p:par>
                      </p:childTnLst>
                    </p:cTn>
                  </p:par>
                  <p:par>
                    <p:cTn id="138" fill="hold">
                      <p:stCondLst>
                        <p:cond delay="indefinite"/>
                      </p:stCondLst>
                      <p:childTnLst>
                        <p:par>
                          <p:cTn id="139" fill="hold">
                            <p:stCondLst>
                              <p:cond delay="0"/>
                            </p:stCondLst>
                            <p:childTnLst>
                              <p:par>
                                <p:cTn id="140" presetID="3" presetClass="entr" presetSubtype="10" fill="hold" grpId="0" nodeType="clickEffect">
                                  <p:stCondLst>
                                    <p:cond delay="0"/>
                                  </p:stCondLst>
                                  <p:childTnLst>
                                    <p:set>
                                      <p:cBhvr>
                                        <p:cTn id="141" dur="1" fill="hold">
                                          <p:stCondLst>
                                            <p:cond delay="0"/>
                                          </p:stCondLst>
                                        </p:cTn>
                                        <p:tgtEl>
                                          <p:spTgt spid="269361"/>
                                        </p:tgtEl>
                                        <p:attrNameLst>
                                          <p:attrName>style.visibility</p:attrName>
                                        </p:attrNameLst>
                                      </p:cBhvr>
                                      <p:to>
                                        <p:strVal val="visible"/>
                                      </p:to>
                                    </p:set>
                                    <p:animEffect transition="in" filter="blinds(horizontal)">
                                      <p:cBhvr>
                                        <p:cTn id="142" dur="500"/>
                                        <p:tgtEl>
                                          <p:spTgt spid="269361"/>
                                        </p:tgtEl>
                                      </p:cBhvr>
                                    </p:animEffect>
                                  </p:childTnLst>
                                </p:cTn>
                              </p:par>
                            </p:childTnLst>
                          </p:cTn>
                        </p:par>
                      </p:childTnLst>
                    </p:cTn>
                  </p:par>
                  <p:par>
                    <p:cTn id="143" fill="hold">
                      <p:stCondLst>
                        <p:cond delay="indefinite"/>
                      </p:stCondLst>
                      <p:childTnLst>
                        <p:par>
                          <p:cTn id="144" fill="hold">
                            <p:stCondLst>
                              <p:cond delay="0"/>
                            </p:stCondLst>
                            <p:childTnLst>
                              <p:par>
                                <p:cTn id="145" presetID="3" presetClass="entr" presetSubtype="10" fill="hold" nodeType="clickEffect">
                                  <p:stCondLst>
                                    <p:cond delay="0"/>
                                  </p:stCondLst>
                                  <p:childTnLst>
                                    <p:set>
                                      <p:cBhvr>
                                        <p:cTn id="146" dur="1" fill="hold">
                                          <p:stCondLst>
                                            <p:cond delay="0"/>
                                          </p:stCondLst>
                                        </p:cTn>
                                        <p:tgtEl>
                                          <p:spTgt spid="269363"/>
                                        </p:tgtEl>
                                        <p:attrNameLst>
                                          <p:attrName>style.visibility</p:attrName>
                                        </p:attrNameLst>
                                      </p:cBhvr>
                                      <p:to>
                                        <p:strVal val="visible"/>
                                      </p:to>
                                    </p:set>
                                    <p:animEffect transition="in" filter="blinds(horizontal)">
                                      <p:cBhvr>
                                        <p:cTn id="147" dur="500"/>
                                        <p:tgtEl>
                                          <p:spTgt spid="269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14" grpId="0"/>
      <p:bldP spid="269336" grpId="0" animBg="1"/>
      <p:bldP spid="269337" grpId="0" animBg="1"/>
      <p:bldP spid="269360" grpId="0" animBg="1"/>
      <p:bldP spid="26936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Rot="1"/>
          </p:cNvSpPr>
          <p:nvPr>
            <p:ph type="title"/>
          </p:nvPr>
        </p:nvSpPr>
        <p:spPr>
          <a:xfrm>
            <a:off x="1024891" y="602714"/>
            <a:ext cx="7418069" cy="792163"/>
          </a:xfrm>
        </p:spPr>
        <p:txBody>
          <a:bodyPr vert="horz" wrap="square" lIns="91440" tIns="45720" rIns="91440" bIns="45720" numCol="1" rtlCol="0" anchor="ctr" anchorCtr="0" compatLnSpc="1">
            <a:noAutofit/>
          </a:bodyPr>
          <a:lstStyle/>
          <a:p>
            <a:pPr algn="l" eaLnBrk="1" hangingPunct="1"/>
            <a:r>
              <a:rPr lang="zh-CN" altLang="en-US" sz="3200" dirty="0">
                <a:latin typeface="黑体" panose="02010609060101010101" pitchFamily="49" charset="-122"/>
                <a:ea typeface="黑体" panose="02010609060101010101" pitchFamily="49" charset="-122"/>
              </a:rPr>
              <a:t>分离变量法</a:t>
            </a:r>
            <a:r>
              <a:rPr lang="zh-CN" altLang="en-US" sz="3200" dirty="0">
                <a:solidFill>
                  <a:srgbClr val="FF0000"/>
                </a:solidFill>
                <a:latin typeface="黑体" panose="02010609060101010101" pitchFamily="49" charset="-122"/>
                <a:ea typeface="黑体" panose="02010609060101010101" pitchFamily="49" charset="-122"/>
              </a:rPr>
              <a:t>解题步骤</a:t>
            </a:r>
            <a:r>
              <a:rPr lang="en-US" altLang="zh-CN" sz="3200" dirty="0">
                <a:latin typeface="黑体" panose="02010609060101010101" pitchFamily="49" charset="-122"/>
                <a:ea typeface="黑体" panose="02010609060101010101" pitchFamily="49" charset="-122"/>
              </a:rPr>
              <a:t>(P101)</a:t>
            </a:r>
            <a:r>
              <a:rPr lang="zh-CN" altLang="en-US" sz="3200" dirty="0">
                <a:latin typeface="黑体" panose="02010609060101010101" pitchFamily="49" charset="-122"/>
                <a:ea typeface="黑体" panose="02010609060101010101" pitchFamily="49" charset="-122"/>
              </a:rPr>
              <a:t>：</a:t>
            </a:r>
            <a:endParaRPr lang="zh-CN" altLang="en-US" sz="3200" dirty="0">
              <a:latin typeface="黑体" panose="02010609060101010101" pitchFamily="49" charset="-122"/>
              <a:ea typeface="黑体" panose="02010609060101010101" pitchFamily="49" charset="-122"/>
            </a:endParaRPr>
          </a:p>
        </p:txBody>
      </p:sp>
      <p:sp>
        <p:nvSpPr>
          <p:cNvPr id="20482" name="Rectangle 3"/>
          <p:cNvSpPr>
            <a:spLocks noGrp="1" noRot="1"/>
          </p:cNvSpPr>
          <p:nvPr>
            <p:ph idx="1"/>
          </p:nvPr>
        </p:nvSpPr>
        <p:spPr>
          <a:xfrm>
            <a:off x="1536065" y="1842136"/>
            <a:ext cx="9119870" cy="4498975"/>
          </a:xfrm>
        </p:spPr>
        <p:txBody>
          <a:bodyPr vert="horz" wrap="square" lIns="91440" tIns="45720" rIns="91440" bIns="45720" numCol="1" rtlCol="0" anchor="t" anchorCtr="0" compatLnSpc="1">
            <a:noAutofit/>
          </a:bodyPr>
          <a:lstStyle/>
          <a:p>
            <a:pPr eaLnBrk="1" hangingPunct="1">
              <a:lnSpc>
                <a:spcPct val="100000"/>
              </a:lnSpc>
              <a:buNone/>
            </a:pPr>
            <a:r>
              <a:rPr lang="en-US" altLang="zh-CN" sz="2800" b="1" dirty="0">
                <a:latin typeface="黑体" panose="02010609060101010101" pitchFamily="49" charset="-122"/>
                <a:ea typeface="黑体" panose="02010609060101010101" pitchFamily="49" charset="-122"/>
              </a:rPr>
              <a:t>(1)</a:t>
            </a:r>
            <a:r>
              <a:rPr lang="zh-CN" altLang="en-US" sz="2800" b="1" dirty="0">
                <a:latin typeface="黑体" panose="02010609060101010101" pitchFamily="49" charset="-122"/>
                <a:ea typeface="黑体" panose="02010609060101010101" pitchFamily="49" charset="-122"/>
              </a:rPr>
              <a:t>将偏微分方程的定解问题通过分离变量得到相应的常微分方程特征值问题；</a:t>
            </a:r>
            <a:endParaRPr lang="zh-CN" altLang="en-US" sz="1000" b="1" dirty="0">
              <a:latin typeface="黑体" panose="02010609060101010101" pitchFamily="49" charset="-122"/>
              <a:ea typeface="黑体" panose="02010609060101010101" pitchFamily="49" charset="-122"/>
            </a:endParaRPr>
          </a:p>
          <a:p>
            <a:pPr eaLnBrk="1" hangingPunct="1">
              <a:lnSpc>
                <a:spcPct val="100000"/>
              </a:lnSpc>
              <a:buNone/>
            </a:pPr>
            <a:r>
              <a:rPr lang="en-US" altLang="zh-CN" sz="2800" b="1" dirty="0">
                <a:latin typeface="黑体" panose="02010609060101010101" pitchFamily="49" charset="-122"/>
                <a:ea typeface="黑体" panose="02010609060101010101" pitchFamily="49" charset="-122"/>
              </a:rPr>
              <a:t>(2)</a:t>
            </a:r>
            <a:r>
              <a:rPr lang="zh-CN" altLang="en-US" sz="2800" b="1" dirty="0">
                <a:latin typeface="黑体" panose="02010609060101010101" pitchFamily="49" charset="-122"/>
                <a:ea typeface="黑体" panose="02010609060101010101" pitchFamily="49" charset="-122"/>
              </a:rPr>
              <a:t>求解特征值问题，确定特征值与特征函数；</a:t>
            </a:r>
            <a:endParaRPr lang="zh-CN" altLang="en-US" sz="1000" b="1" dirty="0">
              <a:latin typeface="黑体" panose="02010609060101010101" pitchFamily="49" charset="-122"/>
              <a:ea typeface="黑体" panose="02010609060101010101" pitchFamily="49" charset="-122"/>
            </a:endParaRPr>
          </a:p>
          <a:p>
            <a:pPr eaLnBrk="1" hangingPunct="1">
              <a:lnSpc>
                <a:spcPct val="100000"/>
              </a:lnSpc>
              <a:buNone/>
            </a:pPr>
            <a:r>
              <a:rPr lang="en-US" altLang="zh-CN" sz="2800" b="1" dirty="0">
                <a:latin typeface="黑体" panose="02010609060101010101" pitchFamily="49" charset="-122"/>
                <a:ea typeface="黑体" panose="02010609060101010101" pitchFamily="49" charset="-122"/>
              </a:rPr>
              <a:t>(3)</a:t>
            </a:r>
            <a:r>
              <a:rPr lang="zh-CN" altLang="en-US" sz="2800" b="1" dirty="0">
                <a:latin typeface="黑体" panose="02010609060101010101" pitchFamily="49" charset="-122"/>
                <a:ea typeface="黑体" panose="02010609060101010101" pitchFamily="49" charset="-122"/>
              </a:rPr>
              <a:t>求解满足原偏微分方程和边界条件的解；</a:t>
            </a:r>
            <a:endParaRPr lang="zh-CN" altLang="en-US" sz="1000" b="1" dirty="0">
              <a:latin typeface="黑体" panose="02010609060101010101" pitchFamily="49" charset="-122"/>
              <a:ea typeface="黑体" panose="02010609060101010101" pitchFamily="49" charset="-122"/>
            </a:endParaRPr>
          </a:p>
          <a:p>
            <a:pPr eaLnBrk="1" hangingPunct="1">
              <a:lnSpc>
                <a:spcPct val="100000"/>
              </a:lnSpc>
              <a:buNone/>
            </a:pPr>
            <a:r>
              <a:rPr lang="en-US" altLang="zh-CN" sz="2800" b="1" dirty="0">
                <a:latin typeface="黑体" panose="02010609060101010101" pitchFamily="49" charset="-122"/>
                <a:ea typeface="黑体" panose="02010609060101010101" pitchFamily="49" charset="-122"/>
              </a:rPr>
              <a:t>(4)</a:t>
            </a:r>
            <a:r>
              <a:rPr lang="zh-CN" altLang="en-US" sz="2800" b="1" dirty="0">
                <a:latin typeface="黑体" panose="02010609060101010101" pitchFamily="49" charset="-122"/>
                <a:ea typeface="黑体" panose="02010609060101010101" pitchFamily="49" charset="-122"/>
              </a:rPr>
              <a:t>利用叠加原理，将解叠加；</a:t>
            </a:r>
            <a:endParaRPr lang="zh-CN" altLang="en-US" sz="1000" b="1" dirty="0">
              <a:latin typeface="黑体" panose="02010609060101010101" pitchFamily="49" charset="-122"/>
              <a:ea typeface="黑体" panose="02010609060101010101" pitchFamily="49" charset="-122"/>
            </a:endParaRPr>
          </a:p>
          <a:p>
            <a:pPr eaLnBrk="1" hangingPunct="1">
              <a:lnSpc>
                <a:spcPct val="100000"/>
              </a:lnSpc>
              <a:buNone/>
            </a:pPr>
            <a:r>
              <a:rPr lang="en-US" altLang="zh-CN" sz="2800" b="1" dirty="0">
                <a:latin typeface="黑体" panose="02010609060101010101" pitchFamily="49" charset="-122"/>
                <a:ea typeface="黑体" panose="02010609060101010101" pitchFamily="49" charset="-122"/>
              </a:rPr>
              <a:t>(5)</a:t>
            </a:r>
            <a:r>
              <a:rPr lang="zh-CN" altLang="en-US" sz="2800" b="1" dirty="0">
                <a:latin typeface="黑体" panose="02010609060101010101" pitchFamily="49" charset="-122"/>
                <a:ea typeface="黑体" panose="02010609060101010101" pitchFamily="49" charset="-122"/>
              </a:rPr>
              <a:t>利用初始条件和齐次边界条件确定叠加系数；</a:t>
            </a:r>
            <a:endParaRPr lang="zh-CN" altLang="en-US" sz="1000" b="1" dirty="0">
              <a:latin typeface="黑体" panose="02010609060101010101" pitchFamily="49" charset="-122"/>
              <a:ea typeface="黑体" panose="02010609060101010101" pitchFamily="49" charset="-122"/>
            </a:endParaRPr>
          </a:p>
          <a:p>
            <a:pPr eaLnBrk="1" hangingPunct="1">
              <a:lnSpc>
                <a:spcPct val="100000"/>
              </a:lnSpc>
              <a:buNone/>
            </a:pPr>
            <a:r>
              <a:rPr lang="en-US" altLang="zh-CN" sz="2800" b="1" dirty="0">
                <a:latin typeface="黑体" panose="02010609060101010101" pitchFamily="49" charset="-122"/>
                <a:ea typeface="黑体" panose="02010609060101010101" pitchFamily="49" charset="-122"/>
              </a:rPr>
              <a:t>(6)</a:t>
            </a:r>
            <a:r>
              <a:rPr lang="zh-CN" altLang="en-US" sz="2800" b="1" dirty="0">
                <a:latin typeface="黑体" panose="02010609060101010101" pitchFamily="49" charset="-122"/>
                <a:ea typeface="黑体" panose="02010609060101010101" pitchFamily="49" charset="-122"/>
              </a:rPr>
              <a:t>得偏微分方程定解问题的形式解。</a:t>
            </a:r>
            <a:endParaRPr lang="zh-CN" altLang="en-US" sz="2800" b="1" dirty="0">
              <a:latin typeface="黑体" panose="02010609060101010101" pitchFamily="49" charset="-122"/>
              <a:ea typeface="黑体" panose="02010609060101010101" pitchFamily="49" charset="-122"/>
            </a:endParaRPr>
          </a:p>
        </p:txBody>
      </p:sp>
      <p:sp>
        <p:nvSpPr>
          <p:cNvPr id="20483" name="Rectangle 4"/>
          <p:cNvSpPr/>
          <p:nvPr/>
        </p:nvSpPr>
        <p:spPr>
          <a:xfrm>
            <a:off x="6003635" y="-184666"/>
            <a:ext cx="184731" cy="369332"/>
          </a:xfrm>
          <a:prstGeom prst="rect">
            <a:avLst/>
          </a:prstGeom>
          <a:noFill/>
          <a:ln w="9525">
            <a:noFill/>
          </a:ln>
        </p:spPr>
        <p:txBody>
          <a:bodyPr wrap="none" anchor="ctr"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sp>
        <p:nvSpPr>
          <p:cNvPr id="20484" name="Rectangle 6"/>
          <p:cNvSpPr/>
          <p:nvPr/>
        </p:nvSpPr>
        <p:spPr>
          <a:xfrm>
            <a:off x="6003635" y="-184666"/>
            <a:ext cx="184731" cy="369332"/>
          </a:xfrm>
          <a:prstGeom prst="rect">
            <a:avLst/>
          </a:prstGeom>
          <a:noFill/>
          <a:ln w="9525">
            <a:noFill/>
          </a:ln>
        </p:spPr>
        <p:txBody>
          <a:bodyPr wrap="none" anchor="ctr"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sp>
        <p:nvSpPr>
          <p:cNvPr id="20485" name="Rectangle 8"/>
          <p:cNvSpPr/>
          <p:nvPr/>
        </p:nvSpPr>
        <p:spPr>
          <a:xfrm>
            <a:off x="6003635" y="3115747"/>
            <a:ext cx="184731" cy="369332"/>
          </a:xfrm>
          <a:prstGeom prst="rect">
            <a:avLst/>
          </a:prstGeom>
          <a:noFill/>
          <a:ln w="9525">
            <a:noFill/>
          </a:ln>
        </p:spPr>
        <p:txBody>
          <a:bodyPr wrap="none" anchor="ctr" anchorCtr="0">
            <a:spAutoFit/>
          </a:bodyPr>
          <a:lstStyle/>
          <a:p>
            <a:pPr algn="ctr" eaLnBrk="0" hangingPunct="0"/>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6217" name="组合 136216"/>
          <p:cNvGrpSpPr/>
          <p:nvPr/>
        </p:nvGrpSpPr>
        <p:grpSpPr>
          <a:xfrm>
            <a:off x="2057401" y="4795840"/>
            <a:ext cx="8494936" cy="954088"/>
            <a:chOff x="336" y="3021"/>
            <a:chExt cx="2918" cy="601"/>
          </a:xfrm>
        </p:grpSpPr>
        <p:sp>
          <p:nvSpPr>
            <p:cNvPr id="136197" name="矩形 136196"/>
            <p:cNvSpPr/>
            <p:nvPr/>
          </p:nvSpPr>
          <p:spPr>
            <a:xfrm>
              <a:off x="816" y="3021"/>
              <a:ext cx="2438" cy="601"/>
            </a:xfrm>
            <a:prstGeom prst="rect">
              <a:avLst/>
            </a:prstGeom>
            <a:noFill/>
            <a:ln w="9525">
              <a:noFill/>
            </a:ln>
          </p:spPr>
          <p:txBody>
            <a:bodyPr wrap="none" anchor="ctr" anchorCtr="0">
              <a:spAutoFit/>
            </a:bodyPr>
            <a:lstStyle/>
            <a:p>
              <a:r>
                <a:rPr lang="en-US" altLang="zh-CN" sz="2800" dirty="0">
                  <a:latin typeface="楷体_GB2312" pitchFamily="49" charset="-122"/>
                  <a:ea typeface="楷体_GB2312" pitchFamily="49" charset="-122"/>
                </a:rPr>
                <a:t>(2)</a:t>
              </a:r>
              <a:r>
                <a:rPr lang="zh-CN" altLang="en-US" sz="2800" dirty="0">
                  <a:latin typeface="楷体_GB2312" pitchFamily="49" charset="-122"/>
                  <a:ea typeface="楷体_GB2312" pitchFamily="49" charset="-122"/>
                </a:rPr>
                <a:t>第二个限制：二阶线性偏微分方程的解，</a:t>
              </a:r>
              <a:endParaRPr lang="zh-CN" altLang="en-US" sz="2800" dirty="0">
                <a:latin typeface="楷体_GB2312" pitchFamily="49" charset="-122"/>
                <a:ea typeface="楷体_GB2312" pitchFamily="49" charset="-122"/>
              </a:endParaRPr>
            </a:p>
            <a:p>
              <a:r>
                <a:rPr lang="zh-CN" altLang="en-US" sz="2800" dirty="0">
                  <a:latin typeface="楷体_GB2312" pitchFamily="49" charset="-122"/>
                  <a:ea typeface="楷体_GB2312" pitchFamily="49" charset="-122"/>
                </a:rPr>
                <a:t>不一定是分离变量的乘积形式</a:t>
              </a:r>
              <a:endParaRPr lang="zh-CN" altLang="en-US" sz="2800" dirty="0">
                <a:latin typeface="楷体_GB2312" pitchFamily="49" charset="-122"/>
                <a:ea typeface="楷体_GB2312" pitchFamily="49" charset="-122"/>
              </a:endParaRPr>
            </a:p>
          </p:txBody>
        </p:sp>
        <p:sp>
          <p:nvSpPr>
            <p:cNvPr id="136209" name="十字星 136208"/>
            <p:cNvSpPr/>
            <p:nvPr/>
          </p:nvSpPr>
          <p:spPr>
            <a:xfrm>
              <a:off x="336" y="3072"/>
              <a:ext cx="340" cy="363"/>
            </a:xfrm>
            <a:prstGeom prst="star4">
              <a:avLst>
                <a:gd name="adj" fmla="val 125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sz="2800"/>
            </a:p>
          </p:txBody>
        </p:sp>
      </p:grpSp>
      <p:grpSp>
        <p:nvGrpSpPr>
          <p:cNvPr id="136213" name="组合 136212"/>
          <p:cNvGrpSpPr/>
          <p:nvPr/>
        </p:nvGrpSpPr>
        <p:grpSpPr>
          <a:xfrm>
            <a:off x="2133601" y="1600202"/>
            <a:ext cx="8253305" cy="558801"/>
            <a:chOff x="340" y="937"/>
            <a:chExt cx="2835" cy="352"/>
          </a:xfrm>
        </p:grpSpPr>
        <p:sp>
          <p:nvSpPr>
            <p:cNvPr id="136211" name="矩形 136210"/>
            <p:cNvSpPr/>
            <p:nvPr/>
          </p:nvSpPr>
          <p:spPr>
            <a:xfrm>
              <a:off x="768" y="959"/>
              <a:ext cx="2407" cy="330"/>
            </a:xfrm>
            <a:prstGeom prst="rect">
              <a:avLst/>
            </a:prstGeom>
            <a:noFill/>
            <a:ln w="9525">
              <a:noFill/>
            </a:ln>
          </p:spPr>
          <p:txBody>
            <a:bodyPr wrap="none" anchor="ctr" anchorCtr="0">
              <a:spAutoFit/>
            </a:bodyPr>
            <a:lstStyle/>
            <a:p>
              <a:r>
                <a:rPr lang="zh-CN" altLang="en-US" sz="2800" dirty="0">
                  <a:latin typeface="Garamond" panose="02020404030301010803" pitchFamily="18" charset="0"/>
                  <a:ea typeface="楷体_GB2312" pitchFamily="49" charset="-122"/>
                </a:rPr>
                <a:t>分离变量法是有条件的，会受到一定的限制</a:t>
              </a:r>
              <a:endParaRPr lang="zh-CN" altLang="en-US" sz="2800" dirty="0">
                <a:latin typeface="Garamond" panose="02020404030301010803" pitchFamily="18" charset="0"/>
                <a:ea typeface="楷体_GB2312" pitchFamily="49" charset="-122"/>
              </a:endParaRPr>
            </a:p>
          </p:txBody>
        </p:sp>
        <p:sp>
          <p:nvSpPr>
            <p:cNvPr id="136212" name="五角星 136211"/>
            <p:cNvSpPr/>
            <p:nvPr/>
          </p:nvSpPr>
          <p:spPr>
            <a:xfrm>
              <a:off x="340" y="937"/>
              <a:ext cx="227" cy="317"/>
            </a:xfrm>
            <a:prstGeom prst="star5">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sz="2800"/>
            </a:p>
          </p:txBody>
        </p:sp>
      </p:grpSp>
      <p:sp>
        <p:nvSpPr>
          <p:cNvPr id="136214" name="文本框 136213"/>
          <p:cNvSpPr txBox="1"/>
          <p:nvPr/>
        </p:nvSpPr>
        <p:spPr>
          <a:xfrm>
            <a:off x="1562902" y="325122"/>
            <a:ext cx="1723549" cy="707886"/>
          </a:xfrm>
          <a:prstGeom prst="rect">
            <a:avLst/>
          </a:prstGeom>
          <a:noFill/>
          <a:ln w="9525">
            <a:noFill/>
          </a:ln>
        </p:spPr>
        <p:txBody>
          <a:bodyPr wrap="none" anchor="t" anchorCtr="0">
            <a:spAutoFit/>
          </a:bodyPr>
          <a:lstStyle/>
          <a:p>
            <a:r>
              <a:rPr lang="zh-CN" altLang="en-US" sz="4000" dirty="0">
                <a:latin typeface="Garamond" panose="02020404030301010803" pitchFamily="18" charset="0"/>
                <a:ea typeface="楷体_GB2312" pitchFamily="49" charset="-122"/>
              </a:rPr>
              <a:t>注意：</a:t>
            </a:r>
            <a:endParaRPr lang="zh-CN" altLang="en-US" sz="4000" dirty="0">
              <a:latin typeface="Garamond" panose="02020404030301010803" pitchFamily="18" charset="0"/>
              <a:ea typeface="楷体_GB2312" pitchFamily="49" charset="-122"/>
            </a:endParaRPr>
          </a:p>
        </p:txBody>
      </p:sp>
      <p:grpSp>
        <p:nvGrpSpPr>
          <p:cNvPr id="136216" name="组合 136215"/>
          <p:cNvGrpSpPr/>
          <p:nvPr/>
        </p:nvGrpSpPr>
        <p:grpSpPr>
          <a:xfrm>
            <a:off x="1981201" y="3048005"/>
            <a:ext cx="8276594" cy="1030289"/>
            <a:chOff x="288" y="1920"/>
            <a:chExt cx="2843" cy="649"/>
          </a:xfrm>
        </p:grpSpPr>
        <p:sp>
          <p:nvSpPr>
            <p:cNvPr id="136196" name="十字星 136195"/>
            <p:cNvSpPr/>
            <p:nvPr/>
          </p:nvSpPr>
          <p:spPr>
            <a:xfrm>
              <a:off x="288" y="1920"/>
              <a:ext cx="340" cy="363"/>
            </a:xfrm>
            <a:prstGeom prst="star4">
              <a:avLst>
                <a:gd name="adj" fmla="val 125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sz="2800"/>
            </a:p>
          </p:txBody>
        </p:sp>
        <p:sp>
          <p:nvSpPr>
            <p:cNvPr id="136215" name="矩形 136214"/>
            <p:cNvSpPr/>
            <p:nvPr/>
          </p:nvSpPr>
          <p:spPr>
            <a:xfrm>
              <a:off x="816" y="1968"/>
              <a:ext cx="2315" cy="601"/>
            </a:xfrm>
            <a:prstGeom prst="rect">
              <a:avLst/>
            </a:prstGeom>
            <a:noFill/>
            <a:ln w="9525">
              <a:noFill/>
            </a:ln>
          </p:spPr>
          <p:txBody>
            <a:bodyPr wrap="none" anchor="t" anchorCtr="0">
              <a:spAutoFit/>
            </a:bodyPr>
            <a:lstStyle/>
            <a:p>
              <a:r>
                <a:rPr lang="en-US" altLang="zh-CN" sz="2800">
                  <a:effectLst>
                    <a:outerShdw blurRad="38100" dist="38100" dir="2700000">
                      <a:srgbClr val="000000"/>
                    </a:outerShdw>
                  </a:effectLst>
                  <a:latin typeface="楷体_GB2312" pitchFamily="49" charset="-122"/>
                  <a:ea typeface="楷体_GB2312" pitchFamily="49" charset="-122"/>
                </a:rPr>
                <a:t>(1)</a:t>
              </a:r>
              <a:r>
                <a:rPr lang="zh-CN" altLang="en-US" sz="2800" dirty="0">
                  <a:effectLst>
                    <a:outerShdw blurRad="38100" dist="38100" dir="2700000">
                      <a:srgbClr val="000000"/>
                    </a:outerShdw>
                  </a:effectLst>
                  <a:latin typeface="楷体_GB2312" pitchFamily="49" charset="-122"/>
                  <a:ea typeface="楷体_GB2312" pitchFamily="49" charset="-122"/>
                </a:rPr>
                <a:t>第一个限制：变系数的二阶线性偏微分</a:t>
              </a:r>
              <a:endParaRPr lang="zh-CN" altLang="en-US" sz="2800" dirty="0">
                <a:effectLst>
                  <a:outerShdw blurRad="38100" dist="38100" dir="2700000">
                    <a:srgbClr val="000000"/>
                  </a:outerShdw>
                </a:effectLst>
                <a:latin typeface="楷体_GB2312" pitchFamily="49" charset="-122"/>
                <a:ea typeface="楷体_GB2312" pitchFamily="49" charset="-122"/>
              </a:endParaRPr>
            </a:p>
            <a:p>
              <a:r>
                <a:rPr lang="zh-CN" altLang="en-US" sz="2800" dirty="0">
                  <a:effectLst>
                    <a:outerShdw blurRad="38100" dist="38100" dir="2700000">
                      <a:srgbClr val="000000"/>
                    </a:outerShdw>
                  </a:effectLst>
                  <a:latin typeface="楷体_GB2312" pitchFamily="49" charset="-122"/>
                  <a:ea typeface="楷体_GB2312" pitchFamily="49" charset="-122"/>
                </a:rPr>
                <a:t>方程并非总能实施变量分离</a:t>
              </a:r>
              <a:endParaRPr lang="zh-CN" altLang="en-US" sz="2800" dirty="0">
                <a:effectLst>
                  <a:outerShdw blurRad="38100" dist="38100" dir="2700000">
                    <a:srgbClr val="000000"/>
                  </a:outerShdw>
                </a:effectLst>
                <a:latin typeface="楷体_GB2312" pitchFamily="49" charset="-122"/>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36214"/>
                                        </p:tgtEl>
                                        <p:attrNameLst>
                                          <p:attrName>style.visibility</p:attrName>
                                        </p:attrNameLst>
                                      </p:cBhvr>
                                      <p:to>
                                        <p:strVal val="visible"/>
                                      </p:to>
                                    </p:set>
                                    <p:animEffect transition="in" filter="slide(fromBottom)">
                                      <p:cBhvr>
                                        <p:cTn id="7" dur="500"/>
                                        <p:tgtEl>
                                          <p:spTgt spid="1362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6213"/>
                                        </p:tgtEl>
                                        <p:attrNameLst>
                                          <p:attrName>style.visibility</p:attrName>
                                        </p:attrNameLst>
                                      </p:cBhvr>
                                      <p:to>
                                        <p:strVal val="visible"/>
                                      </p:to>
                                    </p:set>
                                    <p:animEffect transition="in" filter="dissolve">
                                      <p:cBhvr>
                                        <p:cTn id="12" dur="500"/>
                                        <p:tgtEl>
                                          <p:spTgt spid="1362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6216"/>
                                        </p:tgtEl>
                                        <p:attrNameLst>
                                          <p:attrName>style.visibility</p:attrName>
                                        </p:attrNameLst>
                                      </p:cBhvr>
                                      <p:to>
                                        <p:strVal val="visible"/>
                                      </p:to>
                                    </p:set>
                                    <p:animEffect transition="in" filter="dissolve">
                                      <p:cBhvr>
                                        <p:cTn id="17" dur="500"/>
                                        <p:tgtEl>
                                          <p:spTgt spid="13621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36217"/>
                                        </p:tgtEl>
                                        <p:attrNameLst>
                                          <p:attrName>style.visibility</p:attrName>
                                        </p:attrNameLst>
                                      </p:cBhvr>
                                      <p:to>
                                        <p:strVal val="visible"/>
                                      </p:to>
                                    </p:set>
                                    <p:animEffect transition="in" filter="dissolve">
                                      <p:cBhvr>
                                        <p:cTn id="22" dur="500"/>
                                        <p:tgtEl>
                                          <p:spTgt spid="136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214" grpId="0"/>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6579"/>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6579"/>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0.xml><?xml version="1.0" encoding="utf-8"?>
<p:tagLst xmlns:p="http://schemas.openxmlformats.org/presentationml/2006/main">
  <p:tag name="KSO_WM_TAG_VERSION" val="1.0"/>
  <p:tag name="KSO_WM_BEAUTIFY_FLAG" val="#wm#"/>
  <p:tag name="KSO_WM_COMBINE_RELATE_SLIDE_ID" val="custom925310_1"/>
  <p:tag name="KSO_WM_TEMPLATE_CATEGORY" val="custom"/>
  <p:tag name="KSO_WM_TEMPLATE_INDEX" val="20196579"/>
  <p:tag name="KSO_WM_TEMPLATE_SUBCATEGORY" val="0"/>
  <p:tag name="KSO_WM_TEMPLATE_THUMBS_INDEX" val="1"/>
</p:tagLst>
</file>

<file path=ppt/tags/tag71.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72.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176_1*b*1"/>
  <p:tag name="KSO_WM_TEMPLATE_CATEGORY" val="custom"/>
  <p:tag name="KSO_WM_TEMPLATE_INDEX" val="20205176"/>
  <p:tag name="KSO_WM_UNIT_LAYERLEVEL" val="1"/>
  <p:tag name="KSO_WM_TAG_VERSION" val="1.0"/>
  <p:tag name="KSO_WM_BEAUTIFY_FLAG" val="#wm#"/>
</p:tagLst>
</file>

<file path=ppt/tags/tag73.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74.xml><?xml version="1.0" encoding="utf-8"?>
<p:tagLst xmlns:p="http://schemas.openxmlformats.org/presentationml/2006/main">
  <p:tag name="KSO_WPP_MARK_KEY" val="fa891ce3-655c-4d00-add9-2849e16b941a"/>
  <p:tag name="COMMONDATA" val="eyJoZGlkIjoiY2YyZjYwNzZkOTRlODhkYjczZjVjNjg3YTAxMjY4NDkifQ=="/>
</p:tagLst>
</file>

<file path=ppt/theme/theme1.xml><?xml version="1.0" encoding="utf-8"?>
<a:theme xmlns:a="http://schemas.openxmlformats.org/drawingml/2006/main" name="1_Office 主题​​">
  <a:themeElements>
    <a:clrScheme name="自定义 4">
      <a:dk1>
        <a:srgbClr val="000000"/>
      </a:dk1>
      <a:lt1>
        <a:srgbClr val="FFFFFF"/>
      </a:lt1>
      <a:dk2>
        <a:srgbClr val="364048"/>
      </a:dk2>
      <a:lt2>
        <a:srgbClr val="8F7046"/>
      </a:lt2>
      <a:accent1>
        <a:srgbClr val="8F7046"/>
      </a:accent1>
      <a:accent2>
        <a:srgbClr val="C8AF92"/>
      </a:accent2>
      <a:accent3>
        <a:srgbClr val="C6BCB2"/>
      </a:accent3>
      <a:accent4>
        <a:srgbClr val="D7C9BC"/>
      </a:accent4>
      <a:accent5>
        <a:srgbClr val="364148"/>
      </a:accent5>
      <a:accent6>
        <a:srgbClr val="907046"/>
      </a:accent6>
      <a:hlink>
        <a:srgbClr val="D7C9BC"/>
      </a:hlink>
      <a:folHlink>
        <a:srgbClr val="BFBFB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3390</Words>
  <Application>WPS 演示</Application>
  <PresentationFormat>宽屏</PresentationFormat>
  <Paragraphs>346</Paragraphs>
  <Slides>31</Slides>
  <Notes>1</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72</vt:i4>
      </vt:variant>
      <vt:variant>
        <vt:lpstr>幻灯片标题</vt:lpstr>
      </vt:variant>
      <vt:variant>
        <vt:i4>31</vt:i4>
      </vt:variant>
    </vt:vector>
  </HeadingPairs>
  <TitlesOfParts>
    <vt:vector size="122" baseType="lpstr">
      <vt:lpstr>Arial</vt:lpstr>
      <vt:lpstr>宋体</vt:lpstr>
      <vt:lpstr>Wingdings</vt:lpstr>
      <vt:lpstr>微软雅黑</vt:lpstr>
      <vt:lpstr>Times New Roman</vt:lpstr>
      <vt:lpstr>黑体</vt:lpstr>
      <vt:lpstr>华文中宋</vt:lpstr>
      <vt:lpstr>仿宋_GB2312</vt:lpstr>
      <vt:lpstr>仿宋</vt:lpstr>
      <vt:lpstr>Garamond</vt:lpstr>
      <vt:lpstr>GWZT-EN</vt:lpstr>
      <vt:lpstr>楷体_GB2312</vt:lpstr>
      <vt:lpstr>新宋体</vt:lpstr>
      <vt:lpstr>Verdana</vt:lpstr>
      <vt:lpstr>Cambria Math</vt:lpstr>
      <vt:lpstr>Arial Unicode MS</vt:lpstr>
      <vt:lpstr>Calibri</vt:lpstr>
      <vt:lpstr>Tahoma</vt:lpstr>
      <vt:lpstr>1_Office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Equation.DSMT4</vt:lpstr>
      <vt:lpstr>Equation.DSMT4</vt:lpstr>
      <vt:lpstr>Equation.DSMT4</vt:lpstr>
      <vt:lpstr>Equation.3</vt:lpstr>
      <vt:lpstr>Equation.3</vt:lpstr>
      <vt:lpstr>Equation.DSMT4</vt:lpstr>
      <vt:lpstr>Equation.DSMT4</vt:lpstr>
      <vt:lpstr>Equation.DSMT4</vt:lpstr>
      <vt:lpstr>Equation.DSMT4</vt:lpstr>
      <vt:lpstr>Equation.DSMT4</vt:lpstr>
      <vt:lpstr>Equation.3</vt:lpstr>
      <vt:lpstr>Word.Document.8</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Equation.DSMT4</vt:lpstr>
      <vt:lpstr>Equation.3</vt:lpstr>
      <vt:lpstr>Equation.DSMT4</vt:lpstr>
      <vt:lpstr>Equation.3</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数学物理方法</vt:lpstr>
      <vt:lpstr>PowerPoint 演示文稿</vt:lpstr>
      <vt:lpstr>PowerPoint 演示文稿</vt:lpstr>
      <vt:lpstr>PowerPoint 演示文稿</vt:lpstr>
      <vt:lpstr>PowerPoint 演示文稿</vt:lpstr>
      <vt:lpstr>4.0 分离变量理论 </vt:lpstr>
      <vt:lpstr>通过适当的自变量变换转化为下列标准形式： </vt:lpstr>
      <vt:lpstr>假设 （4.0.2）的解有下列分离的形式 </vt:lpstr>
      <vt:lpstr>PowerPoint 演示文稿</vt:lpstr>
      <vt:lpstr>要等式恒成立，只能它们等于一个既不依赖于x,也不依赖于y的常数，记为   ，从而得到两个常微分方程</vt:lpstr>
      <vt:lpstr>PowerPoint 演示文稿</vt:lpstr>
      <vt:lpstr>PowerPoint 演示文稿</vt:lpstr>
      <vt:lpstr>由以上讨论知道：对于常系数二阶偏微分齐次方程，总是能实施变量分离 </vt:lpstr>
      <vt:lpstr>第一类边界条件</vt:lpstr>
      <vt:lpstr>PowerPoint 演示文稿</vt:lpstr>
      <vt:lpstr>PowerPoint 演示文稿</vt:lpstr>
      <vt:lpstr>§4.1  有界弦的自由振动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分离变量法解题步骤(P101)：</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Ning</cp:lastModifiedBy>
  <cp:revision>312</cp:revision>
  <dcterms:created xsi:type="dcterms:W3CDTF">2019-06-19T02:08:00Z</dcterms:created>
  <dcterms:modified xsi:type="dcterms:W3CDTF">2025-10-23T01:50:19Z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580D3E5CAD3349EBAC264BF2162B9535</vt:lpwstr>
  </property>
</Properties>
</file>