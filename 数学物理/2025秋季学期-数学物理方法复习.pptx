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357" r:id="rId4"/>
    <p:sldId id="358" r:id="rId5"/>
    <p:sldId id="345" r:id="rId6"/>
    <p:sldId id="257" r:id="rId7"/>
    <p:sldId id="289" r:id="rId8"/>
    <p:sldId id="290" r:id="rId9"/>
    <p:sldId id="292" r:id="rId10"/>
    <p:sldId id="347" r:id="rId11"/>
    <p:sldId id="348" r:id="rId12"/>
    <p:sldId id="259" r:id="rId13"/>
    <p:sldId id="291" r:id="rId14"/>
    <p:sldId id="349" r:id="rId15"/>
    <p:sldId id="265" r:id="rId16"/>
    <p:sldId id="258" r:id="rId17"/>
    <p:sldId id="350" r:id="rId18"/>
    <p:sldId id="351" r:id="rId19"/>
    <p:sldId id="352" r:id="rId20"/>
    <p:sldId id="353" r:id="rId21"/>
    <p:sldId id="276" r:id="rId22"/>
    <p:sldId id="277" r:id="rId23"/>
    <p:sldId id="274" r:id="rId24"/>
    <p:sldId id="354" r:id="rId25"/>
    <p:sldId id="355" r:id="rId26"/>
    <p:sldId id="356" r:id="rId27"/>
    <p:sldId id="275" r:id="rId28"/>
    <p:sldId id="278" r:id="rId29"/>
    <p:sldId id="267" r:id="rId30"/>
    <p:sldId id="280" r:id="rId31"/>
    <p:sldId id="285" r:id="rId32"/>
    <p:sldId id="286" r:id="rId33"/>
    <p:sldId id="287" r:id="rId34"/>
    <p:sldId id="288" r:id="rId35"/>
    <p:sldId id="26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52A899-D103-44C5-AF56-0812CC9BEC8B}" type="doc">
      <dgm:prSet loTypeId="urn:microsoft.com/office/officeart/2005/8/layout/cycle1" loCatId="cycle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039E8B5-5085-46EF-842C-31AD28BC0CAC}">
      <dgm:prSet custT="1"/>
      <dgm:spPr/>
      <dgm:t>
        <a:bodyPr/>
        <a:lstStyle/>
        <a:p>
          <a:r>
            <a:rPr lang="zh-CN" sz="1200" dirty="0">
              <a:solidFill>
                <a:srgbClr val="FF0000"/>
              </a:solidFill>
              <a:effectLst/>
            </a:rPr>
            <a:t>数学物理方程</a:t>
          </a:r>
          <a:r>
            <a:rPr lang="en-US" sz="1200" dirty="0">
              <a:solidFill>
                <a:srgbClr val="FF0000"/>
              </a:solidFill>
              <a:effectLst/>
            </a:rPr>
            <a:t>/</a:t>
          </a:r>
          <a:r>
            <a:rPr lang="zh-CN" sz="1200" dirty="0">
              <a:solidFill>
                <a:srgbClr val="FF0000"/>
              </a:solidFill>
              <a:effectLst/>
            </a:rPr>
            <a:t>偏微分方程的基本概念</a:t>
          </a:r>
          <a:endParaRPr lang="en-US" sz="1200" dirty="0">
            <a:solidFill>
              <a:srgbClr val="FF0000"/>
            </a:solidFill>
            <a:effectLst/>
          </a:endParaRPr>
        </a:p>
      </dgm:t>
    </dgm:pt>
    <dgm:pt modelId="{A9204E2F-0EEB-45B6-8A37-8CEC281CF336}" cxnId="{1634F80B-025D-4048-BF5E-AAB0BA7FBF61}" type="parTrans">
      <dgm:prSet/>
      <dgm:spPr/>
      <dgm:t>
        <a:bodyPr/>
        <a:lstStyle/>
        <a:p>
          <a:endParaRPr lang="en-US" sz="2400"/>
        </a:p>
      </dgm:t>
    </dgm:pt>
    <dgm:pt modelId="{E3BED3ED-7443-4A67-B2C9-9E90A77D226B}" cxnId="{1634F80B-025D-4048-BF5E-AAB0BA7FBF61}" type="sibTrans">
      <dgm:prSet/>
      <dgm:spPr/>
      <dgm:t>
        <a:bodyPr/>
        <a:lstStyle/>
        <a:p>
          <a:endParaRPr lang="en-US" sz="2000"/>
        </a:p>
      </dgm:t>
    </dgm:pt>
    <dgm:pt modelId="{7235D951-B26D-4579-AEEA-346B0FFED7E5}">
      <dgm:prSet custT="1"/>
      <dgm:spPr/>
      <dgm:t>
        <a:bodyPr/>
        <a:lstStyle/>
        <a:p>
          <a:r>
            <a:rPr lang="zh-CN" sz="1200"/>
            <a:t>波动方程的导出</a:t>
          </a:r>
          <a:endParaRPr lang="en-US" sz="1200"/>
        </a:p>
      </dgm:t>
    </dgm:pt>
    <dgm:pt modelId="{FB818593-6B0B-490F-83E7-F064F4945049}" cxnId="{34BD0FC5-1D25-4435-989D-6FA8DA22EBC1}" type="parTrans">
      <dgm:prSet/>
      <dgm:spPr/>
      <dgm:t>
        <a:bodyPr/>
        <a:lstStyle/>
        <a:p>
          <a:endParaRPr lang="en-US" sz="2400"/>
        </a:p>
      </dgm:t>
    </dgm:pt>
    <dgm:pt modelId="{97394986-A4E7-4390-AA35-968994A46A23}" cxnId="{34BD0FC5-1D25-4435-989D-6FA8DA22EBC1}" type="sibTrans">
      <dgm:prSet/>
      <dgm:spPr/>
      <dgm:t>
        <a:bodyPr/>
        <a:lstStyle/>
        <a:p>
          <a:endParaRPr lang="en-US" sz="2000"/>
        </a:p>
      </dgm:t>
    </dgm:pt>
    <dgm:pt modelId="{CE9DFEC1-BE96-4D91-921D-A6E1351714DD}">
      <dgm:prSet custT="1"/>
      <dgm:spPr/>
      <dgm:t>
        <a:bodyPr/>
        <a:lstStyle/>
        <a:p>
          <a:r>
            <a:rPr lang="zh-CN" sz="1200"/>
            <a:t>定解条件与定解问题</a:t>
          </a:r>
          <a:endParaRPr lang="en-US" sz="1200"/>
        </a:p>
      </dgm:t>
    </dgm:pt>
    <dgm:pt modelId="{2ED2F968-7198-4A2E-B0EA-E4C859FF8338}" cxnId="{E1177D90-2A56-490F-A63F-3D4ECE80B9C2}" type="parTrans">
      <dgm:prSet/>
      <dgm:spPr/>
      <dgm:t>
        <a:bodyPr/>
        <a:lstStyle/>
        <a:p>
          <a:endParaRPr lang="en-US" sz="2400"/>
        </a:p>
      </dgm:t>
    </dgm:pt>
    <dgm:pt modelId="{1AA6169C-6FC0-40B9-B067-8E386C405E78}" cxnId="{E1177D90-2A56-490F-A63F-3D4ECE80B9C2}" type="sibTrans">
      <dgm:prSet/>
      <dgm:spPr/>
      <dgm:t>
        <a:bodyPr/>
        <a:lstStyle/>
        <a:p>
          <a:endParaRPr lang="en-US" sz="2000"/>
        </a:p>
      </dgm:t>
    </dgm:pt>
    <dgm:pt modelId="{E4608A72-041B-4985-8FB5-DBC46D6066E8}">
      <dgm:prSet custT="1"/>
      <dgm:spPr/>
      <dgm:t>
        <a:bodyPr/>
        <a:lstStyle/>
        <a:p>
          <a:r>
            <a:rPr lang="zh-CN" sz="1200"/>
            <a:t>无界弦自由振动的初值问题：行波法</a:t>
          </a:r>
          <a:endParaRPr lang="en-US" sz="1200"/>
        </a:p>
      </dgm:t>
    </dgm:pt>
    <dgm:pt modelId="{784F57B9-91BF-4888-8D04-A4B1C170BC73}" cxnId="{FB082D9C-C286-4409-8DCE-E356CF1F9479}" type="parTrans">
      <dgm:prSet/>
      <dgm:spPr/>
      <dgm:t>
        <a:bodyPr/>
        <a:lstStyle/>
        <a:p>
          <a:endParaRPr lang="en-US" sz="2400"/>
        </a:p>
      </dgm:t>
    </dgm:pt>
    <dgm:pt modelId="{B89E7F06-3C0F-4AC7-B811-9AA420738D65}" cxnId="{FB082D9C-C286-4409-8DCE-E356CF1F9479}" type="sibTrans">
      <dgm:prSet/>
      <dgm:spPr/>
      <dgm:t>
        <a:bodyPr/>
        <a:lstStyle/>
        <a:p>
          <a:endParaRPr lang="en-US" sz="2000"/>
        </a:p>
      </dgm:t>
    </dgm:pt>
    <dgm:pt modelId="{6EC6B677-AAD7-47A4-BBF5-5539A6688C53}">
      <dgm:prSet custT="1"/>
      <dgm:spPr/>
      <dgm:t>
        <a:bodyPr/>
        <a:lstStyle/>
        <a:p>
          <a:r>
            <a:rPr lang="zh-CN" sz="1200"/>
            <a:t>有界弦自由振动的初边值问题：分离变量法</a:t>
          </a:r>
          <a:r>
            <a:rPr lang="en-US" sz="1200"/>
            <a:t>/</a:t>
          </a:r>
          <a:r>
            <a:rPr lang="zh-CN" sz="1200"/>
            <a:t>驻波法</a:t>
          </a:r>
          <a:endParaRPr lang="en-US" sz="1200"/>
        </a:p>
      </dgm:t>
    </dgm:pt>
    <dgm:pt modelId="{FA49F703-A5DC-4BD0-8641-A4AD12BE47AE}" cxnId="{8877DB40-5504-478B-B12D-7B5C48B842A5}" type="parTrans">
      <dgm:prSet/>
      <dgm:spPr/>
      <dgm:t>
        <a:bodyPr/>
        <a:lstStyle/>
        <a:p>
          <a:endParaRPr lang="en-US" sz="2400"/>
        </a:p>
      </dgm:t>
    </dgm:pt>
    <dgm:pt modelId="{B3CF01B1-87B0-42C4-966F-B1933FD280E0}" cxnId="{8877DB40-5504-478B-B12D-7B5C48B842A5}" type="sibTrans">
      <dgm:prSet/>
      <dgm:spPr/>
      <dgm:t>
        <a:bodyPr/>
        <a:lstStyle/>
        <a:p>
          <a:endParaRPr lang="en-US" sz="2000"/>
        </a:p>
      </dgm:t>
    </dgm:pt>
    <dgm:pt modelId="{9A3C0C73-88CF-4F7A-8BC6-7E00E54E17B4}">
      <dgm:prSet custT="1"/>
      <dgm:spPr/>
      <dgm:t>
        <a:bodyPr/>
        <a:lstStyle/>
        <a:p>
          <a:r>
            <a:rPr lang="zh-CN" sz="1200"/>
            <a:t>傅里叶变换法（无界弦振动的初值问题）</a:t>
          </a:r>
          <a:endParaRPr lang="en-US" sz="1200"/>
        </a:p>
      </dgm:t>
    </dgm:pt>
    <dgm:pt modelId="{F9478F8F-68F1-42E1-998B-A59FFE84B643}" cxnId="{B85647B9-9FE9-4D1C-A0B8-9B6E14F9D14E}" type="parTrans">
      <dgm:prSet/>
      <dgm:spPr/>
      <dgm:t>
        <a:bodyPr/>
        <a:lstStyle/>
        <a:p>
          <a:endParaRPr lang="en-US" sz="2400"/>
        </a:p>
      </dgm:t>
    </dgm:pt>
    <dgm:pt modelId="{71F1503A-8E02-487D-94AF-4D3B57845A46}" cxnId="{B85647B9-9FE9-4D1C-A0B8-9B6E14F9D14E}" type="sibTrans">
      <dgm:prSet/>
      <dgm:spPr/>
      <dgm:t>
        <a:bodyPr/>
        <a:lstStyle/>
        <a:p>
          <a:endParaRPr lang="en-US" sz="2000"/>
        </a:p>
      </dgm:t>
    </dgm:pt>
    <dgm:pt modelId="{FA18CA5F-EC17-4BD5-8532-1129665FE5DC}">
      <dgm:prSet custT="1"/>
      <dgm:spPr/>
      <dgm:t>
        <a:bodyPr/>
        <a:lstStyle/>
        <a:p>
          <a:r>
            <a:rPr lang="zh-CN" sz="1200"/>
            <a:t>拉普拉斯变换法（半无界、有界弦振动的初边值问题）</a:t>
          </a:r>
          <a:endParaRPr lang="en-US" sz="1200"/>
        </a:p>
      </dgm:t>
    </dgm:pt>
    <dgm:pt modelId="{E647A60F-14B6-4DFF-B682-8F3B96508102}" cxnId="{3A9E45AB-0092-4296-8FE7-A92F473BF2F6}" type="parTrans">
      <dgm:prSet/>
      <dgm:spPr/>
      <dgm:t>
        <a:bodyPr/>
        <a:lstStyle/>
        <a:p>
          <a:endParaRPr lang="en-US" sz="2400"/>
        </a:p>
      </dgm:t>
    </dgm:pt>
    <dgm:pt modelId="{210CAF4D-05DE-4ACA-96D2-1A5E2B0C23E6}" cxnId="{3A9E45AB-0092-4296-8FE7-A92F473BF2F6}" type="sibTrans">
      <dgm:prSet/>
      <dgm:spPr/>
      <dgm:t>
        <a:bodyPr/>
        <a:lstStyle/>
        <a:p>
          <a:endParaRPr lang="en-US" sz="2000"/>
        </a:p>
      </dgm:t>
    </dgm:pt>
    <dgm:pt modelId="{3E8FCBF6-EF59-418F-9AEE-116D2D78EEA2}" type="pres">
      <dgm:prSet presAssocID="{8A52A899-D103-44C5-AF56-0812CC9BEC8B}" presName="cycle" presStyleCnt="0">
        <dgm:presLayoutVars>
          <dgm:dir/>
          <dgm:resizeHandles val="exact"/>
        </dgm:presLayoutVars>
      </dgm:prSet>
      <dgm:spPr/>
    </dgm:pt>
    <dgm:pt modelId="{3890831A-07EC-4AEF-8C20-B59B61873E09}" type="pres">
      <dgm:prSet presAssocID="{D039E8B5-5085-46EF-842C-31AD28BC0CAC}" presName="dummy" presStyleCnt="0"/>
      <dgm:spPr/>
    </dgm:pt>
    <dgm:pt modelId="{29894324-D296-4986-A9CC-3933817E6E75}" type="pres">
      <dgm:prSet presAssocID="{D039E8B5-5085-46EF-842C-31AD28BC0CAC}" presName="node" presStyleLbl="revTx" presStyleIdx="0" presStyleCnt="7">
        <dgm:presLayoutVars>
          <dgm:bulletEnabled val="1"/>
        </dgm:presLayoutVars>
      </dgm:prSet>
      <dgm:spPr/>
    </dgm:pt>
    <dgm:pt modelId="{CE81F71B-64A6-4958-AAD6-43AD7E493B9B}" type="pres">
      <dgm:prSet presAssocID="{E3BED3ED-7443-4A67-B2C9-9E90A77D226B}" presName="sibTrans" presStyleLbl="node1" presStyleIdx="0" presStyleCnt="7"/>
      <dgm:spPr/>
    </dgm:pt>
    <dgm:pt modelId="{2B97E2D9-6A5D-4FD3-A381-E29100023D93}" type="pres">
      <dgm:prSet presAssocID="{7235D951-B26D-4579-AEEA-346B0FFED7E5}" presName="dummy" presStyleCnt="0"/>
      <dgm:spPr/>
    </dgm:pt>
    <dgm:pt modelId="{9CE7DB60-54D8-4F63-8347-18EF329EA574}" type="pres">
      <dgm:prSet presAssocID="{7235D951-B26D-4579-AEEA-346B0FFED7E5}" presName="node" presStyleLbl="revTx" presStyleIdx="1" presStyleCnt="7">
        <dgm:presLayoutVars>
          <dgm:bulletEnabled val="1"/>
        </dgm:presLayoutVars>
      </dgm:prSet>
      <dgm:spPr/>
    </dgm:pt>
    <dgm:pt modelId="{78EEABA1-79DA-4883-93C1-F454F11F482E}" type="pres">
      <dgm:prSet presAssocID="{97394986-A4E7-4390-AA35-968994A46A23}" presName="sibTrans" presStyleLbl="node1" presStyleIdx="1" presStyleCnt="7"/>
      <dgm:spPr/>
    </dgm:pt>
    <dgm:pt modelId="{5556A6F8-83CE-4E11-B63F-17674B932422}" type="pres">
      <dgm:prSet presAssocID="{CE9DFEC1-BE96-4D91-921D-A6E1351714DD}" presName="dummy" presStyleCnt="0"/>
      <dgm:spPr/>
    </dgm:pt>
    <dgm:pt modelId="{7BC38949-0A7D-4A0C-8EB6-723466BCE675}" type="pres">
      <dgm:prSet presAssocID="{CE9DFEC1-BE96-4D91-921D-A6E1351714DD}" presName="node" presStyleLbl="revTx" presStyleIdx="2" presStyleCnt="7">
        <dgm:presLayoutVars>
          <dgm:bulletEnabled val="1"/>
        </dgm:presLayoutVars>
      </dgm:prSet>
      <dgm:spPr/>
    </dgm:pt>
    <dgm:pt modelId="{D886464E-94CD-4347-841E-C87D85587BD0}" type="pres">
      <dgm:prSet presAssocID="{1AA6169C-6FC0-40B9-B067-8E386C405E78}" presName="sibTrans" presStyleLbl="node1" presStyleIdx="2" presStyleCnt="7"/>
      <dgm:spPr/>
    </dgm:pt>
    <dgm:pt modelId="{502EE916-322B-4917-B9D3-C152F01A0D3E}" type="pres">
      <dgm:prSet presAssocID="{E4608A72-041B-4985-8FB5-DBC46D6066E8}" presName="dummy" presStyleCnt="0"/>
      <dgm:spPr/>
    </dgm:pt>
    <dgm:pt modelId="{E83C0BB1-1832-47E1-915B-CEB08ADD945B}" type="pres">
      <dgm:prSet presAssocID="{E4608A72-041B-4985-8FB5-DBC46D6066E8}" presName="node" presStyleLbl="revTx" presStyleIdx="3" presStyleCnt="7">
        <dgm:presLayoutVars>
          <dgm:bulletEnabled val="1"/>
        </dgm:presLayoutVars>
      </dgm:prSet>
      <dgm:spPr/>
    </dgm:pt>
    <dgm:pt modelId="{75C6ED53-2A53-4464-8760-ED8DEB1731C3}" type="pres">
      <dgm:prSet presAssocID="{B89E7F06-3C0F-4AC7-B811-9AA420738D65}" presName="sibTrans" presStyleLbl="node1" presStyleIdx="3" presStyleCnt="7"/>
      <dgm:spPr/>
    </dgm:pt>
    <dgm:pt modelId="{54A625FC-A44A-4F47-8BFD-CC2847F6CF5D}" type="pres">
      <dgm:prSet presAssocID="{6EC6B677-AAD7-47A4-BBF5-5539A6688C53}" presName="dummy" presStyleCnt="0"/>
      <dgm:spPr/>
    </dgm:pt>
    <dgm:pt modelId="{F8E93783-C88C-48BF-A061-F1461BBECAA9}" type="pres">
      <dgm:prSet presAssocID="{6EC6B677-AAD7-47A4-BBF5-5539A6688C53}" presName="node" presStyleLbl="revTx" presStyleIdx="4" presStyleCnt="7">
        <dgm:presLayoutVars>
          <dgm:bulletEnabled val="1"/>
        </dgm:presLayoutVars>
      </dgm:prSet>
      <dgm:spPr/>
    </dgm:pt>
    <dgm:pt modelId="{C632CF19-BC47-4DF0-A3D1-052BDAC89C2C}" type="pres">
      <dgm:prSet presAssocID="{B3CF01B1-87B0-42C4-966F-B1933FD280E0}" presName="sibTrans" presStyleLbl="node1" presStyleIdx="4" presStyleCnt="7"/>
      <dgm:spPr/>
    </dgm:pt>
    <dgm:pt modelId="{B1D6CC81-07ED-48E1-BC2B-1898BAE079F0}" type="pres">
      <dgm:prSet presAssocID="{9A3C0C73-88CF-4F7A-8BC6-7E00E54E17B4}" presName="dummy" presStyleCnt="0"/>
      <dgm:spPr/>
    </dgm:pt>
    <dgm:pt modelId="{975D54E1-66A4-437F-9883-0B3CD5937AB7}" type="pres">
      <dgm:prSet presAssocID="{9A3C0C73-88CF-4F7A-8BC6-7E00E54E17B4}" presName="node" presStyleLbl="revTx" presStyleIdx="5" presStyleCnt="7">
        <dgm:presLayoutVars>
          <dgm:bulletEnabled val="1"/>
        </dgm:presLayoutVars>
      </dgm:prSet>
      <dgm:spPr/>
    </dgm:pt>
    <dgm:pt modelId="{CA44649C-D2A1-4FFC-B0C7-49A4A377A537}" type="pres">
      <dgm:prSet presAssocID="{71F1503A-8E02-487D-94AF-4D3B57845A46}" presName="sibTrans" presStyleLbl="node1" presStyleIdx="5" presStyleCnt="7"/>
      <dgm:spPr/>
    </dgm:pt>
    <dgm:pt modelId="{8AF8CE4B-2EE8-407A-84FD-7F1C297CF757}" type="pres">
      <dgm:prSet presAssocID="{FA18CA5F-EC17-4BD5-8532-1129665FE5DC}" presName="dummy" presStyleCnt="0"/>
      <dgm:spPr/>
    </dgm:pt>
    <dgm:pt modelId="{1AF512EB-0E3F-44CB-BD01-D92B3810BB28}" type="pres">
      <dgm:prSet presAssocID="{FA18CA5F-EC17-4BD5-8532-1129665FE5DC}" presName="node" presStyleLbl="revTx" presStyleIdx="6" presStyleCnt="7">
        <dgm:presLayoutVars>
          <dgm:bulletEnabled val="1"/>
        </dgm:presLayoutVars>
      </dgm:prSet>
      <dgm:spPr/>
    </dgm:pt>
    <dgm:pt modelId="{0D854133-A3C4-4792-A2CD-4610699ACBF3}" type="pres">
      <dgm:prSet presAssocID="{210CAF4D-05DE-4ACA-96D2-1A5E2B0C23E6}" presName="sibTrans" presStyleLbl="node1" presStyleIdx="6" presStyleCnt="7"/>
      <dgm:spPr/>
    </dgm:pt>
  </dgm:ptLst>
  <dgm:cxnLst>
    <dgm:cxn modelId="{1634F80B-025D-4048-BF5E-AAB0BA7FBF61}" srcId="{8A52A899-D103-44C5-AF56-0812CC9BEC8B}" destId="{D039E8B5-5085-46EF-842C-31AD28BC0CAC}" srcOrd="0" destOrd="0" parTransId="{A9204E2F-0EEB-45B6-8A37-8CEC281CF336}" sibTransId="{E3BED3ED-7443-4A67-B2C9-9E90A77D226B}"/>
    <dgm:cxn modelId="{3E8B5414-16E6-4FB5-9DD8-9539520F8387}" type="presOf" srcId="{B89E7F06-3C0F-4AC7-B811-9AA420738D65}" destId="{75C6ED53-2A53-4464-8760-ED8DEB1731C3}" srcOrd="0" destOrd="0" presId="urn:microsoft.com/office/officeart/2005/8/layout/cycle1"/>
    <dgm:cxn modelId="{CA4DA517-D4AC-4514-A8A1-4CB17FE000D0}" type="presOf" srcId="{6EC6B677-AAD7-47A4-BBF5-5539A6688C53}" destId="{F8E93783-C88C-48BF-A061-F1461BBECAA9}" srcOrd="0" destOrd="0" presId="urn:microsoft.com/office/officeart/2005/8/layout/cycle1"/>
    <dgm:cxn modelId="{084F3725-C476-4C84-93A9-D8488A1884BA}" type="presOf" srcId="{E4608A72-041B-4985-8FB5-DBC46D6066E8}" destId="{E83C0BB1-1832-47E1-915B-CEB08ADD945B}" srcOrd="0" destOrd="0" presId="urn:microsoft.com/office/officeart/2005/8/layout/cycle1"/>
    <dgm:cxn modelId="{42294535-D5A1-47A6-89E5-1A8596B2172F}" type="presOf" srcId="{71F1503A-8E02-487D-94AF-4D3B57845A46}" destId="{CA44649C-D2A1-4FFC-B0C7-49A4A377A537}" srcOrd="0" destOrd="0" presId="urn:microsoft.com/office/officeart/2005/8/layout/cycle1"/>
    <dgm:cxn modelId="{8877DB40-5504-478B-B12D-7B5C48B842A5}" srcId="{8A52A899-D103-44C5-AF56-0812CC9BEC8B}" destId="{6EC6B677-AAD7-47A4-BBF5-5539A6688C53}" srcOrd="4" destOrd="0" parTransId="{FA49F703-A5DC-4BD0-8641-A4AD12BE47AE}" sibTransId="{B3CF01B1-87B0-42C4-966F-B1933FD280E0}"/>
    <dgm:cxn modelId="{E4958167-E4BD-42D5-8B84-D226973429D2}" type="presOf" srcId="{210CAF4D-05DE-4ACA-96D2-1A5E2B0C23E6}" destId="{0D854133-A3C4-4792-A2CD-4610699ACBF3}" srcOrd="0" destOrd="0" presId="urn:microsoft.com/office/officeart/2005/8/layout/cycle1"/>
    <dgm:cxn modelId="{5E375D72-C352-44B4-AC6A-077DF9C6D1D1}" type="presOf" srcId="{D039E8B5-5085-46EF-842C-31AD28BC0CAC}" destId="{29894324-D296-4986-A9CC-3933817E6E75}" srcOrd="0" destOrd="0" presId="urn:microsoft.com/office/officeart/2005/8/layout/cycle1"/>
    <dgm:cxn modelId="{034E8B54-137A-4452-9B70-AA6791878AC1}" type="presOf" srcId="{CE9DFEC1-BE96-4D91-921D-A6E1351714DD}" destId="{7BC38949-0A7D-4A0C-8EB6-723466BCE675}" srcOrd="0" destOrd="0" presId="urn:microsoft.com/office/officeart/2005/8/layout/cycle1"/>
    <dgm:cxn modelId="{B14F0285-A7B1-4C20-9CD2-014D4A6FB8E9}" type="presOf" srcId="{97394986-A4E7-4390-AA35-968994A46A23}" destId="{78EEABA1-79DA-4883-93C1-F454F11F482E}" srcOrd="0" destOrd="0" presId="urn:microsoft.com/office/officeart/2005/8/layout/cycle1"/>
    <dgm:cxn modelId="{E1177D90-2A56-490F-A63F-3D4ECE80B9C2}" srcId="{8A52A899-D103-44C5-AF56-0812CC9BEC8B}" destId="{CE9DFEC1-BE96-4D91-921D-A6E1351714DD}" srcOrd="2" destOrd="0" parTransId="{2ED2F968-7198-4A2E-B0EA-E4C859FF8338}" sibTransId="{1AA6169C-6FC0-40B9-B067-8E386C405E78}"/>
    <dgm:cxn modelId="{2F722792-7575-4EE0-8B7A-7A75E548674C}" type="presOf" srcId="{1AA6169C-6FC0-40B9-B067-8E386C405E78}" destId="{D886464E-94CD-4347-841E-C87D85587BD0}" srcOrd="0" destOrd="0" presId="urn:microsoft.com/office/officeart/2005/8/layout/cycle1"/>
    <dgm:cxn modelId="{FB082D9C-C286-4409-8DCE-E356CF1F9479}" srcId="{8A52A899-D103-44C5-AF56-0812CC9BEC8B}" destId="{E4608A72-041B-4985-8FB5-DBC46D6066E8}" srcOrd="3" destOrd="0" parTransId="{784F57B9-91BF-4888-8D04-A4B1C170BC73}" sibTransId="{B89E7F06-3C0F-4AC7-B811-9AA420738D65}"/>
    <dgm:cxn modelId="{A361B5A3-DD95-470E-8E9D-5E9D6E4234FD}" type="presOf" srcId="{E3BED3ED-7443-4A67-B2C9-9E90A77D226B}" destId="{CE81F71B-64A6-4958-AAD6-43AD7E493B9B}" srcOrd="0" destOrd="0" presId="urn:microsoft.com/office/officeart/2005/8/layout/cycle1"/>
    <dgm:cxn modelId="{3A9E45AB-0092-4296-8FE7-A92F473BF2F6}" srcId="{8A52A899-D103-44C5-AF56-0812CC9BEC8B}" destId="{FA18CA5F-EC17-4BD5-8532-1129665FE5DC}" srcOrd="6" destOrd="0" parTransId="{E647A60F-14B6-4DFF-B682-8F3B96508102}" sibTransId="{210CAF4D-05DE-4ACA-96D2-1A5E2B0C23E6}"/>
    <dgm:cxn modelId="{981240B4-EF58-43C3-87F8-F0AE390A5480}" type="presOf" srcId="{9A3C0C73-88CF-4F7A-8BC6-7E00E54E17B4}" destId="{975D54E1-66A4-437F-9883-0B3CD5937AB7}" srcOrd="0" destOrd="0" presId="urn:microsoft.com/office/officeart/2005/8/layout/cycle1"/>
    <dgm:cxn modelId="{6A1F50B4-97DD-422C-BE79-37D698F912F4}" type="presOf" srcId="{8A52A899-D103-44C5-AF56-0812CC9BEC8B}" destId="{3E8FCBF6-EF59-418F-9AEE-116D2D78EEA2}" srcOrd="0" destOrd="0" presId="urn:microsoft.com/office/officeart/2005/8/layout/cycle1"/>
    <dgm:cxn modelId="{B85647B9-9FE9-4D1C-A0B8-9B6E14F9D14E}" srcId="{8A52A899-D103-44C5-AF56-0812CC9BEC8B}" destId="{9A3C0C73-88CF-4F7A-8BC6-7E00E54E17B4}" srcOrd="5" destOrd="0" parTransId="{F9478F8F-68F1-42E1-998B-A59FFE84B643}" sibTransId="{71F1503A-8E02-487D-94AF-4D3B57845A46}"/>
    <dgm:cxn modelId="{34BD0FC5-1D25-4435-989D-6FA8DA22EBC1}" srcId="{8A52A899-D103-44C5-AF56-0812CC9BEC8B}" destId="{7235D951-B26D-4579-AEEA-346B0FFED7E5}" srcOrd="1" destOrd="0" parTransId="{FB818593-6B0B-490F-83E7-F064F4945049}" sibTransId="{97394986-A4E7-4390-AA35-968994A46A23}"/>
    <dgm:cxn modelId="{24DB75CD-7122-468B-B50E-F1F5F682689B}" type="presOf" srcId="{B3CF01B1-87B0-42C4-966F-B1933FD280E0}" destId="{C632CF19-BC47-4DF0-A3D1-052BDAC89C2C}" srcOrd="0" destOrd="0" presId="urn:microsoft.com/office/officeart/2005/8/layout/cycle1"/>
    <dgm:cxn modelId="{D1A618DB-6735-4B3D-8BC4-EFF63136BE0A}" type="presOf" srcId="{FA18CA5F-EC17-4BD5-8532-1129665FE5DC}" destId="{1AF512EB-0E3F-44CB-BD01-D92B3810BB28}" srcOrd="0" destOrd="0" presId="urn:microsoft.com/office/officeart/2005/8/layout/cycle1"/>
    <dgm:cxn modelId="{5D7D1DF4-C068-4BA9-B18E-424AA969B7A8}" type="presOf" srcId="{7235D951-B26D-4579-AEEA-346B0FFED7E5}" destId="{9CE7DB60-54D8-4F63-8347-18EF329EA574}" srcOrd="0" destOrd="0" presId="urn:microsoft.com/office/officeart/2005/8/layout/cycle1"/>
    <dgm:cxn modelId="{AB34B4D8-C824-4A6D-B658-E336A1EB08A0}" type="presParOf" srcId="{3E8FCBF6-EF59-418F-9AEE-116D2D78EEA2}" destId="{3890831A-07EC-4AEF-8C20-B59B61873E09}" srcOrd="0" destOrd="0" presId="urn:microsoft.com/office/officeart/2005/8/layout/cycle1"/>
    <dgm:cxn modelId="{CDB41961-E124-4EFC-B25F-53182E6602F8}" type="presParOf" srcId="{3E8FCBF6-EF59-418F-9AEE-116D2D78EEA2}" destId="{29894324-D296-4986-A9CC-3933817E6E75}" srcOrd="1" destOrd="0" presId="urn:microsoft.com/office/officeart/2005/8/layout/cycle1"/>
    <dgm:cxn modelId="{FF821F5D-F930-47A1-90D3-7DE3BC8CCF30}" type="presParOf" srcId="{3E8FCBF6-EF59-418F-9AEE-116D2D78EEA2}" destId="{CE81F71B-64A6-4958-AAD6-43AD7E493B9B}" srcOrd="2" destOrd="0" presId="urn:microsoft.com/office/officeart/2005/8/layout/cycle1"/>
    <dgm:cxn modelId="{BC46D991-EFFF-490C-8CBF-F92DE268D303}" type="presParOf" srcId="{3E8FCBF6-EF59-418F-9AEE-116D2D78EEA2}" destId="{2B97E2D9-6A5D-4FD3-A381-E29100023D93}" srcOrd="3" destOrd="0" presId="urn:microsoft.com/office/officeart/2005/8/layout/cycle1"/>
    <dgm:cxn modelId="{F67EC2F5-48CC-4BEB-BF3C-6549ADE9198B}" type="presParOf" srcId="{3E8FCBF6-EF59-418F-9AEE-116D2D78EEA2}" destId="{9CE7DB60-54D8-4F63-8347-18EF329EA574}" srcOrd="4" destOrd="0" presId="urn:microsoft.com/office/officeart/2005/8/layout/cycle1"/>
    <dgm:cxn modelId="{B85C2A45-0A3A-4B7A-AA90-F378659BC9DC}" type="presParOf" srcId="{3E8FCBF6-EF59-418F-9AEE-116D2D78EEA2}" destId="{78EEABA1-79DA-4883-93C1-F454F11F482E}" srcOrd="5" destOrd="0" presId="urn:microsoft.com/office/officeart/2005/8/layout/cycle1"/>
    <dgm:cxn modelId="{52C57D41-0AED-4C45-86FD-4EE001A41A90}" type="presParOf" srcId="{3E8FCBF6-EF59-418F-9AEE-116D2D78EEA2}" destId="{5556A6F8-83CE-4E11-B63F-17674B932422}" srcOrd="6" destOrd="0" presId="urn:microsoft.com/office/officeart/2005/8/layout/cycle1"/>
    <dgm:cxn modelId="{541739EC-A0E7-442A-BD3A-57640EFC0B2E}" type="presParOf" srcId="{3E8FCBF6-EF59-418F-9AEE-116D2D78EEA2}" destId="{7BC38949-0A7D-4A0C-8EB6-723466BCE675}" srcOrd="7" destOrd="0" presId="urn:microsoft.com/office/officeart/2005/8/layout/cycle1"/>
    <dgm:cxn modelId="{9ACD2FE9-E20E-485D-BD06-3AC14BD48AA2}" type="presParOf" srcId="{3E8FCBF6-EF59-418F-9AEE-116D2D78EEA2}" destId="{D886464E-94CD-4347-841E-C87D85587BD0}" srcOrd="8" destOrd="0" presId="urn:microsoft.com/office/officeart/2005/8/layout/cycle1"/>
    <dgm:cxn modelId="{9F7C162A-A44F-4F3F-95B9-FEF012ED069C}" type="presParOf" srcId="{3E8FCBF6-EF59-418F-9AEE-116D2D78EEA2}" destId="{502EE916-322B-4917-B9D3-C152F01A0D3E}" srcOrd="9" destOrd="0" presId="urn:microsoft.com/office/officeart/2005/8/layout/cycle1"/>
    <dgm:cxn modelId="{B50CAC17-D149-43B4-9FA1-1FFB7018E25D}" type="presParOf" srcId="{3E8FCBF6-EF59-418F-9AEE-116D2D78EEA2}" destId="{E83C0BB1-1832-47E1-915B-CEB08ADD945B}" srcOrd="10" destOrd="0" presId="urn:microsoft.com/office/officeart/2005/8/layout/cycle1"/>
    <dgm:cxn modelId="{05A42259-648F-406D-8CEC-BC9206DFB951}" type="presParOf" srcId="{3E8FCBF6-EF59-418F-9AEE-116D2D78EEA2}" destId="{75C6ED53-2A53-4464-8760-ED8DEB1731C3}" srcOrd="11" destOrd="0" presId="urn:microsoft.com/office/officeart/2005/8/layout/cycle1"/>
    <dgm:cxn modelId="{812B85FF-B0B2-49D1-BD47-74FB947C382E}" type="presParOf" srcId="{3E8FCBF6-EF59-418F-9AEE-116D2D78EEA2}" destId="{54A625FC-A44A-4F47-8BFD-CC2847F6CF5D}" srcOrd="12" destOrd="0" presId="urn:microsoft.com/office/officeart/2005/8/layout/cycle1"/>
    <dgm:cxn modelId="{D78B564A-945E-490B-94CD-F7081FBF8595}" type="presParOf" srcId="{3E8FCBF6-EF59-418F-9AEE-116D2D78EEA2}" destId="{F8E93783-C88C-48BF-A061-F1461BBECAA9}" srcOrd="13" destOrd="0" presId="urn:microsoft.com/office/officeart/2005/8/layout/cycle1"/>
    <dgm:cxn modelId="{9143C352-5FFA-43C1-BA53-FD9C6C0C685F}" type="presParOf" srcId="{3E8FCBF6-EF59-418F-9AEE-116D2D78EEA2}" destId="{C632CF19-BC47-4DF0-A3D1-052BDAC89C2C}" srcOrd="14" destOrd="0" presId="urn:microsoft.com/office/officeart/2005/8/layout/cycle1"/>
    <dgm:cxn modelId="{F92B7408-A6CD-4B98-8A57-47586561D00A}" type="presParOf" srcId="{3E8FCBF6-EF59-418F-9AEE-116D2D78EEA2}" destId="{B1D6CC81-07ED-48E1-BC2B-1898BAE079F0}" srcOrd="15" destOrd="0" presId="urn:microsoft.com/office/officeart/2005/8/layout/cycle1"/>
    <dgm:cxn modelId="{78B48172-77E4-41A1-B7A2-AF54C8CD29D7}" type="presParOf" srcId="{3E8FCBF6-EF59-418F-9AEE-116D2D78EEA2}" destId="{975D54E1-66A4-437F-9883-0B3CD5937AB7}" srcOrd="16" destOrd="0" presId="urn:microsoft.com/office/officeart/2005/8/layout/cycle1"/>
    <dgm:cxn modelId="{3240F928-63E9-4D97-A70E-8263BBD8002E}" type="presParOf" srcId="{3E8FCBF6-EF59-418F-9AEE-116D2D78EEA2}" destId="{CA44649C-D2A1-4FFC-B0C7-49A4A377A537}" srcOrd="17" destOrd="0" presId="urn:microsoft.com/office/officeart/2005/8/layout/cycle1"/>
    <dgm:cxn modelId="{E0257035-412C-4983-8E11-03CF615E1DE9}" type="presParOf" srcId="{3E8FCBF6-EF59-418F-9AEE-116D2D78EEA2}" destId="{8AF8CE4B-2EE8-407A-84FD-7F1C297CF757}" srcOrd="18" destOrd="0" presId="urn:microsoft.com/office/officeart/2005/8/layout/cycle1"/>
    <dgm:cxn modelId="{AFC0FB45-397B-4B0B-A99C-07FBABFDE6B8}" type="presParOf" srcId="{3E8FCBF6-EF59-418F-9AEE-116D2D78EEA2}" destId="{1AF512EB-0E3F-44CB-BD01-D92B3810BB28}" srcOrd="19" destOrd="0" presId="urn:microsoft.com/office/officeart/2005/8/layout/cycle1"/>
    <dgm:cxn modelId="{306B108C-F60F-46AF-89A7-A5B438370F6F}" type="presParOf" srcId="{3E8FCBF6-EF59-418F-9AEE-116D2D78EEA2}" destId="{0D854133-A3C4-4792-A2CD-4610699ACBF3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350578" cy="5382539"/>
        <a:chOff x="0" y="0"/>
        <a:chExt cx="6350578" cy="5382539"/>
      </a:xfrm>
    </dsp:grpSpPr>
    <dsp:sp modelId="{29894324-D296-4986-A9CC-3933817E6E75}">
      <dsp:nvSpPr>
        <dsp:cNvPr id="3" name="矩形 2"/>
        <dsp:cNvSpPr/>
      </dsp:nvSpPr>
      <dsp:spPr bwMode="white">
        <a:xfrm>
          <a:off x="3693673" y="0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 dirty="0">
              <a:solidFill>
                <a:srgbClr val="FF0000"/>
              </a:solidFill>
              <a:effectLst/>
            </a:rPr>
            <a:t>数学物理方程</a:t>
          </a:r>
          <a:r>
            <a:rPr lang="en-US" sz="1200" dirty="0">
              <a:solidFill>
                <a:srgbClr val="FF0000"/>
              </a:solidFill>
              <a:effectLst/>
            </a:rPr>
            <a:t>/</a:t>
          </a:r>
          <a:r>
            <a:rPr lang="zh-CN" sz="1200" dirty="0">
              <a:solidFill>
                <a:srgbClr val="FF0000"/>
              </a:solidFill>
              <a:effectLst/>
            </a:rPr>
            <a:t>偏微分方程的基本概念</a:t>
          </a:r>
          <a:endParaRPr lang="en-US" sz="1200" dirty="0">
            <a:solidFill>
              <a:srgbClr val="FF0000"/>
            </a:solidFill>
            <a:effectLst/>
          </a:endParaRPr>
        </a:p>
      </dsp:txBody>
      <dsp:txXfrm>
        <a:off x="3693673" y="0"/>
        <a:ext cx="975149" cy="975149"/>
      </dsp:txXfrm>
    </dsp:sp>
    <dsp:sp modelId="{CE81F71B-64A6-4958-AAD6-43AD7E493B9B}">
      <dsp:nvSpPr>
        <dsp:cNvPr id="4" name="环形箭头 3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19701206"/>
            <a:gd name="adj4" fmla="val 18606259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9CE7DB60-54D8-4F63-8347-18EF329EA574}">
      <dsp:nvSpPr>
        <dsp:cNvPr id="5" name="矩形 4"/>
        <dsp:cNvSpPr/>
      </dsp:nvSpPr>
      <dsp:spPr bwMode="white">
        <a:xfrm>
          <a:off x="4948082" y="1572979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波动方程的导出</a:t>
          </a:r>
          <a:endParaRPr lang="en-US" sz="1200">
            <a:solidFill>
              <a:schemeClr val="tx1"/>
            </a:solidFill>
          </a:endParaRPr>
        </a:p>
      </dsp:txBody>
      <dsp:txXfrm>
        <a:off x="4948082" y="1572979"/>
        <a:ext cx="975149" cy="975149"/>
      </dsp:txXfrm>
    </dsp:sp>
    <dsp:sp modelId="{78EEABA1-79DA-4883-93C1-F454F11F482E}">
      <dsp:nvSpPr>
        <dsp:cNvPr id="6" name="环形箭头 5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1104331"/>
            <a:gd name="adj4" fmla="val 21557978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7BC38949-0A7D-4A0C-8EB6-723466BCE675}">
      <dsp:nvSpPr>
        <dsp:cNvPr id="7" name="矩形 6"/>
        <dsp:cNvSpPr/>
      </dsp:nvSpPr>
      <dsp:spPr bwMode="white">
        <a:xfrm>
          <a:off x="4500389" y="3534453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定解条件与定解问题</a:t>
          </a:r>
          <a:endParaRPr lang="en-US" sz="1200">
            <a:solidFill>
              <a:schemeClr val="tx1"/>
            </a:solidFill>
          </a:endParaRPr>
        </a:p>
      </dsp:txBody>
      <dsp:txXfrm>
        <a:off x="4500389" y="3534453"/>
        <a:ext cx="975149" cy="975149"/>
      </dsp:txXfrm>
    </dsp:sp>
    <dsp:sp modelId="{D886464E-94CD-4347-841E-C87D85587BD0}">
      <dsp:nvSpPr>
        <dsp:cNvPr id="8" name="环形箭头 7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4311612"/>
            <a:gd name="adj4" fmla="val 3308564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E83C0BB1-1832-47E1-915B-CEB08ADD945B}">
      <dsp:nvSpPr>
        <dsp:cNvPr id="9" name="矩形 8"/>
        <dsp:cNvSpPr/>
      </dsp:nvSpPr>
      <dsp:spPr bwMode="white">
        <a:xfrm>
          <a:off x="2687715" y="4407390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无界弦自由振动的初值问题：行波法</a:t>
          </a:r>
          <a:endParaRPr lang="en-US" sz="1200">
            <a:solidFill>
              <a:schemeClr val="tx1"/>
            </a:solidFill>
          </a:endParaRPr>
        </a:p>
      </dsp:txBody>
      <dsp:txXfrm>
        <a:off x="2687715" y="4407390"/>
        <a:ext cx="975149" cy="975149"/>
      </dsp:txXfrm>
    </dsp:sp>
    <dsp:sp modelId="{75C6ED53-2A53-4464-8760-ED8DEB1731C3}">
      <dsp:nvSpPr>
        <dsp:cNvPr id="10" name="环形箭头 9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7131435"/>
            <a:gd name="adj4" fmla="val 6128387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F8E93783-C88C-48BF-A061-F1461BBECAA9}">
      <dsp:nvSpPr>
        <dsp:cNvPr id="11" name="矩形 10"/>
        <dsp:cNvSpPr/>
      </dsp:nvSpPr>
      <dsp:spPr bwMode="white">
        <a:xfrm>
          <a:off x="875041" y="3534453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有界弦自由振动的初边值问题：分离变量法</a:t>
          </a:r>
          <a:r>
            <a:rPr lang="en-US" sz="1200">
              <a:solidFill>
                <a:schemeClr val="tx1"/>
              </a:solidFill>
            </a:rPr>
            <a:t>/</a:t>
          </a:r>
          <a:r>
            <a:rPr lang="zh-CN" sz="1200">
              <a:solidFill>
                <a:schemeClr val="tx1"/>
              </a:solidFill>
            </a:rPr>
            <a:t>驻波法</a:t>
          </a:r>
          <a:endParaRPr lang="en-US" sz="1200">
            <a:solidFill>
              <a:schemeClr val="tx1"/>
            </a:solidFill>
          </a:endParaRPr>
        </a:p>
      </dsp:txBody>
      <dsp:txXfrm>
        <a:off x="875041" y="3534453"/>
        <a:ext cx="975149" cy="975149"/>
      </dsp:txXfrm>
    </dsp:sp>
    <dsp:sp modelId="{C632CF19-BC47-4DF0-A3D1-052BDAC89C2C}">
      <dsp:nvSpPr>
        <dsp:cNvPr id="12" name="环形箭头 11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10482021"/>
            <a:gd name="adj4" fmla="val 9335668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975D54E1-66A4-437F-9883-0B3CD5937AB7}">
      <dsp:nvSpPr>
        <dsp:cNvPr id="13" name="矩形 12"/>
        <dsp:cNvSpPr/>
      </dsp:nvSpPr>
      <dsp:spPr bwMode="white">
        <a:xfrm>
          <a:off x="427347" y="1572979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傅里叶变换法（无界弦振动的初值问题）</a:t>
          </a:r>
          <a:endParaRPr lang="en-US" sz="1200">
            <a:solidFill>
              <a:schemeClr val="tx1"/>
            </a:solidFill>
          </a:endParaRPr>
        </a:p>
      </dsp:txBody>
      <dsp:txXfrm>
        <a:off x="427347" y="1572979"/>
        <a:ext cx="975149" cy="975149"/>
      </dsp:txXfrm>
    </dsp:sp>
    <dsp:sp modelId="{CA44649C-D2A1-4FFC-B0C7-49A4A377A537}">
      <dsp:nvSpPr>
        <dsp:cNvPr id="14" name="环形箭头 13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13433740"/>
            <a:gd name="adj4" fmla="val 12338793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  <dsp:sp modelId="{1AF512EB-0E3F-44CB-BD01-D92B3810BB28}">
      <dsp:nvSpPr>
        <dsp:cNvPr id="15" name="矩形 14"/>
        <dsp:cNvSpPr/>
      </dsp:nvSpPr>
      <dsp:spPr bwMode="white">
        <a:xfrm>
          <a:off x="1681757" y="0"/>
          <a:ext cx="975149" cy="975149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lIns="15240" tIns="15240" rIns="15240" bIns="152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200">
              <a:solidFill>
                <a:schemeClr val="tx1"/>
              </a:solidFill>
            </a:rPr>
            <a:t>拉普拉斯变换法（半无界、有界弦振动的初边值问题）</a:t>
          </a:r>
          <a:endParaRPr lang="en-US" sz="1200">
            <a:solidFill>
              <a:schemeClr val="tx1"/>
            </a:solidFill>
          </a:endParaRPr>
        </a:p>
      </dsp:txBody>
      <dsp:txXfrm>
        <a:off x="1681757" y="0"/>
        <a:ext cx="975149" cy="975149"/>
      </dsp:txXfrm>
    </dsp:sp>
    <dsp:sp modelId="{0D854133-A3C4-4792-A2CD-4610699ACBF3}">
      <dsp:nvSpPr>
        <dsp:cNvPr id="16" name="环形箭头 15"/>
        <dsp:cNvSpPr/>
      </dsp:nvSpPr>
      <dsp:spPr bwMode="white">
        <a:xfrm>
          <a:off x="601757" y="2936"/>
          <a:ext cx="5147063" cy="5147063"/>
        </a:xfrm>
        <a:prstGeom prst="circularArrow">
          <a:avLst>
            <a:gd name="adj1" fmla="val 5000"/>
            <a:gd name="adj2" fmla="val 360000"/>
            <a:gd name="adj3" fmla="val 16615185"/>
            <a:gd name="adj4" fmla="val 15424814"/>
            <a:gd name="adj5" fmla="val 5500"/>
          </a:avLst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Xfrm>
        <a:off x="601757" y="2936"/>
        <a:ext cx="5147063" cy="5147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55075-9660-4DE8-A63C-FD0451FDF9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BB08A-D5C7-40D0-95BB-0AE7B838F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8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18000"/>
        </a:lnSpc>
        <a:spcBef>
          <a:spcPct val="0"/>
        </a:spcBef>
        <a:buNone/>
        <a:defRPr sz="6600" kern="1200" spc="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400" kern="1200" spc="1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 spc="14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2000" kern="1200" spc="1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4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 spc="1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31798" y="702235"/>
            <a:ext cx="5614993" cy="3093468"/>
          </a:xfrm>
        </p:spPr>
        <p:txBody>
          <a:bodyPr anchor="b">
            <a:normAutofit fontScale="90000"/>
          </a:bodyPr>
          <a:lstStyle/>
          <a:p>
            <a:pPr algn="ctr">
              <a:lnSpc>
                <a:spcPct val="108000"/>
              </a:lnSpc>
            </a:pPr>
            <a:r>
              <a:rPr lang="en-US" altLang="zh-CN" sz="5600" dirty="0"/>
              <a:t>《</a:t>
            </a:r>
            <a:r>
              <a:rPr lang="zh-CN" altLang="en-US" sz="5600" dirty="0"/>
              <a:t>数学物理方法</a:t>
            </a:r>
            <a:r>
              <a:rPr lang="en-US" altLang="zh-CN" sz="5600" dirty="0"/>
              <a:t>》</a:t>
            </a:r>
            <a:br>
              <a:rPr lang="en-US" altLang="zh-CN" sz="5600" dirty="0"/>
            </a:br>
            <a:r>
              <a:rPr lang="zh-CN" altLang="en-US" sz="5600" dirty="0"/>
              <a:t>复习、习题和</a:t>
            </a:r>
            <a:r>
              <a:rPr lang="zh-CN" altLang="en-US" sz="5600" dirty="0"/>
              <a:t>答疑</a:t>
            </a:r>
            <a:endParaRPr lang="zh-CN" altLang="en-US" sz="5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14677" y="4067746"/>
            <a:ext cx="5614993" cy="2163418"/>
          </a:xfrm>
        </p:spPr>
        <p:txBody>
          <a:bodyPr anchor="t">
            <a:normAutofit/>
          </a:bodyPr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年秋季学期</a:t>
            </a:r>
            <a:endParaRPr lang="zh-CN" altLang="en-US" dirty="0"/>
          </a:p>
          <a:p>
            <a:pPr algn="r"/>
            <a:r>
              <a:rPr lang="zh-CN" altLang="en-US" dirty="0"/>
              <a:t>曹宁</a:t>
            </a:r>
            <a:endParaRPr lang="zh-CN" altLang="en-US" dirty="0"/>
          </a:p>
          <a:p>
            <a:pPr algn="r"/>
            <a:r>
              <a:rPr lang="en-US" altLang="zh-CN" dirty="0"/>
              <a:t>2025.12.11</a:t>
            </a:r>
            <a:endParaRPr lang="en-US" altLang="zh-CN" dirty="0"/>
          </a:p>
        </p:txBody>
      </p:sp>
      <p:pic>
        <p:nvPicPr>
          <p:cNvPr id="4" name="Picture 3" descr="图示&#10;&#10;描述已自动生成"/>
          <p:cNvPicPr>
            <a:picLocks noChangeAspect="1"/>
          </p:cNvPicPr>
          <p:nvPr/>
        </p:nvPicPr>
        <p:blipFill rotWithShape="1">
          <a:blip r:embed="rId1"/>
          <a:srcRect l="26924" r="276" b="2"/>
          <a:stretch>
            <a:fillRect/>
          </a:stretch>
        </p:blipFill>
        <p:spPr>
          <a:xfrm>
            <a:off x="482600" y="489856"/>
            <a:ext cx="5349331" cy="5878282"/>
          </a:xfrm>
          <a:prstGeom prst="rect">
            <a:avLst/>
          </a:prstGeom>
        </p:spPr>
      </p:pic>
      <p:cxnSp>
        <p:nvCxnSpPr>
          <p:cNvPr id="16" name="Straight Connector 15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928495"/>
            <a:ext cx="10506710" cy="3951605"/>
          </a:xfrm>
        </p:spPr>
        <p:txBody>
          <a:bodyPr/>
          <a:p>
            <a:pPr>
              <a:lnSpc>
                <a:spcPct val="170000"/>
              </a:lnSpc>
            </a:pPr>
            <a:r>
              <a:rPr lang="zh-CN" altLang="en-US"/>
              <a:t>考试时间：</a:t>
            </a:r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25</a:t>
            </a:r>
            <a:r>
              <a:rPr lang="zh-CN" altLang="en-US"/>
              <a:t>日下午</a:t>
            </a:r>
            <a:r>
              <a:rPr lang="en-US" altLang="zh-CN"/>
              <a:t>14:30-16:30</a:t>
            </a:r>
            <a:endParaRPr lang="en-US" altLang="zh-CN"/>
          </a:p>
          <a:p>
            <a:pPr>
              <a:lnSpc>
                <a:spcPct val="170000"/>
              </a:lnSpc>
            </a:pPr>
            <a:r>
              <a:rPr lang="zh-CN" altLang="en-US"/>
              <a:t>考试地点：</a:t>
            </a:r>
            <a:r>
              <a:rPr lang="zh-CN" altLang="en-US"/>
              <a:t>系统查看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/>
              <a:t>考试形式：</a:t>
            </a:r>
            <a:r>
              <a:rPr lang="zh-CN" altLang="en-US"/>
              <a:t>闭卷考试</a:t>
            </a:r>
            <a:endParaRPr lang="zh-CN" altLang="en-US"/>
          </a:p>
          <a:p>
            <a:pPr>
              <a:lnSpc>
                <a:spcPct val="17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（平时成绩占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40%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，期末成绩占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60%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3434" y="546246"/>
            <a:ext cx="2973350" cy="6129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/>
              <a:t>考核安排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600" y="1928495"/>
            <a:ext cx="10506710" cy="3951605"/>
          </a:xfrm>
        </p:spPr>
        <p:txBody>
          <a:bodyPr/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期末考试题型（第一章至第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六章）：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判断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题（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道题，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20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分）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证明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简答题（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道题，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40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分）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计算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推导题（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 3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道题，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10+15+15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分）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3434" y="546246"/>
            <a:ext cx="2973350" cy="61295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 dirty="0"/>
              <a:t>考核安排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65709"/>
            <a:ext cx="3687041" cy="1902608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</a:rPr>
              <a:t>波动方程</a:t>
            </a:r>
            <a:r>
              <a:rPr lang="zh-CN" altLang="en-US" sz="3200" dirty="0"/>
              <a:t>及其解法</a:t>
            </a:r>
            <a:endParaRPr lang="zh-CN" altLang="en-US" sz="3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7929" y="615406"/>
            <a:ext cx="3648941" cy="374016"/>
          </a:xfrm>
          <a:prstGeom prst="rect">
            <a:avLst/>
          </a:prstGeom>
        </p:spPr>
      </p:pic>
      <p:graphicFrame>
        <p:nvGraphicFramePr>
          <p:cNvPr id="14" name="内容占位符 2"/>
          <p:cNvGraphicFramePr>
            <a:graphicFrameLocks noGrp="1"/>
          </p:cNvGraphicFramePr>
          <p:nvPr>
            <p:ph idx="1"/>
          </p:nvPr>
        </p:nvGraphicFramePr>
        <p:xfrm>
          <a:off x="3330750" y="904973"/>
          <a:ext cx="6350578" cy="5382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7295" y="2486319"/>
            <a:ext cx="1933575" cy="8096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852" y="4944449"/>
            <a:ext cx="3008026" cy="105009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8662" y="6287512"/>
            <a:ext cx="3814736" cy="308334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03" y="5032521"/>
            <a:ext cx="3687042" cy="54203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562" y="2619079"/>
            <a:ext cx="2076450" cy="4953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7226" y="217264"/>
            <a:ext cx="1828800" cy="54292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1196" y="2416042"/>
            <a:ext cx="3489667" cy="2025916"/>
          </a:xfrm>
          <a:prstGeom prst="rect">
            <a:avLst/>
          </a:prstGeom>
        </p:spPr>
      </p:pic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7774" y="538061"/>
            <a:ext cx="9509569" cy="556577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87" y="166687"/>
            <a:ext cx="11858625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087" y="252412"/>
            <a:ext cx="11553825" cy="6353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62" y="247650"/>
            <a:ext cx="10277475" cy="6362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33350"/>
            <a:ext cx="1066800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133350"/>
            <a:ext cx="1003935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864" y="1258921"/>
            <a:ext cx="10285163" cy="43401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87" y="414337"/>
            <a:ext cx="10715625" cy="6029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23850"/>
            <a:ext cx="9601200" cy="6210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3" y="950270"/>
            <a:ext cx="11955534" cy="43415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849" y="0"/>
            <a:ext cx="100123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137" y="371475"/>
            <a:ext cx="8467725" cy="6115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062" y="495300"/>
            <a:ext cx="9667875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462" y="309562"/>
            <a:ext cx="9363075" cy="6238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262" y="195262"/>
            <a:ext cx="9515475" cy="6467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80975"/>
            <a:ext cx="7753350" cy="6496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12" y="1347787"/>
            <a:ext cx="8658225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848" y="0"/>
            <a:ext cx="104511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575" y="152400"/>
            <a:ext cx="9848850" cy="655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886" y="0"/>
            <a:ext cx="105522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725" y="438150"/>
            <a:ext cx="8972550" cy="5981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1675" y="147637"/>
            <a:ext cx="5810250" cy="1704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1754705"/>
            <a:ext cx="7124700" cy="495565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852612"/>
            <a:ext cx="876300" cy="4095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408887" y="220519"/>
            <a:ext cx="1300673" cy="454466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3600" dirty="0"/>
              <a:t>例如：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33983"/>
          <a:stretch>
            <a:fillRect/>
          </a:stretch>
        </p:blipFill>
        <p:spPr>
          <a:xfrm>
            <a:off x="365293" y="347054"/>
            <a:ext cx="5095875" cy="14525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93" y="3306594"/>
            <a:ext cx="4819650" cy="1885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923" y="68094"/>
            <a:ext cx="5573727" cy="32541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168" y="3913255"/>
            <a:ext cx="5532123" cy="18859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b="58054"/>
          <a:stretch>
            <a:fillRect/>
          </a:stretch>
        </p:blipFill>
        <p:spPr>
          <a:xfrm>
            <a:off x="2020988" y="703181"/>
            <a:ext cx="7776277" cy="22097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87" y="3638795"/>
            <a:ext cx="8391525" cy="2276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28" y="3638795"/>
            <a:ext cx="876300" cy="409575"/>
          </a:xfrm>
          <a:prstGeom prst="rect">
            <a:avLst/>
          </a:prstGeom>
        </p:spPr>
      </p:pic>
      <p:sp>
        <p:nvSpPr>
          <p:cNvPr id="2" name="标题 3"/>
          <p:cNvSpPr txBox="1"/>
          <p:nvPr/>
        </p:nvSpPr>
        <p:spPr>
          <a:xfrm>
            <a:off x="634851" y="488264"/>
            <a:ext cx="1300673" cy="454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109728" rIns="109728" bIns="91440" anchor="ctr"/>
          <a:lstStyle>
            <a:lvl1pPr algn="l" defTabSz="914400" rtl="0" eaLnBrk="1" latinLnBrk="0" hangingPunct="1">
              <a:lnSpc>
                <a:spcPct val="118000"/>
              </a:lnSpc>
              <a:spcBef>
                <a:spcPct val="0"/>
              </a:spcBef>
              <a:buNone/>
              <a:defRPr sz="6600" kern="1200" spc="15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/>
              <a:t>例如：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40335" b="34076"/>
          <a:stretch>
            <a:fillRect/>
          </a:stretch>
        </p:blipFill>
        <p:spPr>
          <a:xfrm>
            <a:off x="2020988" y="475948"/>
            <a:ext cx="7776277" cy="13480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2166937"/>
            <a:ext cx="8315325" cy="2524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2360612"/>
            <a:ext cx="876300" cy="409575"/>
          </a:xfrm>
          <a:prstGeom prst="rect">
            <a:avLst/>
          </a:prstGeom>
        </p:spPr>
      </p:pic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513943" y="475948"/>
            <a:ext cx="1300673" cy="454466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sz="3600" dirty="0"/>
              <a:t>例如：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9237" y="219075"/>
            <a:ext cx="9153525" cy="64198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661987"/>
            <a:ext cx="9658350" cy="55340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162" y="1081087"/>
            <a:ext cx="7305675" cy="46958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502" y="0"/>
            <a:ext cx="83589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390140" y="678815"/>
            <a:ext cx="7232650" cy="1103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softEdge rad="127000"/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辅导答疑环节</a:t>
            </a:r>
            <a:endParaRPr lang="zh-CN" altLang="en-US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6485" y="1971040"/>
            <a:ext cx="4759960" cy="38239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Microsoft YaHei"/>
        <a:ea typeface=""/>
        <a:cs typeface=""/>
      </a:majorFont>
      <a:minorFont>
        <a:latin typeface="Microsoft YaHe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>宽屏</PresentationFormat>
  <Paragraphs>32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微软雅黑 Light</vt:lpstr>
      <vt:lpstr>微软雅黑</vt:lpstr>
      <vt:lpstr>Arial Unicode MS</vt:lpstr>
      <vt:lpstr>等线</vt:lpstr>
      <vt:lpstr>Times New Roman</vt:lpstr>
      <vt:lpstr>LevelVTI</vt:lpstr>
      <vt:lpstr>《数学物理方法》 复习</vt:lpstr>
      <vt:lpstr>PowerPoint 演示文稿</vt:lpstr>
      <vt:lpstr>PowerPoint 演示文稿</vt:lpstr>
      <vt:lpstr>波动方程及其解法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例如：</vt:lpstr>
      <vt:lpstr>PowerPoint 演示文稿</vt:lpstr>
      <vt:lpstr>PowerPoint 演示文稿</vt:lpstr>
      <vt:lpstr>例如：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《数学物理方法》 复习和习题讲解</dc:title>
  <dc:creator>Cao Ning</dc:creator>
  <cp:lastModifiedBy>Ning</cp:lastModifiedBy>
  <cp:revision>62</cp:revision>
  <dcterms:created xsi:type="dcterms:W3CDTF">2024-05-28T22:33:00Z</dcterms:created>
  <dcterms:modified xsi:type="dcterms:W3CDTF">2025-12-11T01:58:10Z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57BE694D45D5499DBA4F173CCEBCF2A4_12</vt:lpwstr>
  </property>
  <property fmtid="{D5CDD505-2E9C-101B-9397-08002B2CF9AE}" pid="3" name="KSOProductBuildVer">
    <vt:lpwstr>2052-12.1.0.20305</vt:lpwstr>
  </property>
</Properties>
</file>