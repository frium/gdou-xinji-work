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3"/>
    <p:sldId id="368" r:id="rId4"/>
    <p:sldId id="417" r:id="rId5"/>
    <p:sldId id="422" r:id="rId6"/>
    <p:sldId id="423" r:id="rId7"/>
    <p:sldId id="418" r:id="rId8"/>
    <p:sldId id="419" r:id="rId9"/>
    <p:sldId id="420" r:id="rId11"/>
    <p:sldId id="421" r:id="rId12"/>
    <p:sldId id="416" r:id="rId13"/>
    <p:sldId id="424" r:id="rId14"/>
    <p:sldId id="396" r:id="rId15"/>
    <p:sldId id="398" r:id="rId16"/>
    <p:sldId id="399" r:id="rId17"/>
    <p:sldId id="400" r:id="rId18"/>
    <p:sldId id="401" r:id="rId19"/>
    <p:sldId id="402" r:id="rId20"/>
    <p:sldId id="403" r:id="rId21"/>
    <p:sldId id="404" r:id="rId22"/>
    <p:sldId id="405" r:id="rId23"/>
    <p:sldId id="406" r:id="rId24"/>
    <p:sldId id="407" r:id="rId25"/>
    <p:sldId id="408" r:id="rId26"/>
    <p:sldId id="409" r:id="rId27"/>
    <p:sldId id="410" r:id="rId28"/>
    <p:sldId id="411" r:id="rId29"/>
    <p:sldId id="412" r:id="rId30"/>
    <p:sldId id="413" r:id="rId31"/>
    <p:sldId id="414" r:id="rId32"/>
    <p:sldId id="415" r:id="rId33"/>
  </p:sldIdLst>
  <p:sldSz cx="12192000" cy="6858000"/>
  <p:notesSz cx="6858000" cy="9144000"/>
  <p:custDataLst>
    <p:tags r:id="rId37"/>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1" userDrawn="1">
          <p15:clr>
            <a:srgbClr val="A4A3A4"/>
          </p15:clr>
        </p15:guide>
        <p15:guide id="2" pos="382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9D9D9"/>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83" d="100"/>
          <a:sy n="83" d="100"/>
        </p:scale>
        <p:origin x="744" y="77"/>
      </p:cViewPr>
      <p:guideLst>
        <p:guide orient="horz" pos="2131"/>
        <p:guide pos="382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7" Type="http://schemas.openxmlformats.org/officeDocument/2006/relationships/tags" Target="tags/tag76.xml"/><Relationship Id="rId36" Type="http://schemas.openxmlformats.org/officeDocument/2006/relationships/tableStyles" Target="tableStyles.xml"/><Relationship Id="rId35" Type="http://schemas.openxmlformats.org/officeDocument/2006/relationships/viewProps" Target="viewProps.xml"/><Relationship Id="rId34" Type="http://schemas.openxmlformats.org/officeDocument/2006/relationships/presProps" Target="presProps.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notesMaster" Target="notesMasters/notesMaster1.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7.wmf"/><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wmf"/><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image" Target="../media/image12.wmf"/><Relationship Id="rId1" Type="http://schemas.openxmlformats.org/officeDocument/2006/relationships/image" Target="../media/image13.wmf"/></Relationships>
</file>

<file path=ppt/drawings/_rels/vmlDrawing6.vml.rels><?xml version="1.0" encoding="UTF-8" standalone="yes"?>
<Relationships xmlns="http://schemas.openxmlformats.org/package/2006/relationships"><Relationship Id="rId2" Type="http://schemas.openxmlformats.org/officeDocument/2006/relationships/image" Target="../media/image16.wmf"/><Relationship Id="rId1" Type="http://schemas.openxmlformats.org/officeDocument/2006/relationships/image" Target="../media/image15.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9.wmf"/><Relationship Id="rId1" Type="http://schemas.openxmlformats.org/officeDocument/2006/relationships/image" Target="../media/image18.wmf"/></Relationships>
</file>

<file path=ppt/drawings/_rels/vmlDrawing8.vml.rels><?xml version="1.0" encoding="UTF-8" standalone="yes"?>
<Relationships xmlns="http://schemas.openxmlformats.org/package/2006/relationships"><Relationship Id="rId5" Type="http://schemas.openxmlformats.org/officeDocument/2006/relationships/image" Target="../media/image24.wmf"/><Relationship Id="rId4" Type="http://schemas.openxmlformats.org/officeDocument/2006/relationships/image" Target="../media/image23.wmf"/><Relationship Id="rId3" Type="http://schemas.openxmlformats.org/officeDocument/2006/relationships/image" Target="../media/image22.wmf"/><Relationship Id="rId2" Type="http://schemas.openxmlformats.org/officeDocument/2006/relationships/image" Target="../media/image21.wmf"/><Relationship Id="rId1" Type="http://schemas.openxmlformats.org/officeDocument/2006/relationships/image" Target="../media/image20.wmf"/></Relationships>
</file>

<file path=ppt/drawings/_rels/vmlDrawing9.vml.rels><?xml version="1.0" encoding="UTF-8" standalone="yes"?>
<Relationships xmlns="http://schemas.openxmlformats.org/package/2006/relationships"><Relationship Id="rId4" Type="http://schemas.openxmlformats.org/officeDocument/2006/relationships/image" Target="../media/image28.wmf"/><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10.vml.rels><?xml version="1.0" encoding="UTF-8" standalone="yes"?>
<Relationships xmlns="http://schemas.openxmlformats.org/package/2006/relationships"><Relationship Id="rId5" Type="http://schemas.openxmlformats.org/officeDocument/2006/relationships/image" Target="../media/image33.wmf"/><Relationship Id="rId4" Type="http://schemas.openxmlformats.org/officeDocument/2006/relationships/image" Target="../media/image32.wmf"/><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s>
</file>

<file path=ppt/drawings/_rels/vmlDrawing11.vml.rels><?xml version="1.0" encoding="UTF-8" standalone="yes"?>
<Relationships xmlns="http://schemas.openxmlformats.org/package/2006/relationships"><Relationship Id="rId5" Type="http://schemas.openxmlformats.org/officeDocument/2006/relationships/image" Target="../media/image38.wmf"/><Relationship Id="rId4" Type="http://schemas.openxmlformats.org/officeDocument/2006/relationships/image" Target="../media/image37.wmf"/><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s>
</file>

<file path=ppt/drawings/_rels/vmlDrawing12.vml.rels><?xml version="1.0" encoding="UTF-8" standalone="yes"?>
<Relationships xmlns="http://schemas.openxmlformats.org/package/2006/relationships"><Relationship Id="rId5" Type="http://schemas.openxmlformats.org/officeDocument/2006/relationships/image" Target="../media/image43.wmf"/><Relationship Id="rId4" Type="http://schemas.openxmlformats.org/officeDocument/2006/relationships/image" Target="../media/image42.wmf"/><Relationship Id="rId3" Type="http://schemas.openxmlformats.org/officeDocument/2006/relationships/image" Target="../media/image41.wmf"/><Relationship Id="rId2" Type="http://schemas.openxmlformats.org/officeDocument/2006/relationships/image" Target="../media/image40.wmf"/><Relationship Id="rId1" Type="http://schemas.openxmlformats.org/officeDocument/2006/relationships/image" Target="../media/image39.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46.wmf"/><Relationship Id="rId2" Type="http://schemas.openxmlformats.org/officeDocument/2006/relationships/image" Target="../media/image45.wmf"/><Relationship Id="rId1" Type="http://schemas.openxmlformats.org/officeDocument/2006/relationships/image" Target="../media/image44.wmf"/></Relationships>
</file>

<file path=ppt/drawings/_rels/vmlDrawing14.vml.rels><?xml version="1.0" encoding="UTF-8" standalone="yes"?>
<Relationships xmlns="http://schemas.openxmlformats.org/package/2006/relationships"><Relationship Id="rId5" Type="http://schemas.openxmlformats.org/officeDocument/2006/relationships/image" Target="../media/image51.wmf"/><Relationship Id="rId4" Type="http://schemas.openxmlformats.org/officeDocument/2006/relationships/image" Target="../media/image50.wmf"/><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s>
</file>

<file path=ppt/drawings/_rels/vmlDrawing17.vml.rels><?xml version="1.0" encoding="UTF-8" standalone="yes"?>
<Relationships xmlns="http://schemas.openxmlformats.org/package/2006/relationships"><Relationship Id="rId6" Type="http://schemas.openxmlformats.org/officeDocument/2006/relationships/image" Target="../media/image63.wmf"/><Relationship Id="rId5" Type="http://schemas.openxmlformats.org/officeDocument/2006/relationships/image" Target="../media/image62.wmf"/><Relationship Id="rId4" Type="http://schemas.openxmlformats.org/officeDocument/2006/relationships/image" Target="../media/image61.wmf"/><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65.wmf"/><Relationship Id="rId1" Type="http://schemas.openxmlformats.org/officeDocument/2006/relationships/image" Target="../media/image64.wmf"/></Relationships>
</file>

<file path=ppt/drawings/_rels/vmlDrawing19.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s>
</file>

<file path=ppt/drawings/_rels/vmlDrawing20.vml.rels><?xml version="1.0" encoding="UTF-8" standalone="yes"?>
<Relationships xmlns="http://schemas.openxmlformats.org/package/2006/relationships"><Relationship Id="rId4" Type="http://schemas.openxmlformats.org/officeDocument/2006/relationships/image" Target="../media/image72.wmf"/><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s>
</file>

<file path=ppt/drawings/_rels/vmlDrawing22.vml.rels><?xml version="1.0" encoding="UTF-8" standalone="yes"?>
<Relationships xmlns="http://schemas.openxmlformats.org/package/2006/relationships"><Relationship Id="rId4" Type="http://schemas.openxmlformats.org/officeDocument/2006/relationships/image" Target="../media/image79.wmf"/><Relationship Id="rId3" Type="http://schemas.openxmlformats.org/officeDocument/2006/relationships/image" Target="../media/image78.wmf"/><Relationship Id="rId2" Type="http://schemas.openxmlformats.org/officeDocument/2006/relationships/image" Target="../media/image77.wmf"/><Relationship Id="rId1" Type="http://schemas.openxmlformats.org/officeDocument/2006/relationships/image" Target="../media/image76.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wmf"/><Relationship Id="rId1" Type="http://schemas.openxmlformats.org/officeDocument/2006/relationships/image" Target="../media/image80.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幻灯片图像占位符 1"/>
          <p:cNvSpPr>
            <a:spLocks noGrp="1" noRot="1" noChangeAspect="1" noTextEdit="1"/>
          </p:cNvSpPr>
          <p:nvPr>
            <p:ph type="sldImg"/>
          </p:nvPr>
        </p:nvSpPr>
        <p:spPr>
          <a:ln>
            <a:solidFill>
              <a:srgbClr val="000000"/>
            </a:solidFill>
            <a:miter/>
          </a:ln>
        </p:spPr>
      </p:sp>
      <p:sp>
        <p:nvSpPr>
          <p:cNvPr id="25602" name="备注占位符 2"/>
          <p:cNvSpPr>
            <a:spLocks noGrp="1"/>
          </p:cNvSpPr>
          <p:nvPr>
            <p:ph type="body"/>
          </p:nvPr>
        </p:nvSpPr>
        <p:spPr>
          <a:noFill/>
          <a:ln>
            <a:noFill/>
          </a:ln>
        </p:spPr>
        <p:txBody>
          <a:bodyPr wrap="square" lIns="91440" tIns="45720" rIns="91440" bIns="45720" anchor="t" anchorCtr="0"/>
          <a:lstStyle/>
          <a:p>
            <a:pPr lvl="0"/>
            <a:endParaRPr lang="zh-CN" altLang="en-US" dirty="0"/>
          </a:p>
        </p:txBody>
      </p:sp>
      <p:sp>
        <p:nvSpPr>
          <p:cNvPr id="25603" name="灯片编号占位符 3"/>
          <p:cNvSpPr txBox="1">
            <a:spLocks noGrp="1"/>
          </p:cNvSpPr>
          <p:nvPr>
            <p:ph type="sldNum" sz="quarter"/>
          </p:nvPr>
        </p:nvSpPr>
        <p:spPr>
          <a:xfrm>
            <a:off x="3884613" y="8685213"/>
            <a:ext cx="2971800" cy="457200"/>
          </a:xfrm>
          <a:prstGeom prst="rect">
            <a:avLst/>
          </a:prstGeom>
          <a:noFill/>
          <a:ln w="9525">
            <a:noFill/>
          </a:ln>
        </p:spPr>
        <p:txBody>
          <a:bodyPr vert="horz" wrap="square" lIns="91440" tIns="45720" rIns="91440" bIns="45720" anchor="b" anchorCtr="0"/>
          <a:lstStyle/>
          <a:p>
            <a:pPr lvl="0" algn="r" eaLnBrk="1" hangingPunct="1"/>
            <a:fld id="{9A0DB2DC-4C9A-4742-B13C-FB6460FD3503}" type="slidenum">
              <a:rPr lang="zh-CN" altLang="en-US" sz="1200" dirty="0"/>
            </a:fld>
            <a:endParaRPr lang="zh-CN" altLang="en-US" sz="1200" dirty="0"/>
          </a:p>
        </p:txBody>
      </p:sp>
    </p:spTree>
  </p:cSld>
  <p:clrMapOvr>
    <a:masterClrMapping/>
  </p:clrMapOvr>
</p:notes>
</file>

<file path=ppt/slideLayouts/_rels/slideLayout1.xml.rels><?xml version="1.0" encoding="UTF-8" standalone="yes"?>
<Relationships xmlns="http://schemas.openxmlformats.org/package/2006/relationships"><Relationship Id="rId9" Type="http://schemas.openxmlformats.org/officeDocument/2006/relationships/tags" Target="../tags/tag7.xml"/><Relationship Id="rId8" Type="http://schemas.openxmlformats.org/officeDocument/2006/relationships/tags" Target="../tags/tag6.xml"/><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1.png"/><Relationship Id="rId2" Type="http://schemas.openxmlformats.org/officeDocument/2006/relationships/tags" Target="../tags/tag1.xml"/><Relationship Id="rId11" Type="http://schemas.openxmlformats.org/officeDocument/2006/relationships/tags" Target="../tags/tag9.xml"/><Relationship Id="rId10" Type="http://schemas.openxmlformats.org/officeDocument/2006/relationships/tags" Target="../tags/tag8.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4.xml"/><Relationship Id="rId5" Type="http://schemas.openxmlformats.org/officeDocument/2006/relationships/tags" Target="../tags/tag13.xml"/><Relationship Id="rId4" Type="http://schemas.openxmlformats.org/officeDocument/2006/relationships/tags" Target="../tags/tag12.xml"/><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9" Type="http://schemas.openxmlformats.org/officeDocument/2006/relationships/tags" Target="../tags/tag21.xml"/><Relationship Id="rId8" Type="http://schemas.openxmlformats.org/officeDocument/2006/relationships/tags" Target="../tags/tag20.xml"/><Relationship Id="rId7" Type="http://schemas.openxmlformats.org/officeDocument/2006/relationships/tags" Target="../tags/tag19.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image" Target="../media/image2.png"/><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tags" Target="../tags/tag34.xml"/><Relationship Id="rId7" Type="http://schemas.openxmlformats.org/officeDocument/2006/relationships/tags" Target="../tags/tag33.xml"/><Relationship Id="rId6" Type="http://schemas.openxmlformats.org/officeDocument/2006/relationships/tags" Target="../tags/tag32.xml"/><Relationship Id="rId5" Type="http://schemas.openxmlformats.org/officeDocument/2006/relationships/tags" Target="../tags/tag31.xml"/><Relationship Id="rId4" Type="http://schemas.openxmlformats.org/officeDocument/2006/relationships/tags" Target="../tags/tag30.xml"/><Relationship Id="rId3" Type="http://schemas.openxmlformats.org/officeDocument/2006/relationships/tags" Target="../tags/tag29.xml"/><Relationship Id="rId2" Type="http://schemas.openxmlformats.org/officeDocument/2006/relationships/tags" Target="../tags/tag28.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8.xml"/><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53.xml"/><Relationship Id="rId5" Type="http://schemas.openxmlformats.org/officeDocument/2006/relationships/tags" Target="../tags/tag52.xml"/><Relationship Id="rId4" Type="http://schemas.openxmlformats.org/officeDocument/2006/relationships/tags" Target="../tags/tag51.xml"/><Relationship Id="rId3" Type="http://schemas.openxmlformats.org/officeDocument/2006/relationships/tags" Target="../tags/tag50.xml"/><Relationship Id="rId2" Type="http://schemas.openxmlformats.org/officeDocument/2006/relationships/tags" Target="../tags/tag49.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7.xml"/><Relationship Id="rId4" Type="http://schemas.openxmlformats.org/officeDocument/2006/relationships/tags" Target="../tags/tag56.xml"/><Relationship Id="rId3" Type="http://schemas.openxmlformats.org/officeDocument/2006/relationships/tags" Target="../tags/tag55.xml"/><Relationship Id="rId2" Type="http://schemas.openxmlformats.org/officeDocument/2006/relationships/tags" Target="../tags/tag54.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64.xml"/><Relationship Id="rId8" Type="http://schemas.openxmlformats.org/officeDocument/2006/relationships/tags" Target="../tags/tag63.xml"/><Relationship Id="rId7" Type="http://schemas.openxmlformats.org/officeDocument/2006/relationships/tags" Target="../tags/tag62.xml"/><Relationship Id="rId6" Type="http://schemas.openxmlformats.org/officeDocument/2006/relationships/tags" Target="../tags/tag61.xml"/><Relationship Id="rId5" Type="http://schemas.openxmlformats.org/officeDocument/2006/relationships/tags" Target="../tags/tag60.xml"/><Relationship Id="rId4" Type="http://schemas.openxmlformats.org/officeDocument/2006/relationships/tags" Target="../tags/tag59.xml"/><Relationship Id="rId3" Type="http://schemas.openxmlformats.org/officeDocument/2006/relationships/image" Target="../media/image1.png"/><Relationship Id="rId2" Type="http://schemas.openxmlformats.org/officeDocument/2006/relationships/tags" Target="../tags/tag58.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pic>
        <p:nvPicPr>
          <p:cNvPr id="4" name="图片 11"/>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0" y="3938588"/>
            <a:ext cx="12192000" cy="291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5" name="直接连接符 4"/>
          <p:cNvCxnSpPr/>
          <p:nvPr>
            <p:custDataLst>
              <p:tags r:id="rId4"/>
            </p:custDataLst>
          </p:nvPr>
        </p:nvCxnSpPr>
        <p:spPr>
          <a:xfrm flipH="1">
            <a:off x="0" y="2298700"/>
            <a:ext cx="258762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 name="直接连接符 5"/>
          <p:cNvCxnSpPr/>
          <p:nvPr>
            <p:custDataLst>
              <p:tags r:id="rId5"/>
            </p:custDataLst>
          </p:nvPr>
        </p:nvCxnSpPr>
        <p:spPr>
          <a:xfrm flipH="1" flipV="1">
            <a:off x="9605963" y="2298700"/>
            <a:ext cx="258762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7" name="矩形: 圆角 6"/>
          <p:cNvSpPr/>
          <p:nvPr>
            <p:custDataLst>
              <p:tags r:id="rId6"/>
            </p:custDataLst>
          </p:nvPr>
        </p:nvSpPr>
        <p:spPr>
          <a:xfrm>
            <a:off x="4900613" y="752475"/>
            <a:ext cx="2390775" cy="755650"/>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
        <p:nvSpPr>
          <p:cNvPr id="2" name="标题 1"/>
          <p:cNvSpPr>
            <a:spLocks noGrp="1"/>
          </p:cNvSpPr>
          <p:nvPr>
            <p:ph type="ctrTitle" hasCustomPrompt="1"/>
            <p:custDataLst>
              <p:tags r:id="rId7"/>
            </p:custDataLst>
          </p:nvPr>
        </p:nvSpPr>
        <p:spPr>
          <a:xfrm>
            <a:off x="2495600" y="1826578"/>
            <a:ext cx="7200800" cy="949878"/>
          </a:xfrm>
        </p:spPr>
        <p:txBody>
          <a:bodyPr>
            <a:normAutofit/>
          </a:bodyPr>
          <a:lstStyle>
            <a:lvl1pPr algn="ctr">
              <a:defRPr sz="4800" b="0">
                <a:solidFill>
                  <a:schemeClr val="tx2"/>
                </a:solidFill>
                <a:effectLst/>
              </a:defRPr>
            </a:lvl1pPr>
          </a:lstStyle>
          <a:p>
            <a:r>
              <a:rPr lang="zh-CN" altLang="en-US" noProof="1"/>
              <a:t>单击此处编辑标题</a:t>
            </a:r>
            <a:endParaRPr lang="zh-CN" altLang="en-US" noProof="1"/>
          </a:p>
        </p:txBody>
      </p:sp>
      <p:sp>
        <p:nvSpPr>
          <p:cNvPr id="3" name="副标题 2"/>
          <p:cNvSpPr>
            <a:spLocks noGrp="1"/>
          </p:cNvSpPr>
          <p:nvPr>
            <p:ph type="subTitle" idx="1"/>
            <p:custDataLst>
              <p:tags r:id="rId8"/>
            </p:custDataLst>
          </p:nvPr>
        </p:nvSpPr>
        <p:spPr>
          <a:xfrm>
            <a:off x="2495600" y="2826092"/>
            <a:ext cx="7200800" cy="465746"/>
          </a:xfrm>
        </p:spPr>
        <p:txBody>
          <a:bodyPr anchor="t">
            <a:normAutofit/>
          </a:bodyPr>
          <a:lstStyle>
            <a:lvl1pPr marL="0" indent="0" algn="ctr">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a:t>单击此处编辑母版副标题样式</a:t>
            </a:r>
            <a:endParaRPr lang="zh-CN" altLang="en-US" noProof="1"/>
          </a:p>
        </p:txBody>
      </p:sp>
      <p:sp>
        <p:nvSpPr>
          <p:cNvPr id="8" name="日期占位符 3"/>
          <p:cNvSpPr>
            <a:spLocks noGrp="1"/>
          </p:cNvSpPr>
          <p:nvPr>
            <p:ph type="dt" sz="half" idx="10"/>
            <p:custDataLst>
              <p:tags r:id="rId9"/>
            </p:custDataLst>
          </p:nvPr>
        </p:nvSpPr>
        <p:spPr/>
        <p:txBody>
          <a:bodyPr/>
          <a:lstStyle>
            <a:lvl1pPr>
              <a:defRPr/>
            </a:lvl1pPr>
          </a:lstStyle>
          <a:p>
            <a:fld id="{760FBDFE-C587-4B4C-A407-44438C67B59E}" type="datetimeFigureOut">
              <a:rPr lang="zh-CN" altLang="en-US" smtClean="0"/>
            </a:fld>
            <a:endParaRPr lang="zh-CN" altLang="en-US"/>
          </a:p>
        </p:txBody>
      </p:sp>
      <p:sp>
        <p:nvSpPr>
          <p:cNvPr id="9" name="页脚占位符 4"/>
          <p:cNvSpPr>
            <a:spLocks noGrp="1"/>
          </p:cNvSpPr>
          <p:nvPr>
            <p:ph type="ftr" sz="quarter" idx="11"/>
            <p:custDataLst>
              <p:tags r:id="rId10"/>
            </p:custDataLst>
          </p:nvPr>
        </p:nvSpPr>
        <p:spPr/>
        <p:txBody>
          <a:bodyPr/>
          <a:lstStyle>
            <a:lvl1pPr>
              <a:defRPr/>
            </a:lvl1pPr>
          </a:lstStyle>
          <a:p>
            <a:endParaRPr lang="zh-CN" altLang="en-US" dirty="0"/>
          </a:p>
        </p:txBody>
      </p:sp>
      <p:sp>
        <p:nvSpPr>
          <p:cNvPr id="10" name="灯片编号占位符 5"/>
          <p:cNvSpPr>
            <a:spLocks noGrp="1"/>
          </p:cNvSpPr>
          <p:nvPr>
            <p:ph type="sldNum" sz="quarter" idx="12"/>
            <p:custDataLst>
              <p:tags r:id="rId11"/>
            </p:custDataLst>
          </p:nvPr>
        </p:nvSpPr>
        <p:spPr/>
        <p:txBody>
          <a:bodyPr/>
          <a:lstStyle>
            <a:lvl1pPr>
              <a:defRPr/>
            </a:lvl1pPr>
          </a:lstStyle>
          <a:p>
            <a:fld id="{49AE70B2-8BF9-45C0-BB95-33D1B9D3A854}" type="slidenum">
              <a:rPr lang="zh-CN" altLang="en-US" smtClean="0"/>
            </a:fld>
            <a:endParaRPr lang="zh-CN" alt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idx="1"/>
            <p:custDataLst>
              <p:tags r:id="rId3"/>
            </p:custDataLst>
          </p:nvPr>
        </p:nvSpPr>
        <p:spPr>
          <a:xfrm>
            <a:off x="669882" y="952508"/>
            <a:ext cx="10852237" cy="5388907"/>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日期占位符 3"/>
          <p:cNvSpPr>
            <a:spLocks noGrp="1"/>
          </p:cNvSpPr>
          <p:nvPr>
            <p:ph type="dt" sz="half" idx="10"/>
            <p:custDataLst>
              <p:tags r:id="rId4"/>
            </p:custDataLst>
          </p:nvPr>
        </p:nvSpPr>
        <p:spPr/>
        <p:txBody>
          <a:bodyPr/>
          <a:lstStyle>
            <a:lvl1pP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4" name="矩形 3"/>
          <p:cNvSpPr/>
          <p:nvPr>
            <p:custDataLst>
              <p:tags r:id="rId2"/>
            </p:custDataLst>
          </p:nvPr>
        </p:nvSpPr>
        <p:spPr>
          <a:xfrm>
            <a:off x="3038475" y="2284413"/>
            <a:ext cx="6115050" cy="76676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pic>
        <p:nvPicPr>
          <p:cNvPr id="5" name="Picture 3" descr="D:\Desktop\素材\素描城市.png"/>
          <p:cNvPicPr>
            <a:picLocks noChangeAspect="1" noChangeArrowheads="1"/>
          </p:cNvPicPr>
          <p:nvPr>
            <p:custDataLst>
              <p:tags r:id="rId3"/>
            </p:custDataLst>
          </p:nvPr>
        </p:nvPicPr>
        <p:blipFill>
          <a:blip r:embed="rId4">
            <a:biLevel thresh="50000"/>
            <a:extLst>
              <a:ext uri="{28A0092B-C50C-407E-A947-70E740481C1C}">
                <a14:useLocalDpi xmlns:a14="http://schemas.microsoft.com/office/drawing/2010/main" val="0"/>
              </a:ext>
            </a:extLst>
          </a:blip>
          <a:srcRect/>
          <a:stretch>
            <a:fillRect/>
          </a:stretch>
        </p:blipFill>
        <p:spPr bwMode="auto">
          <a:xfrm>
            <a:off x="0" y="0"/>
            <a:ext cx="12192000" cy="2284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hasCustomPrompt="1"/>
            <p:custDataLst>
              <p:tags r:id="rId5"/>
            </p:custDataLst>
          </p:nvPr>
        </p:nvSpPr>
        <p:spPr>
          <a:xfrm>
            <a:off x="831850" y="3373606"/>
            <a:ext cx="10515600" cy="1061467"/>
          </a:xfrm>
        </p:spPr>
        <p:txBody>
          <a:bodyPr>
            <a:normAutofit/>
          </a:bodyPr>
          <a:lstStyle>
            <a:lvl1pPr algn="ctr">
              <a:defRPr sz="4800" b="0">
                <a:solidFill>
                  <a:schemeClr val="tx2"/>
                </a:solidFill>
                <a:effectLst/>
              </a:defRPr>
            </a:lvl1pPr>
          </a:lstStyle>
          <a:p>
            <a:r>
              <a:rPr lang="zh-CN" altLang="en-US" noProof="1"/>
              <a:t>单击此处编辑标题</a:t>
            </a:r>
            <a:endParaRPr lang="zh-CN" altLang="en-US" noProof="1"/>
          </a:p>
        </p:txBody>
      </p:sp>
      <p:sp>
        <p:nvSpPr>
          <p:cNvPr id="3" name="文本占位符 2"/>
          <p:cNvSpPr>
            <a:spLocks noGrp="1"/>
          </p:cNvSpPr>
          <p:nvPr>
            <p:ph type="body" idx="1" hasCustomPrompt="1"/>
            <p:custDataLst>
              <p:tags r:id="rId6"/>
            </p:custDataLst>
          </p:nvPr>
        </p:nvSpPr>
        <p:spPr>
          <a:xfrm>
            <a:off x="2207568" y="4527773"/>
            <a:ext cx="7776864" cy="1061467"/>
          </a:xfrm>
        </p:spPr>
        <p:txBody>
          <a:bodyPr>
            <a:normAutofit/>
          </a:bodyPr>
          <a:lstStyle>
            <a:lvl1pPr marL="0" indent="0" algn="ctr">
              <a:buNone/>
              <a:defRPr sz="20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noProof="1"/>
              <a:t>单击此处编辑文本</a:t>
            </a:r>
            <a:endParaRPr lang="zh-CN" altLang="en-US" noProof="1"/>
          </a:p>
        </p:txBody>
      </p:sp>
      <p:sp>
        <p:nvSpPr>
          <p:cNvPr id="6" name="日期占位符 3"/>
          <p:cNvSpPr>
            <a:spLocks noGrp="1"/>
          </p:cNvSpPr>
          <p:nvPr>
            <p:ph type="dt" sz="half" idx="10"/>
            <p:custDataLst>
              <p:tags r:id="rId7"/>
            </p:custDataLst>
          </p:nvPr>
        </p:nvSpPr>
        <p:spPr/>
        <p:txBody>
          <a:bodyPr/>
          <a:lstStyle>
            <a:lvl1pPr>
              <a:defRPr/>
            </a:lvl1pPr>
          </a:lstStyle>
          <a:p>
            <a:fld id="{760FBDFE-C587-4B4C-A407-44438C67B59E}" type="datetimeFigureOut">
              <a:rPr lang="zh-CN" altLang="en-US"/>
            </a:fld>
            <a:endParaRPr lang="zh-CN" altLang="en-US"/>
          </a:p>
        </p:txBody>
      </p:sp>
      <p:sp>
        <p:nvSpPr>
          <p:cNvPr id="7" name="页脚占位符 4"/>
          <p:cNvSpPr>
            <a:spLocks noGrp="1"/>
          </p:cNvSpPr>
          <p:nvPr>
            <p:ph type="ftr" sz="quarter" idx="11"/>
            <p:custDataLst>
              <p:tags r:id="rId8"/>
            </p:custDataLst>
          </p:nvPr>
        </p:nvSpPr>
        <p:spPr/>
        <p:txBody>
          <a:bodyPr/>
          <a:lstStyle>
            <a:lvl1pPr>
              <a:defRPr/>
            </a:lvl1pPr>
          </a:lstStyle>
          <a:p>
            <a:endParaRPr lang="zh-CN" altLang="en-US"/>
          </a:p>
        </p:txBody>
      </p:sp>
      <p:sp>
        <p:nvSpPr>
          <p:cNvPr id="8" name="灯片编号占位符 5"/>
          <p:cNvSpPr>
            <a:spLocks noGrp="1"/>
          </p:cNvSpPr>
          <p:nvPr>
            <p:ph type="sldNum" sz="quarter" idx="12"/>
            <p:custDataLst>
              <p:tags r:id="rId9"/>
            </p:custDataLst>
          </p:nvPr>
        </p:nvSpPr>
        <p:spPr/>
        <p:txBody>
          <a:bodyPr/>
          <a:lstStyle>
            <a:lvl1pPr>
              <a:defRPr/>
            </a:lvl1pPr>
          </a:lstStyle>
          <a:p>
            <a:fld id="{DFCB4D56-782D-442B-9B32-0BC325ED746A}" type="slidenum">
              <a:rPr lang="zh-CN" altLang="en-US"/>
            </a:fld>
            <a:endParaRPr lang="zh-CN" alt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内容占位符 2"/>
          <p:cNvSpPr>
            <a:spLocks noGrp="1"/>
          </p:cNvSpPr>
          <p:nvPr>
            <p:ph sz="half" idx="1"/>
            <p:custDataLst>
              <p:tags r:id="rId3"/>
            </p:custDataLst>
          </p:nvPr>
        </p:nvSpPr>
        <p:spPr>
          <a:xfrm>
            <a:off x="669930" y="952508"/>
            <a:ext cx="5283242" cy="5388907"/>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4" name="内容占位符 3"/>
          <p:cNvSpPr>
            <a:spLocks noGrp="1"/>
          </p:cNvSpPr>
          <p:nvPr>
            <p:ph sz="half" idx="2"/>
            <p:custDataLst>
              <p:tags r:id="rId4"/>
            </p:custDataLst>
          </p:nvPr>
        </p:nvSpPr>
        <p:spPr>
          <a:xfrm>
            <a:off x="6238877" y="952508"/>
            <a:ext cx="5283242" cy="5388907"/>
          </a:xfrm>
        </p:spPr>
        <p:txBody>
          <a:bodyPr>
            <a:noAutofit/>
          </a:bodyPr>
          <a:lstStyle>
            <a:lvl1pPr>
              <a:defRPr sz="1600">
                <a:latin typeface="微软雅黑" panose="020B0503020204020204" pitchFamily="34" charset="-122"/>
                <a:ea typeface="微软雅黑" panose="020B0503020204020204" pitchFamily="34" charset="-122"/>
              </a:defRPr>
            </a:lvl1pPr>
            <a:lvl2pPr>
              <a:defRPr sz="1600">
                <a:latin typeface="微软雅黑" panose="020B0503020204020204" pitchFamily="34" charset="-122"/>
                <a:ea typeface="微软雅黑" panose="020B0503020204020204" pitchFamily="34" charset="-122"/>
              </a:defRPr>
            </a:lvl2pPr>
            <a:lvl3pPr>
              <a:defRPr sz="1600">
                <a:latin typeface="微软雅黑" panose="020B0503020204020204" pitchFamily="34" charset="-122"/>
                <a:ea typeface="微软雅黑" panose="020B0503020204020204" pitchFamily="34" charset="-122"/>
              </a:defRPr>
            </a:lvl3pPr>
            <a:lvl4pPr>
              <a:defRPr sz="1600">
                <a:latin typeface="微软雅黑" panose="020B0503020204020204" pitchFamily="34" charset="-122"/>
                <a:ea typeface="微软雅黑" panose="020B0503020204020204" pitchFamily="34" charset="-122"/>
              </a:defRPr>
            </a:lvl4pPr>
            <a:lvl5pPr>
              <a:defRPr sz="1600">
                <a:latin typeface="微软雅黑" panose="020B0503020204020204" pitchFamily="34" charset="-122"/>
                <a:ea typeface="微软雅黑" panose="020B0503020204020204" pitchFamily="3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3"/>
          <p:cNvSpPr>
            <a:spLocks noGrp="1"/>
          </p:cNvSpPr>
          <p:nvPr>
            <p:ph type="dt" sz="half" idx="10"/>
            <p:custDataLst>
              <p:tags r:id="rId5"/>
            </p:custDataLst>
          </p:nvPr>
        </p:nvSpPr>
        <p:spPr/>
        <p:txBody>
          <a:bodyPr/>
          <a:lstStyle>
            <a:lvl1pPr>
              <a:defRPr/>
            </a:lvl1pPr>
          </a:lstStyle>
          <a:p>
            <a:fld id="{760FBDFE-C587-4B4C-A407-44438C67B59E}" type="datetimeFigureOut">
              <a:rPr lang="zh-CN" altLang="en-US" smtClean="0"/>
            </a:fld>
            <a:endParaRPr lang="zh-CN" altLang="en-US"/>
          </a:p>
        </p:txBody>
      </p:sp>
      <p:sp>
        <p:nvSpPr>
          <p:cNvPr id="6" name="页脚占位符 4"/>
          <p:cNvSpPr>
            <a:spLocks noGrp="1"/>
          </p:cNvSpPr>
          <p:nvPr>
            <p:ph type="ftr" sz="quarter" idx="11"/>
            <p:custDataLst>
              <p:tags r:id="rId6"/>
            </p:custDataLst>
          </p:nvPr>
        </p:nvSpPr>
        <p:spPr/>
        <p:txBody>
          <a:bodyPr/>
          <a:lstStyle>
            <a:lvl1pPr>
              <a:defRPr/>
            </a:lvl1pPr>
          </a:lstStyle>
          <a:p>
            <a:endParaRPr lang="zh-CN" altLang="en-US"/>
          </a:p>
        </p:txBody>
      </p:sp>
      <p:sp>
        <p:nvSpPr>
          <p:cNvPr id="7" name="灯片编号占位符 5"/>
          <p:cNvSpPr>
            <a:spLocks noGrp="1"/>
          </p:cNvSpPr>
          <p:nvPr>
            <p:ph type="sldNum" sz="quarter" idx="12"/>
            <p:custDataLst>
              <p:tags r:id="rId7"/>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882"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文本占位符 2"/>
          <p:cNvSpPr>
            <a:spLocks noGrp="1"/>
          </p:cNvSpPr>
          <p:nvPr>
            <p:ph type="body" idx="1" hasCustomPrompt="1"/>
            <p:custDataLst>
              <p:tags r:id="rId3"/>
            </p:custDataLst>
          </p:nvPr>
        </p:nvSpPr>
        <p:spPr>
          <a:xfrm>
            <a:off x="669930" y="952508"/>
            <a:ext cx="5283242" cy="381003"/>
          </a:xfrm>
        </p:spPr>
        <p:txBody>
          <a:bodyPr tIns="38100" rIns="76200" bIns="38100">
            <a:no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微软雅黑" panose="020B0503020204020204" pitchFamily="34" charset="-122"/>
                <a:ea typeface="微软雅黑" panose="020B0503020204020204" pitchFamily="3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单击此处编辑文本</a:t>
            </a:r>
            <a:endParaRPr lang="zh-CN" altLang="en-US" noProof="1"/>
          </a:p>
        </p:txBody>
      </p:sp>
      <p:sp>
        <p:nvSpPr>
          <p:cNvPr id="4" name="内容占位符 3"/>
          <p:cNvSpPr>
            <a:spLocks noGrp="1"/>
          </p:cNvSpPr>
          <p:nvPr>
            <p:ph sz="half" idx="2"/>
            <p:custDataLst>
              <p:tags r:id="rId4"/>
            </p:custDataLst>
          </p:nvPr>
        </p:nvSpPr>
        <p:spPr>
          <a:xfrm>
            <a:off x="669925" y="1406525"/>
            <a:ext cx="5283200" cy="4934752"/>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5" name="文本占位符 4"/>
          <p:cNvSpPr>
            <a:spLocks noGrp="1"/>
          </p:cNvSpPr>
          <p:nvPr>
            <p:ph type="body" sz="quarter" idx="3" hasCustomPrompt="1"/>
            <p:custDataLst>
              <p:tags r:id="rId5"/>
            </p:custDataLst>
          </p:nvPr>
        </p:nvSpPr>
        <p:spPr>
          <a:xfrm>
            <a:off x="6235750" y="952508"/>
            <a:ext cx="5283242" cy="381003"/>
          </a:xfrm>
        </p:spPr>
        <p:txBody>
          <a:bodyPr tIns="38100" rIns="76200" bIns="38100" rtlCol="0">
            <a:no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noProof="1">
                <a:sym typeface="+mn-ea"/>
              </a:rPr>
              <a:t>单击此处编辑文本</a:t>
            </a:r>
            <a:endParaRPr noProof="1">
              <a:sym typeface="+mn-ea"/>
            </a:endParaRPr>
          </a:p>
        </p:txBody>
      </p:sp>
      <p:sp>
        <p:nvSpPr>
          <p:cNvPr id="6" name="内容占位符 5"/>
          <p:cNvSpPr>
            <a:spLocks noGrp="1"/>
          </p:cNvSpPr>
          <p:nvPr>
            <p:ph sz="quarter" idx="4"/>
            <p:custDataLst>
              <p:tags r:id="rId6"/>
            </p:custDataLst>
          </p:nvPr>
        </p:nvSpPr>
        <p:spPr>
          <a:xfrm>
            <a:off x="6235750" y="1406525"/>
            <a:ext cx="5283242" cy="4934752"/>
          </a:xfrm>
        </p:spPr>
        <p:txBody>
          <a:bodyPr rtlCol="0">
            <a:no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5pPr>
          </a:lstStyle>
          <a:p>
            <a:pPr lvl="0"/>
            <a:r>
              <a:rPr lang="zh-CN" altLang="en-US" noProof="1">
                <a:sym typeface="+mn-ea"/>
              </a:rPr>
              <a:t>单击此处编辑母版文本样式</a:t>
            </a:r>
            <a:endParaRPr lang="zh-CN" altLang="en-US" noProof="1">
              <a:sym typeface="+mn-ea"/>
            </a:endParaRPr>
          </a:p>
          <a:p>
            <a:pPr lvl="1"/>
            <a:r>
              <a:rPr lang="zh-CN" altLang="en-US" noProof="1">
                <a:sym typeface="+mn-ea"/>
              </a:rPr>
              <a:t>第二级</a:t>
            </a:r>
            <a:endParaRPr lang="zh-CN" altLang="en-US" noProof="1">
              <a:sym typeface="+mn-ea"/>
            </a:endParaRPr>
          </a:p>
          <a:p>
            <a:pPr lvl="2"/>
            <a:r>
              <a:rPr lang="zh-CN" altLang="en-US" noProof="1">
                <a:sym typeface="+mn-ea"/>
              </a:rPr>
              <a:t>第三级</a:t>
            </a:r>
            <a:endParaRPr lang="zh-CN" altLang="en-US" noProof="1">
              <a:sym typeface="+mn-ea"/>
            </a:endParaRPr>
          </a:p>
          <a:p>
            <a:pPr lvl="3"/>
            <a:r>
              <a:rPr lang="zh-CN" altLang="en-US" noProof="1">
                <a:sym typeface="+mn-ea"/>
              </a:rPr>
              <a:t>第四级</a:t>
            </a:r>
            <a:endParaRPr lang="zh-CN" altLang="en-US" noProof="1">
              <a:sym typeface="+mn-ea"/>
            </a:endParaRPr>
          </a:p>
          <a:p>
            <a:pPr lvl="4"/>
            <a:r>
              <a:rPr lang="zh-CN" altLang="en-US" noProof="1">
                <a:sym typeface="+mn-ea"/>
              </a:rPr>
              <a:t>第五级</a:t>
            </a:r>
            <a:endParaRPr noProof="1">
              <a:sym typeface="+mn-ea"/>
            </a:endParaRPr>
          </a:p>
        </p:txBody>
      </p:sp>
      <p:sp>
        <p:nvSpPr>
          <p:cNvPr id="7" name="日期占位符 3"/>
          <p:cNvSpPr>
            <a:spLocks noGrp="1"/>
          </p:cNvSpPr>
          <p:nvPr>
            <p:ph type="dt" sz="half" idx="10"/>
            <p:custDataLst>
              <p:tags r:id="rId7"/>
            </p:custDataLst>
          </p:nvPr>
        </p:nvSpPr>
        <p:spPr/>
        <p:txBody>
          <a:bodyPr/>
          <a:lstStyle>
            <a:lvl1pPr>
              <a:defRPr/>
            </a:lvl1pPr>
          </a:lstStyle>
          <a:p>
            <a:fld id="{760FBDFE-C587-4B4C-A407-44438C67B59E}" type="datetimeFigureOut">
              <a:rPr lang="zh-CN" altLang="en-US" smtClean="0"/>
            </a:fld>
            <a:endParaRPr lang="zh-CN" altLang="en-US"/>
          </a:p>
        </p:txBody>
      </p:sp>
      <p:sp>
        <p:nvSpPr>
          <p:cNvPr id="8" name="页脚占位符 4"/>
          <p:cNvSpPr>
            <a:spLocks noGrp="1"/>
          </p:cNvSpPr>
          <p:nvPr>
            <p:ph type="ftr" sz="quarter" idx="11"/>
            <p:custDataLst>
              <p:tags r:id="rId8"/>
            </p:custDataLst>
          </p:nvPr>
        </p:nvSpPr>
        <p:spPr/>
        <p:txBody>
          <a:bodyPr/>
          <a:lstStyle>
            <a:lvl1pPr>
              <a:defRPr/>
            </a:lvl1pPr>
          </a:lstStyle>
          <a:p>
            <a:endParaRPr lang="zh-CN" altLang="en-US"/>
          </a:p>
        </p:txBody>
      </p:sp>
      <p:sp>
        <p:nvSpPr>
          <p:cNvPr id="9" name="灯片编号占位符 5"/>
          <p:cNvSpPr>
            <a:spLocks noGrp="1"/>
          </p:cNvSpPr>
          <p:nvPr>
            <p:ph type="sldNum" sz="quarter" idx="12"/>
            <p:custDataLst>
              <p:tags r:id="rId9"/>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日期占位符 3"/>
          <p:cNvSpPr>
            <a:spLocks noGrp="1"/>
          </p:cNvSpPr>
          <p:nvPr>
            <p:ph type="dt" sz="half" idx="10"/>
            <p:custDataLst>
              <p:tags r:id="rId3"/>
            </p:custDataLst>
          </p:nvPr>
        </p:nvSpPr>
        <p:spPr/>
        <p:txBody>
          <a:bodyPr/>
          <a:lstStyle>
            <a:lvl1pPr>
              <a:defRPr/>
            </a:lvl1pPr>
          </a:lstStyle>
          <a:p>
            <a:fld id="{760FBDFE-C587-4B4C-A407-44438C67B59E}" type="datetimeFigureOut">
              <a:rPr lang="zh-CN" altLang="en-US"/>
            </a:fld>
            <a:endParaRPr lang="zh-CN" altLang="en-US"/>
          </a:p>
        </p:txBody>
      </p:sp>
      <p:sp>
        <p:nvSpPr>
          <p:cNvPr id="4" name="页脚占位符 4"/>
          <p:cNvSpPr>
            <a:spLocks noGrp="1"/>
          </p:cNvSpPr>
          <p:nvPr>
            <p:ph type="ftr" sz="quarter" idx="11"/>
            <p:custDataLst>
              <p:tags r:id="rId4"/>
            </p:custDataLst>
          </p:nvPr>
        </p:nvSpPr>
        <p:spPr/>
        <p:txBody>
          <a:bodyPr/>
          <a:lstStyle>
            <a:lvl1pPr>
              <a:defRPr/>
            </a:lvl1pPr>
          </a:lstStyle>
          <a:p>
            <a:endParaRPr lang="zh-CN" altLang="en-US"/>
          </a:p>
        </p:txBody>
      </p:sp>
      <p:sp>
        <p:nvSpPr>
          <p:cNvPr id="5" name="灯片编号占位符 5"/>
          <p:cNvSpPr>
            <a:spLocks noGrp="1"/>
          </p:cNvSpPr>
          <p:nvPr>
            <p:ph type="sldNum" sz="quarter" idx="12"/>
            <p:custDataLst>
              <p:tags r:id="rId5"/>
            </p:custDataLst>
          </p:nvPr>
        </p:nvSpPr>
        <p:spPr/>
        <p:txBody>
          <a:bodyPr/>
          <a:lstStyle>
            <a:lvl1pPr>
              <a:defRPr/>
            </a:lvl1pPr>
          </a:lstStyle>
          <a:p>
            <a:fld id="{BD269E1A-4DF9-4A6A-B519-38EBE42E3344}" type="slidenum">
              <a:rPr lang="zh-CN" altLang="en-US"/>
            </a:fld>
            <a:endParaRPr lang="zh-CN" alt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custDataLst>
              <p:tags r:id="rId2"/>
            </p:custDataLst>
          </p:nvPr>
        </p:nvSpPr>
        <p:spPr/>
        <p:txBody>
          <a:bodyPr/>
          <a:lstStyle>
            <a:lvl1pPr>
              <a:defRPr/>
            </a:lvl1pPr>
          </a:lstStyle>
          <a:p>
            <a:fld id="{760FBDFE-C587-4B4C-A407-44438C67B59E}" type="datetimeFigureOut">
              <a:rPr lang="zh-CN" altLang="en-US" smtClean="0"/>
            </a:fld>
            <a:endParaRPr lang="zh-CN" altLang="en-US"/>
          </a:p>
        </p:txBody>
      </p:sp>
      <p:sp>
        <p:nvSpPr>
          <p:cNvPr id="3" name="页脚占位符 4"/>
          <p:cNvSpPr>
            <a:spLocks noGrp="1"/>
          </p:cNvSpPr>
          <p:nvPr>
            <p:ph type="ftr" sz="quarter" idx="11"/>
            <p:custDataLst>
              <p:tags r:id="rId3"/>
            </p:custDataLst>
          </p:nvPr>
        </p:nvSpPr>
        <p:spPr/>
        <p:txBody>
          <a:bodyPr/>
          <a:lstStyle>
            <a:lvl1pPr>
              <a:defRPr/>
            </a:lvl1pPr>
          </a:lstStyle>
          <a:p>
            <a:endParaRPr lang="zh-CN" altLang="en-US"/>
          </a:p>
        </p:txBody>
      </p:sp>
      <p:sp>
        <p:nvSpPr>
          <p:cNvPr id="4" name="灯片编号占位符 5"/>
          <p:cNvSpPr>
            <a:spLocks noGrp="1"/>
          </p:cNvSpPr>
          <p:nvPr>
            <p:ph type="sldNum" sz="quarter" idx="12"/>
            <p:custDataLst>
              <p:tags r:id="rId4"/>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69930" y="443234"/>
            <a:ext cx="10852237" cy="441964"/>
          </a:xfrm>
        </p:spPr>
        <p:txBody>
          <a:bodyPr rtlCol="0">
            <a:no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图片占位符 2"/>
          <p:cNvSpPr>
            <a:spLocks noGrp="1"/>
          </p:cNvSpPr>
          <p:nvPr>
            <p:ph type="pic" idx="1"/>
            <p:custDataLst>
              <p:tags r:id="rId3"/>
            </p:custDataLst>
          </p:nvPr>
        </p:nvSpPr>
        <p:spPr>
          <a:xfrm>
            <a:off x="669930" y="952508"/>
            <a:ext cx="5283242" cy="5388907"/>
          </a:xfrm>
        </p:spPr>
        <p:txBody>
          <a:bodyPr rtlCol="0">
            <a:no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r>
              <a:rPr lang="zh-CN" altLang="en-US" noProof="1">
                <a:sym typeface="+mn-ea"/>
              </a:rPr>
              <a:t>单击图标添加图片</a:t>
            </a:r>
            <a:endParaRPr noProof="1">
              <a:sym typeface="+mn-ea"/>
            </a:endParaRPr>
          </a:p>
        </p:txBody>
      </p:sp>
      <p:sp>
        <p:nvSpPr>
          <p:cNvPr id="4" name="文本占位符 3"/>
          <p:cNvSpPr>
            <a:spLocks noGrp="1"/>
          </p:cNvSpPr>
          <p:nvPr>
            <p:ph type="body" sz="half" idx="2"/>
            <p:custDataLst>
              <p:tags r:id="rId4"/>
            </p:custDataLst>
          </p:nvPr>
        </p:nvSpPr>
        <p:spPr>
          <a:xfrm>
            <a:off x="6238925" y="952508"/>
            <a:ext cx="5283242" cy="5388907"/>
          </a:xfrm>
        </p:spPr>
        <p:txBody>
          <a:bodyPr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微软雅黑" panose="020B0503020204020204" pitchFamily="34" charset="-122"/>
                <a:ea typeface="微软雅黑" panose="020B0503020204020204" pitchFamily="34" charset="-122"/>
                <a:cs typeface="+mn-cs"/>
                <a:sym typeface="+mn-ea"/>
              </a:defRPr>
            </a:lvl1pPr>
          </a:lstStyle>
          <a:p>
            <a:pPr lvl="0"/>
            <a:r>
              <a:rPr lang="zh-CN" altLang="en-US" noProof="1">
                <a:sym typeface="+mn-ea"/>
              </a:rPr>
              <a:t>单击此处编辑母版文本样式</a:t>
            </a:r>
            <a:endParaRPr lang="zh-CN" altLang="en-US" noProof="1">
              <a:sym typeface="+mn-ea"/>
            </a:endParaRPr>
          </a:p>
        </p:txBody>
      </p:sp>
      <p:sp>
        <p:nvSpPr>
          <p:cNvPr id="5" name="日期占位符 3"/>
          <p:cNvSpPr>
            <a:spLocks noGrp="1"/>
          </p:cNvSpPr>
          <p:nvPr>
            <p:ph type="dt" sz="half" idx="10"/>
            <p:custDataLst>
              <p:tags r:id="rId5"/>
            </p:custDataLst>
          </p:nvPr>
        </p:nvSpPr>
        <p:spPr/>
        <p:txBody>
          <a:bodyPr/>
          <a:lstStyle>
            <a:lvl1pPr>
              <a:defRPr/>
            </a:lvl1pPr>
          </a:lstStyle>
          <a:p>
            <a:fld id="{9EFD9D74-47D9-4702-A33C-335B63B48DBF}" type="datetimeFigureOut">
              <a:rPr lang="zh-CN" altLang="en-US" smtClean="0"/>
            </a:fld>
            <a:endParaRPr lang="zh-CN" altLang="en-US" dirty="0"/>
          </a:p>
        </p:txBody>
      </p:sp>
      <p:sp>
        <p:nvSpPr>
          <p:cNvPr id="6" name="页脚占位符 4"/>
          <p:cNvSpPr>
            <a:spLocks noGrp="1"/>
          </p:cNvSpPr>
          <p:nvPr>
            <p:ph type="ftr" sz="quarter" idx="11"/>
            <p:custDataLst>
              <p:tags r:id="rId6"/>
            </p:custDataLst>
          </p:nvPr>
        </p:nvSpPr>
        <p:spPr/>
        <p:txBody>
          <a:bodyPr/>
          <a:lstStyle>
            <a:lvl1pPr>
              <a:defRPr/>
            </a:lvl1pPr>
          </a:lstStyle>
          <a:p>
            <a:endParaRPr lang="zh-CN" altLang="en-US" dirty="0"/>
          </a:p>
        </p:txBody>
      </p:sp>
      <p:sp>
        <p:nvSpPr>
          <p:cNvPr id="7" name="灯片编号占位符 5"/>
          <p:cNvSpPr>
            <a:spLocks noGrp="1"/>
          </p:cNvSpPr>
          <p:nvPr>
            <p:ph type="sldNum" sz="quarter" idx="12"/>
            <p:custDataLst>
              <p:tags r:id="rId7"/>
            </p:custDataLst>
          </p:nvPr>
        </p:nvSpPr>
        <p:spPr/>
        <p:txBody>
          <a:bodyPr/>
          <a:lstStyle>
            <a:lvl1pPr>
              <a:defRPr/>
            </a:lvl1pPr>
          </a:lstStyle>
          <a:p>
            <a:fld id="{FABC47A4-756D-490B-A52F-7D9E2C9FC05F}" type="slidenum">
              <a:rPr lang="zh-CN" altLang="en-US" smtClean="0"/>
            </a:fld>
            <a:endParaRPr lang="zh-CN" alt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custDataLst>
              <p:tags r:id="rId2"/>
            </p:custDataLst>
          </p:nvPr>
        </p:nvSpPr>
        <p:spPr>
          <a:xfrm>
            <a:off x="10571135" y="952508"/>
            <a:ext cx="950984" cy="5388907"/>
          </a:xfrm>
        </p:spPr>
        <p:txBody>
          <a:bodyPr vert="eaVert" rtlCol="0" anchor="ctr">
            <a:no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微软雅黑" panose="020B0503020204020204" pitchFamily="34" charset="-122"/>
                <a:ea typeface="微软雅黑" panose="020B0503020204020204" pitchFamily="34" charset="-122"/>
                <a:cs typeface="+mj-cs"/>
                <a:sym typeface="+mn-ea"/>
              </a:defRPr>
            </a:lvl1pPr>
          </a:lstStyle>
          <a:p>
            <a:pPr lvl="0"/>
            <a:r>
              <a:rPr lang="zh-CN" altLang="en-US" noProof="1">
                <a:sym typeface="+mn-ea"/>
              </a:rPr>
              <a:t>单击此处编辑母版标题样式</a:t>
            </a:r>
            <a:endParaRPr noProof="1">
              <a:sym typeface="+mn-ea"/>
            </a:endParaRPr>
          </a:p>
        </p:txBody>
      </p:sp>
      <p:sp>
        <p:nvSpPr>
          <p:cNvPr id="3" name="竖排文字占位符 2"/>
          <p:cNvSpPr>
            <a:spLocks noGrp="1"/>
          </p:cNvSpPr>
          <p:nvPr>
            <p:ph type="body" orient="vert" idx="1"/>
            <p:custDataLst>
              <p:tags r:id="rId3"/>
            </p:custDataLst>
          </p:nvPr>
        </p:nvSpPr>
        <p:spPr>
          <a:xfrm>
            <a:off x="669925" y="952500"/>
            <a:ext cx="9828101" cy="5388907"/>
          </a:xfrm>
        </p:spPr>
        <p:txBody>
          <a:bodyPr vert="eaVert"/>
          <a:lstStyle>
            <a:lvl1pPr indent="0" eaLnBrk="1" fontAlgn="auto" latinLnBrk="0" hangingPunct="1">
              <a:defRPr>
                <a:latin typeface="微软雅黑" panose="020B0503020204020204" pitchFamily="34" charset="-122"/>
                <a:ea typeface="微软雅黑" panose="020B0503020204020204" pitchFamily="34" charset="-122"/>
              </a:defRPr>
            </a:lvl1pPr>
            <a:lvl2pPr indent="0" eaLnBrk="1" fontAlgn="auto" latinLnBrk="0" hangingPunct="1">
              <a:defRPr>
                <a:latin typeface="微软雅黑" panose="020B0503020204020204" pitchFamily="34" charset="-122"/>
                <a:ea typeface="微软雅黑" panose="020B0503020204020204" pitchFamily="34" charset="-122"/>
              </a:defRPr>
            </a:lvl2pPr>
            <a:lvl3pPr indent="0" eaLnBrk="1" fontAlgn="auto" latinLnBrk="0" hangingPunct="1">
              <a:defRPr>
                <a:latin typeface="微软雅黑" panose="020B0503020204020204" pitchFamily="34" charset="-122"/>
                <a:ea typeface="微软雅黑" panose="020B0503020204020204" pitchFamily="34" charset="-122"/>
              </a:defRPr>
            </a:lvl3pPr>
            <a:lvl4pPr indent="0" eaLnBrk="1" fontAlgn="auto" latinLnBrk="0" hangingPunct="1">
              <a:defRPr>
                <a:latin typeface="微软雅黑" panose="020B0503020204020204" pitchFamily="34" charset="-122"/>
                <a:ea typeface="微软雅黑" panose="020B0503020204020204" pitchFamily="34" charset="-122"/>
              </a:defRPr>
            </a:lvl4pPr>
            <a:lvl5pPr indent="0" eaLnBrk="1" fontAlgn="auto" latinLnBrk="0" hangingPunct="1">
              <a:defRPr>
                <a:latin typeface="微软雅黑" panose="020B0503020204020204" pitchFamily="34" charset="-122"/>
                <a:ea typeface="微软雅黑" panose="020B0503020204020204" pitchFamily="34" charset="-122"/>
              </a:defRPr>
            </a:lvl5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custDataLst>
              <p:tags r:id="rId4"/>
            </p:custDataLst>
          </p:nvPr>
        </p:nvSpPr>
        <p:spPr/>
        <p:txBody>
          <a:bodyPr/>
          <a:lstStyle>
            <a:lvl1pPr>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lvl1pPr>
              <a:defRPr/>
            </a:lvl1pPr>
          </a:lstStyle>
          <a:p>
            <a:endParaRPr lang="zh-CN" altLang="en-US"/>
          </a:p>
        </p:txBody>
      </p:sp>
      <p:sp>
        <p:nvSpPr>
          <p:cNvPr id="6" name="灯片编号占位符 5"/>
          <p:cNvSpPr>
            <a:spLocks noGrp="1"/>
          </p:cNvSpPr>
          <p:nvPr>
            <p:ph type="sldNum" sz="quarter" idx="12"/>
            <p:custDataLst>
              <p:tags r:id="rId6"/>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7" name="内容占位符 6"/>
          <p:cNvSpPr>
            <a:spLocks noGrp="1"/>
          </p:cNvSpPr>
          <p:nvPr>
            <p:ph sz="quarter" idx="13"/>
            <p:custDataLst>
              <p:tags r:id="rId2"/>
            </p:custDataLst>
          </p:nvPr>
        </p:nvSpPr>
        <p:spPr>
          <a:xfrm>
            <a:off x="669930" y="952508"/>
            <a:ext cx="10852237" cy="5388907"/>
          </a:xfrm>
        </p:spPr>
        <p:txBody>
          <a:bodyPr/>
          <a:lstStyle>
            <a:lvl1pPr>
              <a:defRPr/>
            </a:lvl1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3"/>
          <p:cNvSpPr>
            <a:spLocks noGrp="1"/>
          </p:cNvSpPr>
          <p:nvPr>
            <p:ph type="dt" sz="half" idx="14"/>
            <p:custDataLst>
              <p:tags r:id="rId3"/>
            </p:custDataLst>
          </p:nvPr>
        </p:nvSpPr>
        <p:spPr/>
        <p:txBody>
          <a:bodyPr/>
          <a:lstStyle>
            <a:lvl1pPr>
              <a:defRPr/>
            </a:lvl1pPr>
          </a:lstStyle>
          <a:p>
            <a:fld id="{760FBDFE-C587-4B4C-A407-44438C67B59E}" type="datetimeFigureOut">
              <a:rPr lang="zh-CN" altLang="en-US" smtClean="0"/>
            </a:fld>
            <a:endParaRPr lang="zh-CN" altLang="en-US"/>
          </a:p>
        </p:txBody>
      </p:sp>
      <p:sp>
        <p:nvSpPr>
          <p:cNvPr id="4" name="页脚占位符 4"/>
          <p:cNvSpPr>
            <a:spLocks noGrp="1"/>
          </p:cNvSpPr>
          <p:nvPr>
            <p:ph type="ftr" sz="quarter" idx="15"/>
            <p:custDataLst>
              <p:tags r:id="rId4"/>
            </p:custDataLst>
          </p:nvPr>
        </p:nvSpPr>
        <p:spPr/>
        <p:txBody>
          <a:bodyPr/>
          <a:lstStyle>
            <a:lvl1pPr>
              <a:defRPr/>
            </a:lvl1pPr>
          </a:lstStyle>
          <a:p>
            <a:endParaRPr lang="zh-CN" altLang="en-US"/>
          </a:p>
        </p:txBody>
      </p:sp>
      <p:sp>
        <p:nvSpPr>
          <p:cNvPr id="5" name="灯片编号占位符 5"/>
          <p:cNvSpPr>
            <a:spLocks noGrp="1"/>
          </p:cNvSpPr>
          <p:nvPr>
            <p:ph type="sldNum" sz="quarter" idx="16"/>
            <p:custDataLst>
              <p:tags r:id="rId5"/>
            </p:custDataLst>
          </p:nvPr>
        </p:nvSpPr>
        <p:spPr/>
        <p:txBody>
          <a:bodyPr/>
          <a:lstStyle>
            <a:lvl1pPr>
              <a:defRPr/>
            </a:lvl1pPr>
          </a:lstStyle>
          <a:p>
            <a:fld id="{49AE70B2-8BF9-45C0-BB95-33D1B9D3A854}" type="slidenum">
              <a:rPr lang="zh-CN" altLang="en-US" smtClean="0"/>
            </a:fld>
            <a:endParaRPr lang="zh-CN" alt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pic>
        <p:nvPicPr>
          <p:cNvPr id="3" name="图片 9"/>
          <p:cNvPicPr>
            <a:picLocks noChangeAspect="1" noChangeArrowheads="1"/>
          </p:cNvPicPr>
          <p:nvPr>
            <p:custDataLst>
              <p:tags r:id="rId2"/>
            </p:custDataLst>
          </p:nvPr>
        </p:nvPicPr>
        <p:blipFill>
          <a:blip r:embed="rId3">
            <a:extLst>
              <a:ext uri="{28A0092B-C50C-407E-A947-70E740481C1C}">
                <a14:useLocalDpi xmlns:a14="http://schemas.microsoft.com/office/drawing/2010/main" val="0"/>
              </a:ext>
            </a:extLst>
          </a:blip>
          <a:srcRect/>
          <a:stretch>
            <a:fillRect/>
          </a:stretch>
        </p:blipFill>
        <p:spPr bwMode="auto">
          <a:xfrm>
            <a:off x="0" y="3938588"/>
            <a:ext cx="12192000" cy="291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4" name="直接连接符 3"/>
          <p:cNvCxnSpPr/>
          <p:nvPr>
            <p:custDataLst>
              <p:tags r:id="rId4"/>
            </p:custDataLst>
          </p:nvPr>
        </p:nvCxnSpPr>
        <p:spPr>
          <a:xfrm flipH="1">
            <a:off x="0" y="2995613"/>
            <a:ext cx="258762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custDataLst>
              <p:tags r:id="rId5"/>
            </p:custDataLst>
          </p:nvPr>
        </p:nvCxnSpPr>
        <p:spPr>
          <a:xfrm flipH="1" flipV="1">
            <a:off x="9605963" y="2995613"/>
            <a:ext cx="2587625" cy="0"/>
          </a:xfrm>
          <a:prstGeom prst="line">
            <a:avLst/>
          </a:prstGeom>
          <a:ln w="127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标题 1"/>
          <p:cNvSpPr>
            <a:spLocks noGrp="1"/>
          </p:cNvSpPr>
          <p:nvPr>
            <p:ph type="title" hasCustomPrompt="1"/>
            <p:custDataLst>
              <p:tags r:id="rId6"/>
            </p:custDataLst>
          </p:nvPr>
        </p:nvSpPr>
        <p:spPr>
          <a:xfrm>
            <a:off x="2726808" y="2313806"/>
            <a:ext cx="6738385" cy="1448117"/>
          </a:xfrm>
        </p:spPr>
        <p:txBody>
          <a:bodyPr rIns="25400" rtlCol="0" anchor="ctr">
            <a:noAutofit/>
          </a:bodyPr>
          <a:lstStyle>
            <a:lvl1pPr marL="0" marR="0" algn="ctr" defTabSz="914400" rtl="0" eaLnBrk="1" fontAlgn="auto" latinLnBrk="0" hangingPunct="1">
              <a:lnSpc>
                <a:spcPct val="100000"/>
              </a:lnSpc>
              <a:buNone/>
              <a:defRPr kumimoji="0" lang="zh-CN" altLang="en-US" sz="6000" b="0" i="0" u="none" strike="noStrike" kern="1200" cap="none" spc="600" normalizeH="0" baseline="0" noProof="1" dirty="0">
                <a:solidFill>
                  <a:schemeClr val="tx2"/>
                </a:solidFill>
                <a:uFillTx/>
                <a:latin typeface="微软雅黑" panose="020B0503020204020204" pitchFamily="34" charset="-122"/>
                <a:ea typeface="微软雅黑" panose="020B0503020204020204" pitchFamily="34" charset="-122"/>
                <a:cs typeface="+mj-cs"/>
                <a:sym typeface="+mn-ea"/>
              </a:defRPr>
            </a:lvl1pPr>
          </a:lstStyle>
          <a:p>
            <a:pPr lvl="0"/>
            <a:r>
              <a:rPr noProof="1">
                <a:sym typeface="+mn-ea"/>
              </a:rPr>
              <a:t>编辑标题</a:t>
            </a:r>
            <a:endParaRPr noProof="1">
              <a:sym typeface="+mn-ea"/>
            </a:endParaRPr>
          </a:p>
        </p:txBody>
      </p:sp>
      <p:sp>
        <p:nvSpPr>
          <p:cNvPr id="6" name="日期占位符 2"/>
          <p:cNvSpPr>
            <a:spLocks noGrp="1"/>
          </p:cNvSpPr>
          <p:nvPr>
            <p:ph type="dt" sz="half" idx="10"/>
            <p:custDataLst>
              <p:tags r:id="rId7"/>
            </p:custDataLst>
          </p:nvPr>
        </p:nvSpPr>
        <p:spPr/>
        <p:txBody>
          <a:bodyPr/>
          <a:lstStyle>
            <a:lvl1pPr>
              <a:defRPr/>
            </a:lvl1pPr>
          </a:lstStyle>
          <a:p>
            <a:fld id="{760FBDFE-C587-4B4C-A407-44438C67B59E}" type="datetimeFigureOut">
              <a:rPr lang="zh-CN" altLang="en-US"/>
            </a:fld>
            <a:endParaRPr lang="zh-CN" altLang="en-US"/>
          </a:p>
        </p:txBody>
      </p:sp>
      <p:sp>
        <p:nvSpPr>
          <p:cNvPr id="7" name="页脚占位符 3"/>
          <p:cNvSpPr>
            <a:spLocks noGrp="1"/>
          </p:cNvSpPr>
          <p:nvPr>
            <p:ph type="ftr" sz="quarter" idx="11"/>
            <p:custDataLst>
              <p:tags r:id="rId8"/>
            </p:custDataLst>
          </p:nvPr>
        </p:nvSpPr>
        <p:spPr/>
        <p:txBody>
          <a:bodyPr/>
          <a:lstStyle>
            <a:lvl1pPr>
              <a:defRPr/>
            </a:lvl1pPr>
          </a:lstStyle>
          <a:p>
            <a:endParaRPr lang="zh-CN" altLang="en-US"/>
          </a:p>
        </p:txBody>
      </p:sp>
      <p:sp>
        <p:nvSpPr>
          <p:cNvPr id="8" name="灯片编号占位符 4"/>
          <p:cNvSpPr>
            <a:spLocks noGrp="1"/>
          </p:cNvSpPr>
          <p:nvPr>
            <p:ph type="sldNum" sz="quarter" idx="12"/>
            <p:custDataLst>
              <p:tags r:id="rId9"/>
            </p:custDataLst>
          </p:nvPr>
        </p:nvSpPr>
        <p:spPr/>
        <p:txBody>
          <a:bodyPr/>
          <a:lstStyle>
            <a:lvl1pPr>
              <a:defRPr/>
            </a:lvl1pPr>
          </a:lstStyle>
          <a:p>
            <a:fld id="{1F416EC6-90A0-4FF7-BF22-87F915FB23BB}" type="slidenum">
              <a:rPr lang="zh-CN" altLang="en-US"/>
            </a:fld>
            <a:endParaRPr lang="zh-CN" alt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70.xml"/><Relationship Id="rId16" Type="http://schemas.openxmlformats.org/officeDocument/2006/relationships/tags" Target="../tags/tag69.xml"/><Relationship Id="rId15" Type="http://schemas.openxmlformats.org/officeDocument/2006/relationships/tags" Target="../tags/tag68.xml"/><Relationship Id="rId14" Type="http://schemas.openxmlformats.org/officeDocument/2006/relationships/tags" Target="../tags/tag67.xml"/><Relationship Id="rId13" Type="http://schemas.openxmlformats.org/officeDocument/2006/relationships/tags" Target="../tags/tag66.xml"/><Relationship Id="rId12" Type="http://schemas.openxmlformats.org/officeDocument/2006/relationships/tags" Target="../tags/tag65.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custDataLst>
              <p:tags r:id="rId12"/>
            </p:custDataLst>
          </p:nvPr>
        </p:nvSpPr>
        <p:spPr bwMode="auto">
          <a:xfrm>
            <a:off x="669925" y="442913"/>
            <a:ext cx="10852150" cy="442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38100" rIns="76200" bIns="38100" numCol="1" anchor="t" anchorCtr="0" compatLnSpc="1"/>
          <a:lstStyle/>
          <a:p>
            <a:pPr lvl="0"/>
            <a:r>
              <a:rPr lang="zh-CN" altLang="en-US"/>
              <a:t>单击此处编辑母版标题样式</a:t>
            </a:r>
            <a:endParaRPr lang="zh-CN" altLang="en-US"/>
          </a:p>
        </p:txBody>
      </p:sp>
      <p:sp>
        <p:nvSpPr>
          <p:cNvPr id="1027" name="文本占位符 2"/>
          <p:cNvSpPr>
            <a:spLocks noGrp="1" noChangeArrowheads="1"/>
          </p:cNvSpPr>
          <p:nvPr>
            <p:ph type="body" idx="9"/>
            <p:custDataLst>
              <p:tags r:id="rId13"/>
            </p:custDataLst>
          </p:nvPr>
        </p:nvSpPr>
        <p:spPr bwMode="auto">
          <a:xfrm>
            <a:off x="669925" y="952500"/>
            <a:ext cx="10852150" cy="538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01600" tIns="0" rIns="82550" bIns="0" numCol="1" anchor="t" anchorCtr="0" compatLnSpc="1"/>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2"/>
            <p:custDataLst>
              <p:tags r:id="rId14"/>
            </p:custDataLst>
          </p:nvPr>
        </p:nvSpPr>
        <p:spPr>
          <a:xfrm>
            <a:off x="879475" y="6350000"/>
            <a:ext cx="2700338" cy="315913"/>
          </a:xfrm>
          <a:prstGeom prst="rect">
            <a:avLst/>
          </a:prstGeom>
        </p:spPr>
        <p:txBody>
          <a:bodyPr vert="horz" lIns="91440" tIns="45720" rIns="91440" bIns="45720" rtlCol="0" anchor="ctr">
            <a:normAutofit/>
          </a:bodyPr>
          <a:lstStyle>
            <a:lvl1pPr algn="l">
              <a:defRPr sz="1200" noProof="1" smtClean="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388" y="6350000"/>
            <a:ext cx="3959225" cy="315913"/>
          </a:xfrm>
          <a:prstGeom prst="rect">
            <a:avLst/>
          </a:prstGeom>
        </p:spPr>
        <p:txBody>
          <a:bodyPr vert="horz" lIns="91440" tIns="45720" rIns="91440" bIns="45720" rtlCol="0" anchor="ctr">
            <a:normAutofit/>
          </a:bodyPr>
          <a:lstStyle>
            <a:lvl1pPr algn="ctr">
              <a:defRPr sz="1200" noProof="1">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610600" y="6350000"/>
            <a:ext cx="2700338" cy="315913"/>
          </a:xfrm>
          <a:prstGeom prst="rect">
            <a:avLst/>
          </a:prstGeom>
        </p:spPr>
        <p:txBody>
          <a:bodyPr vert="horz" lIns="91440" tIns="45720" rIns="91440" bIns="45720" rtlCol="0" anchor="ctr">
            <a:normAutofit/>
          </a:bodyPr>
          <a:lstStyle>
            <a:lvl1pPr algn="r">
              <a:defRPr sz="1200" noProof="1" smtClean="0">
                <a:solidFill>
                  <a:schemeClr val="tx1">
                    <a:tint val="75000"/>
                  </a:schemeClr>
                </a:solidFill>
              </a:defRPr>
            </a:lvl1pPr>
          </a:lstStyle>
          <a:p>
            <a:fld id="{49AE70B2-8BF9-45C0-BB95-33D1B9D3A854}" type="slidenum">
              <a:rPr lang="zh-CN" altLang="en-US" smtClean="0"/>
            </a:fld>
            <a:endParaRPr lang="zh-CN" altLang="en-US" dirty="0"/>
          </a:p>
        </p:txBody>
      </p:sp>
      <p:sp>
        <p:nvSpPr>
          <p:cNvPr id="2" name="KSO_TEMPLATE" hidden="1"/>
          <p:cNvSpPr/>
          <p:nvPr>
            <p:custDataLst>
              <p:tags r:id="rId17"/>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zh-CN" altLang="en-US" noProof="1"/>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1" fontAlgn="base" hangingPunct="1">
        <a:spcBef>
          <a:spcPct val="0"/>
        </a:spcBef>
        <a:spcAft>
          <a:spcPct val="0"/>
        </a:spcAft>
        <a:defRPr sz="2400" b="1" kern="1200" spc="200">
          <a:solidFill>
            <a:schemeClr val="tx1"/>
          </a:solidFill>
          <a:latin typeface="微软雅黑" panose="020B0503020204020204" pitchFamily="34" charset="-122"/>
          <a:ea typeface="微软雅黑" panose="020B0503020204020204" pitchFamily="34" charset="-122"/>
          <a:cs typeface="+mj-cs"/>
        </a:defRPr>
      </a:lvl1pPr>
      <a:lvl2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2pPr>
      <a:lvl3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3pPr>
      <a:lvl4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4pPr>
      <a:lvl5pPr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5pPr>
      <a:lvl6pPr marL="4572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6pPr>
      <a:lvl7pPr marL="9144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7pPr>
      <a:lvl8pPr marL="13716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8pPr>
      <a:lvl9pPr marL="1828800" algn="l" rtl="0" eaLnBrk="1" fontAlgn="base" hangingPunct="1">
        <a:spcBef>
          <a:spcPct val="0"/>
        </a:spcBef>
        <a:spcAft>
          <a:spcPct val="0"/>
        </a:spcAft>
        <a:defRPr sz="2400" b="1">
          <a:solidFill>
            <a:schemeClr val="tx1"/>
          </a:solidFill>
          <a:latin typeface="微软雅黑" panose="020B0503020204020204" pitchFamily="34" charset="-122"/>
          <a:ea typeface="微软雅黑" panose="020B0503020204020204" pitchFamily="34" charset="-122"/>
        </a:defRPr>
      </a:lvl9pPr>
    </p:titleStyle>
    <p:bodyStyle>
      <a:lvl1pPr marL="228600" indent="-228600" algn="l" rtl="0" eaLnBrk="1" fontAlgn="base" hangingPunct="1">
        <a:lnSpc>
          <a:spcPct val="130000"/>
        </a:lnSpc>
        <a:spcBef>
          <a:spcPct val="0"/>
        </a:spcBef>
        <a:spcAft>
          <a:spcPts val="1000"/>
        </a:spcAft>
        <a:buFont typeface="Arial" panose="020B0604020202020204" pitchFamily="34" charset="0"/>
        <a:buChar char="•"/>
        <a:defRPr sz="1600" kern="1200" spc="150">
          <a:solidFill>
            <a:schemeClr val="tx1"/>
          </a:solidFill>
          <a:latin typeface="微软雅黑" panose="020B0503020204020204" pitchFamily="34" charset="-122"/>
          <a:ea typeface="微软雅黑" panose="020B0503020204020204" pitchFamily="34" charset="-122"/>
          <a:cs typeface="+mn-cs"/>
        </a:defRPr>
      </a:lvl1pPr>
      <a:lvl2pPr marL="6858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2pPr>
      <a:lvl3pPr marL="11430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3pPr>
      <a:lvl4pPr marL="16002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4pPr>
      <a:lvl5pPr marL="2057400" indent="-228600" algn="l" rtl="0" eaLnBrk="1" fontAlgn="base" hangingPunct="1">
        <a:lnSpc>
          <a:spcPct val="130000"/>
        </a:lnSpc>
        <a:spcBef>
          <a:spcPct val="0"/>
        </a:spcBef>
        <a:spcAft>
          <a:spcPts val="1000"/>
        </a:spcAft>
        <a:buFont typeface="Arial" panose="020B0604020202020204" pitchFamily="34" charset="0"/>
        <a:buChar char="•"/>
        <a:tabLst>
          <a:tab pos="1609725" algn="l"/>
        </a:tabLst>
        <a:defRPr sz="1600" kern="1200" spc="15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xml"/><Relationship Id="rId4" Type="http://schemas.openxmlformats.org/officeDocument/2006/relationships/tags" Target="../tags/tag73.xml"/><Relationship Id="rId3" Type="http://schemas.openxmlformats.org/officeDocument/2006/relationships/image" Target="../media/image3.png"/><Relationship Id="rId2" Type="http://schemas.openxmlformats.org/officeDocument/2006/relationships/tags" Target="../tags/tag72.xml"/><Relationship Id="rId1" Type="http://schemas.openxmlformats.org/officeDocument/2006/relationships/tags" Target="../tags/tag71.xml"/></Relationships>
</file>

<file path=ppt/slides/_rels/slide2.xml.rels><?xml version="1.0" encoding="UTF-8" standalone="yes"?>
<Relationships xmlns="http://schemas.openxmlformats.org/package/2006/relationships"><Relationship Id="rId6" Type="http://schemas.openxmlformats.org/officeDocument/2006/relationships/vmlDrawing" Target="../drawings/vmlDrawing1.vml"/><Relationship Id="rId5" Type="http://schemas.openxmlformats.org/officeDocument/2006/relationships/slideLayout" Target="../slideLayouts/slideLayout7.xml"/><Relationship Id="rId4" Type="http://schemas.openxmlformats.org/officeDocument/2006/relationships/image" Target="../media/image5.wmf"/><Relationship Id="rId3" Type="http://schemas.openxmlformats.org/officeDocument/2006/relationships/oleObject" Target="../embeddings/oleObject2.bin"/><Relationship Id="rId2" Type="http://schemas.openxmlformats.org/officeDocument/2006/relationships/image" Target="../media/image4.wmf"/><Relationship Id="rId1" Type="http://schemas.openxmlformats.org/officeDocument/2006/relationships/oleObject" Target="../embeddings/oleObject1.bin"/></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6" Type="http://schemas.openxmlformats.org/officeDocument/2006/relationships/vmlDrawing" Target="../drawings/vmlDrawing2.vml"/><Relationship Id="rId5" Type="http://schemas.openxmlformats.org/officeDocument/2006/relationships/slideLayout" Target="../slideLayouts/slideLayout7.xml"/><Relationship Id="rId4" Type="http://schemas.openxmlformats.org/officeDocument/2006/relationships/image" Target="../media/image7.wmf"/><Relationship Id="rId3" Type="http://schemas.openxmlformats.org/officeDocument/2006/relationships/oleObject" Target="../embeddings/oleObject4.bin"/><Relationship Id="rId2" Type="http://schemas.openxmlformats.org/officeDocument/2006/relationships/image" Target="../media/image6.wmf"/><Relationship Id="rId1"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vmlDrawing" Target="../drawings/vmlDrawing3.vml"/><Relationship Id="rId7" Type="http://schemas.openxmlformats.org/officeDocument/2006/relationships/slideLayout" Target="../slideLayouts/slideLayout7.xml"/><Relationship Id="rId6" Type="http://schemas.openxmlformats.org/officeDocument/2006/relationships/image" Target="../media/image10.wmf"/><Relationship Id="rId5" Type="http://schemas.openxmlformats.org/officeDocument/2006/relationships/oleObject" Target="../embeddings/oleObject7.bin"/><Relationship Id="rId4" Type="http://schemas.openxmlformats.org/officeDocument/2006/relationships/image" Target="../media/image9.wmf"/><Relationship Id="rId3" Type="http://schemas.openxmlformats.org/officeDocument/2006/relationships/oleObject" Target="../embeddings/oleObject6.bin"/><Relationship Id="rId2" Type="http://schemas.openxmlformats.org/officeDocument/2006/relationships/image" Target="../media/image8.wmf"/><Relationship Id="rId1" Type="http://schemas.openxmlformats.org/officeDocument/2006/relationships/oleObject" Target="../embeddings/oleObject5.bin"/></Relationships>
</file>

<file path=ppt/slides/_rels/slide8.xml.rels><?xml version="1.0" encoding="UTF-8" standalone="yes"?>
<Relationships xmlns="http://schemas.openxmlformats.org/package/2006/relationships"><Relationship Id="rId6" Type="http://schemas.openxmlformats.org/officeDocument/2006/relationships/vmlDrawing" Target="../drawings/vmlDrawing4.vml"/><Relationship Id="rId5" Type="http://schemas.openxmlformats.org/officeDocument/2006/relationships/slideLayout" Target="../slideLayouts/slideLayout7.xml"/><Relationship Id="rId4" Type="http://schemas.openxmlformats.org/officeDocument/2006/relationships/image" Target="../media/image12.wmf"/><Relationship Id="rId3" Type="http://schemas.openxmlformats.org/officeDocument/2006/relationships/oleObject" Target="../embeddings/oleObject9.bin"/><Relationship Id="rId2" Type="http://schemas.openxmlformats.org/officeDocument/2006/relationships/image" Target="../media/image11.wmf"/><Relationship Id="rId1"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8" Type="http://schemas.openxmlformats.org/officeDocument/2006/relationships/vmlDrawing" Target="../drawings/vmlDrawing5.vml"/><Relationship Id="rId7" Type="http://schemas.openxmlformats.org/officeDocument/2006/relationships/slideLayout" Target="../slideLayouts/slideLayout7.xml"/><Relationship Id="rId6" Type="http://schemas.openxmlformats.org/officeDocument/2006/relationships/image" Target="../media/image14.wmf"/><Relationship Id="rId5" Type="http://schemas.openxmlformats.org/officeDocument/2006/relationships/oleObject" Target="../embeddings/oleObject12.bin"/><Relationship Id="rId4" Type="http://schemas.openxmlformats.org/officeDocument/2006/relationships/image" Target="../media/image12.wmf"/><Relationship Id="rId3" Type="http://schemas.openxmlformats.org/officeDocument/2006/relationships/oleObject" Target="../embeddings/oleObject11.bin"/><Relationship Id="rId2" Type="http://schemas.openxmlformats.org/officeDocument/2006/relationships/image" Target="../media/image13.wmf"/><Relationship Id="rId1" Type="http://schemas.openxmlformats.org/officeDocument/2006/relationships/oleObject" Target="../embeddings/oleObject10.bin"/></Relationships>
</file>

<file path=ppt/slides/_rels/slide10.xml.rels><?xml version="1.0" encoding="UTF-8" standalone="yes"?>
<Relationships xmlns="http://schemas.openxmlformats.org/package/2006/relationships"><Relationship Id="rId8" Type="http://schemas.openxmlformats.org/officeDocument/2006/relationships/vmlDrawing" Target="../drawings/vmlDrawing6.vml"/><Relationship Id="rId7" Type="http://schemas.openxmlformats.org/officeDocument/2006/relationships/slideLayout" Target="../slideLayouts/slideLayout7.xml"/><Relationship Id="rId6" Type="http://schemas.openxmlformats.org/officeDocument/2006/relationships/image" Target="../media/image16.wmf"/><Relationship Id="rId5" Type="http://schemas.openxmlformats.org/officeDocument/2006/relationships/oleObject" Target="../embeddings/oleObject14.bin"/><Relationship Id="rId4" Type="http://schemas.openxmlformats.org/officeDocument/2006/relationships/tags" Target="../tags/tag75.xml"/><Relationship Id="rId3" Type="http://schemas.openxmlformats.org/officeDocument/2006/relationships/image" Target="../media/image15.wmf"/><Relationship Id="rId2" Type="http://schemas.openxmlformats.org/officeDocument/2006/relationships/oleObject" Target="../embeddings/oleObject13.bin"/><Relationship Id="rId1" Type="http://schemas.openxmlformats.org/officeDocument/2006/relationships/tags" Target="../tags/tag74.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6" Type="http://schemas.openxmlformats.org/officeDocument/2006/relationships/vmlDrawing" Target="../drawings/vmlDrawing7.vml"/><Relationship Id="rId5" Type="http://schemas.openxmlformats.org/officeDocument/2006/relationships/slideLayout" Target="../slideLayouts/slideLayout7.xml"/><Relationship Id="rId4" Type="http://schemas.openxmlformats.org/officeDocument/2006/relationships/image" Target="../media/image19.wmf"/><Relationship Id="rId3" Type="http://schemas.openxmlformats.org/officeDocument/2006/relationships/oleObject" Target="../embeddings/oleObject16.bin"/><Relationship Id="rId2" Type="http://schemas.openxmlformats.org/officeDocument/2006/relationships/image" Target="../media/image18.wmf"/><Relationship Id="rId1" Type="http://schemas.openxmlformats.org/officeDocument/2006/relationships/oleObject" Target="../embeddings/oleObject15.bin"/></Relationships>
</file>

<file path=ppt/slides/_rels/slide13.xml.rels><?xml version="1.0" encoding="UTF-8" standalone="yes"?>
<Relationships xmlns="http://schemas.openxmlformats.org/package/2006/relationships"><Relationship Id="rId9" Type="http://schemas.openxmlformats.org/officeDocument/2006/relationships/oleObject" Target="../embeddings/oleObject21.bin"/><Relationship Id="rId8" Type="http://schemas.openxmlformats.org/officeDocument/2006/relationships/image" Target="../media/image23.wmf"/><Relationship Id="rId7" Type="http://schemas.openxmlformats.org/officeDocument/2006/relationships/oleObject" Target="../embeddings/oleObject20.bin"/><Relationship Id="rId6" Type="http://schemas.openxmlformats.org/officeDocument/2006/relationships/image" Target="../media/image22.wmf"/><Relationship Id="rId5" Type="http://schemas.openxmlformats.org/officeDocument/2006/relationships/oleObject" Target="../embeddings/oleObject19.bin"/><Relationship Id="rId4" Type="http://schemas.openxmlformats.org/officeDocument/2006/relationships/image" Target="../media/image21.wmf"/><Relationship Id="rId3" Type="http://schemas.openxmlformats.org/officeDocument/2006/relationships/oleObject" Target="../embeddings/oleObject18.bin"/><Relationship Id="rId2" Type="http://schemas.openxmlformats.org/officeDocument/2006/relationships/image" Target="../media/image20.wmf"/><Relationship Id="rId12" Type="http://schemas.openxmlformats.org/officeDocument/2006/relationships/vmlDrawing" Target="../drawings/vmlDrawing8.vml"/><Relationship Id="rId11" Type="http://schemas.openxmlformats.org/officeDocument/2006/relationships/slideLayout" Target="../slideLayouts/slideLayout7.xml"/><Relationship Id="rId10" Type="http://schemas.openxmlformats.org/officeDocument/2006/relationships/image" Target="../media/image24.wmf"/><Relationship Id="rId1" Type="http://schemas.openxmlformats.org/officeDocument/2006/relationships/oleObject" Target="../embeddings/oleObject17.bin"/></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28.wmf"/><Relationship Id="rId7" Type="http://schemas.openxmlformats.org/officeDocument/2006/relationships/oleObject" Target="../embeddings/oleObject25.bin"/><Relationship Id="rId6" Type="http://schemas.openxmlformats.org/officeDocument/2006/relationships/image" Target="../media/image27.wmf"/><Relationship Id="rId5" Type="http://schemas.openxmlformats.org/officeDocument/2006/relationships/oleObject" Target="../embeddings/oleObject24.bin"/><Relationship Id="rId4" Type="http://schemas.openxmlformats.org/officeDocument/2006/relationships/image" Target="../media/image26.wmf"/><Relationship Id="rId3" Type="http://schemas.openxmlformats.org/officeDocument/2006/relationships/oleObject" Target="../embeddings/oleObject23.bin"/><Relationship Id="rId2" Type="http://schemas.openxmlformats.org/officeDocument/2006/relationships/image" Target="../media/image25.wmf"/><Relationship Id="rId10" Type="http://schemas.openxmlformats.org/officeDocument/2006/relationships/vmlDrawing" Target="../drawings/vmlDrawing9.vml"/><Relationship Id="rId1" Type="http://schemas.openxmlformats.org/officeDocument/2006/relationships/oleObject" Target="../embeddings/oleObject22.bin"/></Relationships>
</file>

<file path=ppt/slides/_rels/slide15.xml.rels><?xml version="1.0" encoding="UTF-8" standalone="yes"?>
<Relationships xmlns="http://schemas.openxmlformats.org/package/2006/relationships"><Relationship Id="rId9" Type="http://schemas.openxmlformats.org/officeDocument/2006/relationships/oleObject" Target="../embeddings/oleObject30.bin"/><Relationship Id="rId8" Type="http://schemas.openxmlformats.org/officeDocument/2006/relationships/image" Target="../media/image32.wmf"/><Relationship Id="rId7" Type="http://schemas.openxmlformats.org/officeDocument/2006/relationships/oleObject" Target="../embeddings/oleObject29.bin"/><Relationship Id="rId6" Type="http://schemas.openxmlformats.org/officeDocument/2006/relationships/image" Target="../media/image31.wmf"/><Relationship Id="rId5" Type="http://schemas.openxmlformats.org/officeDocument/2006/relationships/oleObject" Target="../embeddings/oleObject28.bin"/><Relationship Id="rId4" Type="http://schemas.openxmlformats.org/officeDocument/2006/relationships/image" Target="../media/image30.wmf"/><Relationship Id="rId3" Type="http://schemas.openxmlformats.org/officeDocument/2006/relationships/oleObject" Target="../embeddings/oleObject27.bin"/><Relationship Id="rId2" Type="http://schemas.openxmlformats.org/officeDocument/2006/relationships/image" Target="../media/image29.wmf"/><Relationship Id="rId12" Type="http://schemas.openxmlformats.org/officeDocument/2006/relationships/vmlDrawing" Target="../drawings/vmlDrawing10.vml"/><Relationship Id="rId11" Type="http://schemas.openxmlformats.org/officeDocument/2006/relationships/slideLayout" Target="../slideLayouts/slideLayout7.xml"/><Relationship Id="rId10" Type="http://schemas.openxmlformats.org/officeDocument/2006/relationships/image" Target="../media/image33.wmf"/><Relationship Id="rId1" Type="http://schemas.openxmlformats.org/officeDocument/2006/relationships/oleObject" Target="../embeddings/oleObject26.bin"/></Relationships>
</file>

<file path=ppt/slides/_rels/slide16.xml.rels><?xml version="1.0" encoding="UTF-8" standalone="yes"?>
<Relationships xmlns="http://schemas.openxmlformats.org/package/2006/relationships"><Relationship Id="rId9" Type="http://schemas.openxmlformats.org/officeDocument/2006/relationships/oleObject" Target="../embeddings/oleObject35.bin"/><Relationship Id="rId8" Type="http://schemas.openxmlformats.org/officeDocument/2006/relationships/image" Target="../media/image37.wmf"/><Relationship Id="rId7" Type="http://schemas.openxmlformats.org/officeDocument/2006/relationships/oleObject" Target="../embeddings/oleObject34.bin"/><Relationship Id="rId6" Type="http://schemas.openxmlformats.org/officeDocument/2006/relationships/image" Target="../media/image36.wmf"/><Relationship Id="rId5" Type="http://schemas.openxmlformats.org/officeDocument/2006/relationships/oleObject" Target="../embeddings/oleObject33.bin"/><Relationship Id="rId4" Type="http://schemas.openxmlformats.org/officeDocument/2006/relationships/image" Target="../media/image35.wmf"/><Relationship Id="rId3" Type="http://schemas.openxmlformats.org/officeDocument/2006/relationships/oleObject" Target="../embeddings/oleObject32.bin"/><Relationship Id="rId2" Type="http://schemas.openxmlformats.org/officeDocument/2006/relationships/image" Target="../media/image34.wmf"/><Relationship Id="rId12" Type="http://schemas.openxmlformats.org/officeDocument/2006/relationships/vmlDrawing" Target="../drawings/vmlDrawing11.vml"/><Relationship Id="rId11" Type="http://schemas.openxmlformats.org/officeDocument/2006/relationships/slideLayout" Target="../slideLayouts/slideLayout7.xml"/><Relationship Id="rId10" Type="http://schemas.openxmlformats.org/officeDocument/2006/relationships/image" Target="../media/image38.wmf"/><Relationship Id="rId1" Type="http://schemas.openxmlformats.org/officeDocument/2006/relationships/oleObject" Target="../embeddings/oleObject31.bin"/></Relationships>
</file>

<file path=ppt/slides/_rels/slide17.xml.rels><?xml version="1.0" encoding="UTF-8" standalone="yes"?>
<Relationships xmlns="http://schemas.openxmlformats.org/package/2006/relationships"><Relationship Id="rId9" Type="http://schemas.openxmlformats.org/officeDocument/2006/relationships/oleObject" Target="../embeddings/oleObject40.bin"/><Relationship Id="rId8" Type="http://schemas.openxmlformats.org/officeDocument/2006/relationships/image" Target="../media/image42.wmf"/><Relationship Id="rId7" Type="http://schemas.openxmlformats.org/officeDocument/2006/relationships/oleObject" Target="../embeddings/oleObject39.bin"/><Relationship Id="rId6" Type="http://schemas.openxmlformats.org/officeDocument/2006/relationships/image" Target="../media/image41.wmf"/><Relationship Id="rId5" Type="http://schemas.openxmlformats.org/officeDocument/2006/relationships/oleObject" Target="../embeddings/oleObject38.bin"/><Relationship Id="rId4" Type="http://schemas.openxmlformats.org/officeDocument/2006/relationships/image" Target="../media/image40.wmf"/><Relationship Id="rId3" Type="http://schemas.openxmlformats.org/officeDocument/2006/relationships/oleObject" Target="../embeddings/oleObject37.bin"/><Relationship Id="rId2" Type="http://schemas.openxmlformats.org/officeDocument/2006/relationships/image" Target="../media/image39.wmf"/><Relationship Id="rId12" Type="http://schemas.openxmlformats.org/officeDocument/2006/relationships/vmlDrawing" Target="../drawings/vmlDrawing12.vml"/><Relationship Id="rId11" Type="http://schemas.openxmlformats.org/officeDocument/2006/relationships/slideLayout" Target="../slideLayouts/slideLayout7.xml"/><Relationship Id="rId10" Type="http://schemas.openxmlformats.org/officeDocument/2006/relationships/image" Target="../media/image43.wmf"/><Relationship Id="rId1" Type="http://schemas.openxmlformats.org/officeDocument/2006/relationships/oleObject" Target="../embeddings/oleObject36.bin"/></Relationships>
</file>

<file path=ppt/slides/_rels/slide18.xml.rels><?xml version="1.0" encoding="UTF-8" standalone="yes"?>
<Relationships xmlns="http://schemas.openxmlformats.org/package/2006/relationships"><Relationship Id="rId8" Type="http://schemas.openxmlformats.org/officeDocument/2006/relationships/vmlDrawing" Target="../drawings/vmlDrawing13.vml"/><Relationship Id="rId7" Type="http://schemas.openxmlformats.org/officeDocument/2006/relationships/slideLayout" Target="../slideLayouts/slideLayout7.xml"/><Relationship Id="rId6" Type="http://schemas.openxmlformats.org/officeDocument/2006/relationships/image" Target="../media/image46.wmf"/><Relationship Id="rId5" Type="http://schemas.openxmlformats.org/officeDocument/2006/relationships/oleObject" Target="../embeddings/oleObject43.bin"/><Relationship Id="rId4" Type="http://schemas.openxmlformats.org/officeDocument/2006/relationships/image" Target="../media/image45.wmf"/><Relationship Id="rId3" Type="http://schemas.openxmlformats.org/officeDocument/2006/relationships/oleObject" Target="../embeddings/oleObject42.bin"/><Relationship Id="rId2" Type="http://schemas.openxmlformats.org/officeDocument/2006/relationships/image" Target="../media/image44.wmf"/><Relationship Id="rId1" Type="http://schemas.openxmlformats.org/officeDocument/2006/relationships/oleObject" Target="../embeddings/oleObject41.bin"/></Relationships>
</file>

<file path=ppt/slides/_rels/slide19.xml.rels><?xml version="1.0" encoding="UTF-8" standalone="yes"?>
<Relationships xmlns="http://schemas.openxmlformats.org/package/2006/relationships"><Relationship Id="rId9" Type="http://schemas.openxmlformats.org/officeDocument/2006/relationships/oleObject" Target="../embeddings/oleObject48.bin"/><Relationship Id="rId8" Type="http://schemas.openxmlformats.org/officeDocument/2006/relationships/image" Target="../media/image50.wmf"/><Relationship Id="rId7" Type="http://schemas.openxmlformats.org/officeDocument/2006/relationships/oleObject" Target="../embeddings/oleObject47.bin"/><Relationship Id="rId6" Type="http://schemas.openxmlformats.org/officeDocument/2006/relationships/image" Target="../media/image49.wmf"/><Relationship Id="rId5" Type="http://schemas.openxmlformats.org/officeDocument/2006/relationships/oleObject" Target="../embeddings/oleObject46.bin"/><Relationship Id="rId4" Type="http://schemas.openxmlformats.org/officeDocument/2006/relationships/image" Target="../media/image48.wmf"/><Relationship Id="rId3" Type="http://schemas.openxmlformats.org/officeDocument/2006/relationships/oleObject" Target="../embeddings/oleObject45.bin"/><Relationship Id="rId2" Type="http://schemas.openxmlformats.org/officeDocument/2006/relationships/image" Target="../media/image47.wmf"/><Relationship Id="rId12" Type="http://schemas.openxmlformats.org/officeDocument/2006/relationships/vmlDrawing" Target="../drawings/vmlDrawing14.vml"/><Relationship Id="rId11" Type="http://schemas.openxmlformats.org/officeDocument/2006/relationships/slideLayout" Target="../slideLayouts/slideLayout7.xml"/><Relationship Id="rId10" Type="http://schemas.openxmlformats.org/officeDocument/2006/relationships/image" Target="../media/image51.wmf"/><Relationship Id="rId1" Type="http://schemas.openxmlformats.org/officeDocument/2006/relationships/oleObject" Target="../embeddings/oleObject44.bin"/></Relationships>
</file>

<file path=ppt/slides/_rels/slide20.xml.rels><?xml version="1.0" encoding="UTF-8" standalone="yes"?>
<Relationships xmlns="http://schemas.openxmlformats.org/package/2006/relationships"><Relationship Id="rId8" Type="http://schemas.openxmlformats.org/officeDocument/2006/relationships/vmlDrawing" Target="../drawings/vmlDrawing15.vml"/><Relationship Id="rId7" Type="http://schemas.openxmlformats.org/officeDocument/2006/relationships/slideLayout" Target="../slideLayouts/slideLayout7.xml"/><Relationship Id="rId6" Type="http://schemas.openxmlformats.org/officeDocument/2006/relationships/image" Target="../media/image54.wmf"/><Relationship Id="rId5" Type="http://schemas.openxmlformats.org/officeDocument/2006/relationships/oleObject" Target="../embeddings/oleObject51.bin"/><Relationship Id="rId4" Type="http://schemas.openxmlformats.org/officeDocument/2006/relationships/image" Target="../media/image53.wmf"/><Relationship Id="rId3" Type="http://schemas.openxmlformats.org/officeDocument/2006/relationships/oleObject" Target="../embeddings/oleObject50.bin"/><Relationship Id="rId2" Type="http://schemas.openxmlformats.org/officeDocument/2006/relationships/image" Target="../media/image52.wmf"/><Relationship Id="rId1" Type="http://schemas.openxmlformats.org/officeDocument/2006/relationships/oleObject" Target="../embeddings/oleObject49.bin"/></Relationships>
</file>

<file path=ppt/slides/_rels/slide21.xml.rels><?xml version="1.0" encoding="UTF-8" standalone="yes"?>
<Relationships xmlns="http://schemas.openxmlformats.org/package/2006/relationships"><Relationship Id="rId8" Type="http://schemas.openxmlformats.org/officeDocument/2006/relationships/vmlDrawing" Target="../drawings/vmlDrawing16.vml"/><Relationship Id="rId7" Type="http://schemas.openxmlformats.org/officeDocument/2006/relationships/slideLayout" Target="../slideLayouts/slideLayout7.xml"/><Relationship Id="rId6" Type="http://schemas.openxmlformats.org/officeDocument/2006/relationships/image" Target="../media/image57.wmf"/><Relationship Id="rId5" Type="http://schemas.openxmlformats.org/officeDocument/2006/relationships/oleObject" Target="../embeddings/oleObject54.bin"/><Relationship Id="rId4" Type="http://schemas.openxmlformats.org/officeDocument/2006/relationships/image" Target="../media/image56.wmf"/><Relationship Id="rId3" Type="http://schemas.openxmlformats.org/officeDocument/2006/relationships/oleObject" Target="../embeddings/oleObject53.bin"/><Relationship Id="rId2" Type="http://schemas.openxmlformats.org/officeDocument/2006/relationships/image" Target="../media/image55.wmf"/><Relationship Id="rId1" Type="http://schemas.openxmlformats.org/officeDocument/2006/relationships/oleObject" Target="../embeddings/oleObject52.bin"/></Relationships>
</file>

<file path=ppt/slides/_rels/slide22.xml.rels><?xml version="1.0" encoding="UTF-8" standalone="yes"?>
<Relationships xmlns="http://schemas.openxmlformats.org/package/2006/relationships"><Relationship Id="rId9" Type="http://schemas.openxmlformats.org/officeDocument/2006/relationships/oleObject" Target="../embeddings/oleObject59.bin"/><Relationship Id="rId8" Type="http://schemas.openxmlformats.org/officeDocument/2006/relationships/image" Target="../media/image61.wmf"/><Relationship Id="rId7" Type="http://schemas.openxmlformats.org/officeDocument/2006/relationships/oleObject" Target="../embeddings/oleObject58.bin"/><Relationship Id="rId6" Type="http://schemas.openxmlformats.org/officeDocument/2006/relationships/image" Target="../media/image60.wmf"/><Relationship Id="rId5" Type="http://schemas.openxmlformats.org/officeDocument/2006/relationships/oleObject" Target="../embeddings/oleObject57.bin"/><Relationship Id="rId4" Type="http://schemas.openxmlformats.org/officeDocument/2006/relationships/image" Target="../media/image59.wmf"/><Relationship Id="rId3" Type="http://schemas.openxmlformats.org/officeDocument/2006/relationships/oleObject" Target="../embeddings/oleObject56.bin"/><Relationship Id="rId2" Type="http://schemas.openxmlformats.org/officeDocument/2006/relationships/image" Target="../media/image58.wmf"/><Relationship Id="rId14" Type="http://schemas.openxmlformats.org/officeDocument/2006/relationships/vmlDrawing" Target="../drawings/vmlDrawing17.vml"/><Relationship Id="rId13" Type="http://schemas.openxmlformats.org/officeDocument/2006/relationships/slideLayout" Target="../slideLayouts/slideLayout7.xml"/><Relationship Id="rId12" Type="http://schemas.openxmlformats.org/officeDocument/2006/relationships/image" Target="../media/image63.wmf"/><Relationship Id="rId11" Type="http://schemas.openxmlformats.org/officeDocument/2006/relationships/oleObject" Target="../embeddings/oleObject60.bin"/><Relationship Id="rId10" Type="http://schemas.openxmlformats.org/officeDocument/2006/relationships/image" Target="../media/image62.wmf"/><Relationship Id="rId1" Type="http://schemas.openxmlformats.org/officeDocument/2006/relationships/oleObject" Target="../embeddings/oleObject55.bin"/></Relationships>
</file>

<file path=ppt/slides/_rels/slide23.xml.rels><?xml version="1.0" encoding="UTF-8" standalone="yes"?>
<Relationships xmlns="http://schemas.openxmlformats.org/package/2006/relationships"><Relationship Id="rId6" Type="http://schemas.openxmlformats.org/officeDocument/2006/relationships/vmlDrawing" Target="../drawings/vmlDrawing18.vml"/><Relationship Id="rId5" Type="http://schemas.openxmlformats.org/officeDocument/2006/relationships/slideLayout" Target="../slideLayouts/slideLayout7.xml"/><Relationship Id="rId4" Type="http://schemas.openxmlformats.org/officeDocument/2006/relationships/image" Target="../media/image65.wmf"/><Relationship Id="rId3" Type="http://schemas.openxmlformats.org/officeDocument/2006/relationships/oleObject" Target="../embeddings/oleObject62.bin"/><Relationship Id="rId2" Type="http://schemas.openxmlformats.org/officeDocument/2006/relationships/image" Target="../media/image64.wmf"/><Relationship Id="rId1" Type="http://schemas.openxmlformats.org/officeDocument/2006/relationships/oleObject" Target="../embeddings/oleObject61.bin"/></Relationships>
</file>

<file path=ppt/slides/_rels/slide24.xml.rels><?xml version="1.0" encoding="UTF-8" standalone="yes"?>
<Relationships xmlns="http://schemas.openxmlformats.org/package/2006/relationships"><Relationship Id="rId8" Type="http://schemas.openxmlformats.org/officeDocument/2006/relationships/vmlDrawing" Target="../drawings/vmlDrawing19.vml"/><Relationship Id="rId7" Type="http://schemas.openxmlformats.org/officeDocument/2006/relationships/slideLayout" Target="../slideLayouts/slideLayout7.xml"/><Relationship Id="rId6" Type="http://schemas.openxmlformats.org/officeDocument/2006/relationships/image" Target="../media/image68.wmf"/><Relationship Id="rId5" Type="http://schemas.openxmlformats.org/officeDocument/2006/relationships/oleObject" Target="../embeddings/oleObject65.bin"/><Relationship Id="rId4" Type="http://schemas.openxmlformats.org/officeDocument/2006/relationships/image" Target="../media/image67.wmf"/><Relationship Id="rId3" Type="http://schemas.openxmlformats.org/officeDocument/2006/relationships/oleObject" Target="../embeddings/oleObject64.bin"/><Relationship Id="rId2" Type="http://schemas.openxmlformats.org/officeDocument/2006/relationships/image" Target="../media/image66.wmf"/><Relationship Id="rId1" Type="http://schemas.openxmlformats.org/officeDocument/2006/relationships/oleObject" Target="../embeddings/oleObject63.bin"/></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2.wmf"/><Relationship Id="rId7" Type="http://schemas.openxmlformats.org/officeDocument/2006/relationships/oleObject" Target="../embeddings/oleObject69.bin"/><Relationship Id="rId6" Type="http://schemas.openxmlformats.org/officeDocument/2006/relationships/image" Target="../media/image71.wmf"/><Relationship Id="rId5" Type="http://schemas.openxmlformats.org/officeDocument/2006/relationships/oleObject" Target="../embeddings/oleObject68.bin"/><Relationship Id="rId4" Type="http://schemas.openxmlformats.org/officeDocument/2006/relationships/image" Target="../media/image70.wmf"/><Relationship Id="rId3" Type="http://schemas.openxmlformats.org/officeDocument/2006/relationships/oleObject" Target="../embeddings/oleObject67.bin"/><Relationship Id="rId2" Type="http://schemas.openxmlformats.org/officeDocument/2006/relationships/image" Target="../media/image69.wmf"/><Relationship Id="rId10" Type="http://schemas.openxmlformats.org/officeDocument/2006/relationships/vmlDrawing" Target="../drawings/vmlDrawing20.vml"/><Relationship Id="rId1" Type="http://schemas.openxmlformats.org/officeDocument/2006/relationships/oleObject" Target="../embeddings/oleObject66.bin"/></Relationships>
</file>

<file path=ppt/slides/_rels/slide26.xml.rels><?xml version="1.0" encoding="UTF-8" standalone="yes"?>
<Relationships xmlns="http://schemas.openxmlformats.org/package/2006/relationships"><Relationship Id="rId8" Type="http://schemas.openxmlformats.org/officeDocument/2006/relationships/vmlDrawing" Target="../drawings/vmlDrawing21.vml"/><Relationship Id="rId7" Type="http://schemas.openxmlformats.org/officeDocument/2006/relationships/slideLayout" Target="../slideLayouts/slideLayout7.xml"/><Relationship Id="rId6" Type="http://schemas.openxmlformats.org/officeDocument/2006/relationships/image" Target="../media/image75.wmf"/><Relationship Id="rId5" Type="http://schemas.openxmlformats.org/officeDocument/2006/relationships/oleObject" Target="../embeddings/oleObject72.bin"/><Relationship Id="rId4" Type="http://schemas.openxmlformats.org/officeDocument/2006/relationships/image" Target="../media/image74.wmf"/><Relationship Id="rId3" Type="http://schemas.openxmlformats.org/officeDocument/2006/relationships/oleObject" Target="../embeddings/oleObject71.bin"/><Relationship Id="rId2" Type="http://schemas.openxmlformats.org/officeDocument/2006/relationships/image" Target="../media/image73.wmf"/><Relationship Id="rId1" Type="http://schemas.openxmlformats.org/officeDocument/2006/relationships/oleObject" Target="../embeddings/oleObject70.bin"/></Relationships>
</file>

<file path=ppt/slides/_rels/slide27.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79.wmf"/><Relationship Id="rId7" Type="http://schemas.openxmlformats.org/officeDocument/2006/relationships/oleObject" Target="../embeddings/oleObject76.bin"/><Relationship Id="rId6" Type="http://schemas.openxmlformats.org/officeDocument/2006/relationships/image" Target="../media/image78.wmf"/><Relationship Id="rId5" Type="http://schemas.openxmlformats.org/officeDocument/2006/relationships/oleObject" Target="../embeddings/oleObject75.bin"/><Relationship Id="rId4" Type="http://schemas.openxmlformats.org/officeDocument/2006/relationships/image" Target="../media/image77.wmf"/><Relationship Id="rId3" Type="http://schemas.openxmlformats.org/officeDocument/2006/relationships/oleObject" Target="../embeddings/oleObject74.bin"/><Relationship Id="rId2" Type="http://schemas.openxmlformats.org/officeDocument/2006/relationships/image" Target="../media/image76.wmf"/><Relationship Id="rId10" Type="http://schemas.openxmlformats.org/officeDocument/2006/relationships/vmlDrawing" Target="../drawings/vmlDrawing22.vml"/><Relationship Id="rId1" Type="http://schemas.openxmlformats.org/officeDocument/2006/relationships/oleObject" Target="../embeddings/oleObject73.bin"/></Relationships>
</file>

<file path=ppt/slides/_rels/slide28.xml.rels><?xml version="1.0" encoding="UTF-8" standalone="yes"?>
<Relationships xmlns="http://schemas.openxmlformats.org/package/2006/relationships"><Relationship Id="rId8" Type="http://schemas.openxmlformats.org/officeDocument/2006/relationships/vmlDrawing" Target="../drawings/vmlDrawing23.vml"/><Relationship Id="rId7" Type="http://schemas.openxmlformats.org/officeDocument/2006/relationships/slideLayout" Target="../slideLayouts/slideLayout7.xml"/><Relationship Id="rId6" Type="http://schemas.openxmlformats.org/officeDocument/2006/relationships/image" Target="../media/image82.wmf"/><Relationship Id="rId5" Type="http://schemas.openxmlformats.org/officeDocument/2006/relationships/oleObject" Target="../embeddings/oleObject79.bin"/><Relationship Id="rId4" Type="http://schemas.openxmlformats.org/officeDocument/2006/relationships/image" Target="../media/image81.wmf"/><Relationship Id="rId3" Type="http://schemas.openxmlformats.org/officeDocument/2006/relationships/oleObject" Target="../embeddings/oleObject78.bin"/><Relationship Id="rId2" Type="http://schemas.openxmlformats.org/officeDocument/2006/relationships/image" Target="../media/image80.wmf"/><Relationship Id="rId1" Type="http://schemas.openxmlformats.org/officeDocument/2006/relationships/oleObject" Target="../embeddings/oleObject77.bin"/></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2495600" y="1679893"/>
            <a:ext cx="7200800" cy="949878"/>
          </a:xfrm>
        </p:spPr>
        <p:txBody>
          <a:bodyPr>
            <a:noAutofit/>
          </a:bodyPr>
          <a:lstStyle/>
          <a:p>
            <a:r>
              <a:rPr lang="zh-CN" altLang="zh-CN" sz="5400"/>
              <a:t>数学物理方法</a:t>
            </a:r>
            <a:endParaRPr lang="zh-CN" altLang="zh-CN" sz="5400"/>
          </a:p>
        </p:txBody>
      </p:sp>
      <p:sp>
        <p:nvSpPr>
          <p:cNvPr id="3" name="副标题 2"/>
          <p:cNvSpPr>
            <a:spLocks noGrp="1"/>
          </p:cNvSpPr>
          <p:nvPr>
            <p:ph type="subTitle" idx="1"/>
            <p:custDataLst>
              <p:tags r:id="rId2"/>
            </p:custDataLst>
          </p:nvPr>
        </p:nvSpPr>
        <p:spPr>
          <a:xfrm>
            <a:off x="2719705" y="3571875"/>
            <a:ext cx="7200900" cy="1356995"/>
          </a:xfrm>
        </p:spPr>
        <p:txBody>
          <a:bodyPr>
            <a:normAutofit/>
          </a:bodyPr>
          <a:lstStyle/>
          <a:p>
            <a:pPr>
              <a:lnSpc>
                <a:spcPct val="60000"/>
              </a:lnSpc>
            </a:pPr>
            <a:r>
              <a:rPr lang="zh-CN" altLang="en-US" dirty="0"/>
              <a:t>任课教师：曹宁</a:t>
            </a:r>
            <a:r>
              <a:rPr lang="en-US" altLang="zh-CN" dirty="0"/>
              <a:t> </a:t>
            </a:r>
            <a:endParaRPr lang="en-US" altLang="zh-CN" dirty="0"/>
          </a:p>
          <a:p>
            <a:pPr>
              <a:lnSpc>
                <a:spcPct val="60000"/>
              </a:lnSpc>
            </a:pPr>
            <a:r>
              <a:rPr lang="en-US" altLang="zh-CN" dirty="0"/>
              <a:t>Email: ncao@gdou.edu.cn</a:t>
            </a:r>
            <a:endParaRPr lang="zh-CN" altLang="en-US" dirty="0"/>
          </a:p>
          <a:p>
            <a:pPr>
              <a:lnSpc>
                <a:spcPct val="60000"/>
              </a:lnSpc>
            </a:pPr>
            <a:r>
              <a:rPr lang="en-US" altLang="zh-CN" dirty="0"/>
              <a:t>2025</a:t>
            </a:r>
            <a:r>
              <a:rPr lang="zh-CN" altLang="en-US" dirty="0"/>
              <a:t>年秋季学期</a:t>
            </a:r>
            <a:endParaRPr lang="zh-CN" altLang="en-US" dirty="0"/>
          </a:p>
        </p:txBody>
      </p:sp>
      <p:pic>
        <p:nvPicPr>
          <p:cNvPr id="5" name="图片 4" descr="校名"/>
          <p:cNvPicPr>
            <a:picLocks noChangeAspect="1"/>
          </p:cNvPicPr>
          <p:nvPr/>
        </p:nvPicPr>
        <p:blipFill>
          <a:blip r:embed="rId3"/>
          <a:stretch>
            <a:fillRect/>
          </a:stretch>
        </p:blipFill>
        <p:spPr>
          <a:xfrm>
            <a:off x="4972050" y="867410"/>
            <a:ext cx="2248535" cy="490220"/>
          </a:xfrm>
          <a:prstGeom prst="rect">
            <a:avLst/>
          </a:prstGeom>
        </p:spPr>
      </p:pic>
      <p:sp>
        <p:nvSpPr>
          <p:cNvPr id="4" name="文本框 3"/>
          <p:cNvSpPr txBox="1"/>
          <p:nvPr/>
        </p:nvSpPr>
        <p:spPr>
          <a:xfrm>
            <a:off x="2865120" y="2756535"/>
            <a:ext cx="6407785" cy="521970"/>
          </a:xfrm>
          <a:prstGeom prst="rect">
            <a:avLst/>
          </a:prstGeom>
          <a:noFill/>
        </p:spPr>
        <p:txBody>
          <a:bodyPr wrap="square" rtlCol="0" anchor="t">
            <a:spAutoFit/>
            <a:scene3d>
              <a:camera prst="orthographicFront"/>
              <a:lightRig rig="threePt" dir="t"/>
            </a:scene3d>
          </a:bodyPr>
          <a:lstStyle/>
          <a:p>
            <a:pPr algn="ctr" eaLnBrk="1" hangingPunct="1"/>
            <a:r>
              <a:rPr lang="zh-CN" altLang="en-US" sz="2800" b="1" dirty="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rPr>
              <a:t>第</a:t>
            </a:r>
            <a:r>
              <a:rPr lang="en-US" altLang="zh-CN" sz="2800" b="1" dirty="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rPr>
              <a:t>6</a:t>
            </a:r>
            <a:r>
              <a:rPr lang="zh-CN" altLang="en-US" sz="2800" b="1" dirty="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rPr>
              <a:t>章 拉普拉斯变换</a:t>
            </a:r>
            <a:endParaRPr lang="zh-CN" altLang="en-US" sz="2800" b="1" dirty="0">
              <a:solidFill>
                <a:schemeClr val="accent1"/>
              </a:solidFill>
              <a:effectLst>
                <a:outerShdw blurRad="38100" dist="25400" dir="5400000" algn="ctr" rotWithShape="0">
                  <a:srgbClr val="6E747A">
                    <a:alpha val="43000"/>
                  </a:srgbClr>
                </a:outerShdw>
              </a:effectLst>
              <a:latin typeface="黑体" panose="02010609060101010101" pitchFamily="49" charset="-122"/>
              <a:ea typeface="黑体" panose="02010609060101010101" pitchFamily="49" charset="-122"/>
              <a:sym typeface="+mn-ea"/>
            </a:endParaRPr>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69" name="Object 2"/>
          <p:cNvGraphicFramePr>
            <a:graphicFrameLocks noChangeAspect="1"/>
          </p:cNvGraphicFramePr>
          <p:nvPr/>
        </p:nvGraphicFramePr>
        <p:xfrm>
          <a:off x="2314893" y="3211513"/>
          <a:ext cx="6924675" cy="852487"/>
        </p:xfrm>
        <a:graphic>
          <a:graphicData uri="http://schemas.openxmlformats.org/presentationml/2006/ole">
            <mc:AlternateContent xmlns:mc="http://schemas.openxmlformats.org/markup-compatibility/2006">
              <mc:Choice xmlns:v="urn:schemas-microsoft-com:vml" Requires="v">
                <p:oleObj spid="_x0000_s6" name="" r:id="rId1" imgW="2705100" imgH="330200" progId="Equation.DSMT4">
                  <p:embed/>
                </p:oleObj>
              </mc:Choice>
              <mc:Fallback>
                <p:oleObj name="" r:id="rId1" imgW="2705100" imgH="330200" progId="Equation.DSMT4">
                  <p:embed/>
                  <p:pic>
                    <p:nvPicPr>
                      <p:cNvPr id="0" name="图片 3098"/>
                      <p:cNvPicPr/>
                      <p:nvPr/>
                    </p:nvPicPr>
                    <p:blipFill>
                      <a:blip r:embed="rId2"/>
                      <a:stretch>
                        <a:fillRect/>
                      </a:stretch>
                    </p:blipFill>
                    <p:spPr>
                      <a:xfrm>
                        <a:off x="2314893" y="3211513"/>
                        <a:ext cx="6924675" cy="852487"/>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7170" name="Object 3"/>
          <p:cNvGraphicFramePr>
            <a:graphicFrameLocks noChangeAspect="1"/>
          </p:cNvGraphicFramePr>
          <p:nvPr/>
        </p:nvGraphicFramePr>
        <p:xfrm>
          <a:off x="3462655" y="2203450"/>
          <a:ext cx="3829050" cy="852488"/>
        </p:xfrm>
        <a:graphic>
          <a:graphicData uri="http://schemas.openxmlformats.org/presentationml/2006/ole">
            <mc:AlternateContent xmlns:mc="http://schemas.openxmlformats.org/markup-compatibility/2006">
              <mc:Choice xmlns:v="urn:schemas-microsoft-com:vml" Requires="v">
                <p:oleObj spid="_x0000_s2" name="" r:id="rId3" imgW="1562100" imgH="330200" progId="Equation.DSMT4">
                  <p:embed/>
                </p:oleObj>
              </mc:Choice>
              <mc:Fallback>
                <p:oleObj name="" r:id="rId3" imgW="1562100" imgH="330200" progId="Equation.DSMT4">
                  <p:embed/>
                  <p:pic>
                    <p:nvPicPr>
                      <p:cNvPr id="0" name="图片 3095"/>
                      <p:cNvPicPr/>
                      <p:nvPr/>
                    </p:nvPicPr>
                    <p:blipFill>
                      <a:blip r:embed="rId4"/>
                      <a:stretch>
                        <a:fillRect/>
                      </a:stretch>
                    </p:blipFill>
                    <p:spPr>
                      <a:xfrm>
                        <a:off x="3462655" y="2203450"/>
                        <a:ext cx="3829050" cy="852488"/>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7172" name="Text Box 8"/>
          <p:cNvSpPr txBox="1"/>
          <p:nvPr/>
        </p:nvSpPr>
        <p:spPr>
          <a:xfrm>
            <a:off x="2018030" y="1411288"/>
            <a:ext cx="7488238" cy="521970"/>
          </a:xfrm>
          <a:prstGeom prst="rect">
            <a:avLst/>
          </a:prstGeom>
          <a:noFill/>
          <a:ln w="9525">
            <a:noFill/>
          </a:ln>
        </p:spPr>
        <p:txBody>
          <a:bodyPr anchor="t" anchorCtr="0">
            <a:spAutoFit/>
          </a:bodyPr>
          <a:lstStyle/>
          <a:p>
            <a:r>
              <a:rPr lang="zh-CN" altLang="en-US" sz="2800" b="1" dirty="0">
                <a:solidFill>
                  <a:srgbClr val="0000FF"/>
                </a:solidFill>
                <a:latin typeface="黑体" panose="02010609060101010101" pitchFamily="49" charset="-122"/>
                <a:ea typeface="黑体" panose="02010609060101010101" pitchFamily="49" charset="-122"/>
              </a:rPr>
              <a:t>用可逆的积分运算</a:t>
            </a:r>
            <a:r>
              <a:rPr lang="en-US" altLang="zh-CN" sz="2800" b="1" dirty="0">
                <a:solidFill>
                  <a:srgbClr val="0000FF"/>
                </a:solidFill>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把一函数转变成另一函数</a:t>
            </a:r>
            <a:endParaRPr lang="zh-CN" altLang="en-US" sz="2800" b="1" dirty="0">
              <a:solidFill>
                <a:srgbClr val="0000FF"/>
              </a:solidFill>
              <a:latin typeface="黑体" panose="02010609060101010101" pitchFamily="49" charset="-122"/>
              <a:ea typeface="黑体" panose="02010609060101010101" pitchFamily="49" charset="-122"/>
            </a:endParaRPr>
          </a:p>
        </p:txBody>
      </p:sp>
      <p:sp>
        <p:nvSpPr>
          <p:cNvPr id="7173" name="Text Box 11"/>
          <p:cNvSpPr txBox="1"/>
          <p:nvPr/>
        </p:nvSpPr>
        <p:spPr>
          <a:xfrm>
            <a:off x="2018030" y="4492625"/>
            <a:ext cx="7636510" cy="1014730"/>
          </a:xfrm>
          <a:prstGeom prst="rect">
            <a:avLst/>
          </a:prstGeom>
          <a:noFill/>
          <a:ln w="9525">
            <a:noFill/>
          </a:ln>
        </p:spPr>
        <p:txBody>
          <a:bodyPr wrap="none" anchor="t" anchorCtr="0">
            <a:spAutoFit/>
          </a:bodyPr>
          <a:lstStyle/>
          <a:p>
            <a:r>
              <a:rPr lang="zh-CN" altLang="en-US" sz="3000" b="1" dirty="0">
                <a:solidFill>
                  <a:srgbClr val="0000FF"/>
                </a:solidFill>
                <a:latin typeface="黑体" panose="02010609060101010101" pitchFamily="49" charset="-122"/>
                <a:ea typeface="黑体" panose="02010609060101010101" pitchFamily="49" charset="-122"/>
              </a:rPr>
              <a:t>选择不同的</a:t>
            </a:r>
            <a:r>
              <a:rPr lang="zh-CN" altLang="en-US" sz="3000" b="1" dirty="0">
                <a:solidFill>
                  <a:srgbClr val="FF0000"/>
                </a:solidFill>
                <a:latin typeface="黑体" panose="02010609060101010101" pitchFamily="49" charset="-122"/>
                <a:ea typeface="黑体" panose="02010609060101010101" pitchFamily="49" charset="-122"/>
              </a:rPr>
              <a:t>积分域</a:t>
            </a:r>
            <a:r>
              <a:rPr lang="zh-CN" altLang="en-US" sz="3000" b="1" dirty="0">
                <a:solidFill>
                  <a:srgbClr val="0000FF"/>
                </a:solidFill>
                <a:latin typeface="黑体" panose="02010609060101010101" pitchFamily="49" charset="-122"/>
                <a:ea typeface="黑体" panose="02010609060101010101" pitchFamily="49" charset="-122"/>
              </a:rPr>
              <a:t>和</a:t>
            </a:r>
            <a:r>
              <a:rPr lang="zh-CN" altLang="en-US" sz="3000" b="1" dirty="0">
                <a:solidFill>
                  <a:srgbClr val="FF0000"/>
                </a:solidFill>
                <a:latin typeface="黑体" panose="02010609060101010101" pitchFamily="49" charset="-122"/>
                <a:ea typeface="黑体" panose="02010609060101010101" pitchFamily="49" charset="-122"/>
              </a:rPr>
              <a:t>积分核</a:t>
            </a:r>
            <a:r>
              <a:rPr lang="en-US" altLang="zh-CN" sz="3000" b="1" dirty="0">
                <a:solidFill>
                  <a:srgbClr val="0000FF"/>
                </a:solidFill>
                <a:latin typeface="黑体" panose="02010609060101010101" pitchFamily="49" charset="-122"/>
                <a:ea typeface="黑体" panose="02010609060101010101" pitchFamily="49" charset="-122"/>
              </a:rPr>
              <a:t>, </a:t>
            </a:r>
            <a:r>
              <a:rPr lang="zh-CN" altLang="en-US" sz="3000" b="1" dirty="0">
                <a:solidFill>
                  <a:srgbClr val="0000FF"/>
                </a:solidFill>
                <a:latin typeface="黑体" panose="02010609060101010101" pitchFamily="49" charset="-122"/>
                <a:ea typeface="黑体" panose="02010609060101010101" pitchFamily="49" charset="-122"/>
              </a:rPr>
              <a:t>就得到不同</a:t>
            </a:r>
            <a:endParaRPr lang="zh-CN" altLang="en-US" sz="3000" b="1" dirty="0">
              <a:solidFill>
                <a:srgbClr val="0000FF"/>
              </a:solidFill>
              <a:latin typeface="黑体" panose="02010609060101010101" pitchFamily="49" charset="-122"/>
              <a:ea typeface="黑体" panose="02010609060101010101" pitchFamily="49" charset="-122"/>
            </a:endParaRPr>
          </a:p>
          <a:p>
            <a:r>
              <a:rPr lang="zh-CN" altLang="en-US" sz="3000" b="1" dirty="0">
                <a:solidFill>
                  <a:srgbClr val="0000FF"/>
                </a:solidFill>
                <a:latin typeface="黑体" panose="02010609060101010101" pitchFamily="49" charset="-122"/>
                <a:ea typeface="黑体" panose="02010609060101010101" pitchFamily="49" charset="-122"/>
              </a:rPr>
              <a:t>的积分变换，即</a:t>
            </a:r>
            <a:r>
              <a:rPr lang="en-US" altLang="zh-CN" sz="3000" b="1" i="1" dirty="0">
                <a:solidFill>
                  <a:srgbClr val="0000FF"/>
                </a:solidFill>
                <a:latin typeface="Times New Roman" panose="02020603050405020304" charset="0"/>
                <a:ea typeface="黑体" panose="02010609060101010101" pitchFamily="49" charset="-122"/>
              </a:rPr>
              <a:t>Fourier</a:t>
            </a:r>
            <a:r>
              <a:rPr lang="zh-CN" altLang="en-US" sz="3000" b="1" dirty="0">
                <a:solidFill>
                  <a:srgbClr val="0000FF"/>
                </a:solidFill>
                <a:latin typeface="黑体" panose="02010609060101010101" pitchFamily="49" charset="-122"/>
                <a:ea typeface="黑体" panose="02010609060101010101" pitchFamily="49" charset="-122"/>
              </a:rPr>
              <a:t>变换和</a:t>
            </a:r>
            <a:r>
              <a:rPr lang="en-US" altLang="zh-CN" sz="3000" b="1" i="1" dirty="0">
                <a:solidFill>
                  <a:srgbClr val="0000FF"/>
                </a:solidFill>
                <a:latin typeface="Times New Roman" panose="02020603050405020304" charset="0"/>
                <a:ea typeface="黑体" panose="02010609060101010101" pitchFamily="49" charset="-122"/>
              </a:rPr>
              <a:t>Laplace</a:t>
            </a:r>
            <a:r>
              <a:rPr lang="zh-CN" altLang="en-US" sz="3000" b="1" dirty="0">
                <a:solidFill>
                  <a:srgbClr val="0000FF"/>
                </a:solidFill>
                <a:latin typeface="黑体" panose="02010609060101010101" pitchFamily="49" charset="-122"/>
                <a:ea typeface="黑体" panose="02010609060101010101" pitchFamily="49" charset="-122"/>
              </a:rPr>
              <a:t>变换。</a:t>
            </a:r>
            <a:endParaRPr lang="zh-CN" altLang="en-US" sz="3600" b="1" dirty="0">
              <a:solidFill>
                <a:srgbClr val="0000FF"/>
              </a:solidFill>
              <a:latin typeface="黑体" panose="02010609060101010101" pitchFamily="49" charset="-122"/>
              <a:ea typeface="黑体" panose="02010609060101010101" pitchFamily="49" charset="-122"/>
            </a:endParaRPr>
          </a:p>
        </p:txBody>
      </p:sp>
      <p:sp>
        <p:nvSpPr>
          <p:cNvPr id="7174" name="Rectangle 14"/>
          <p:cNvSpPr/>
          <p:nvPr/>
        </p:nvSpPr>
        <p:spPr>
          <a:xfrm>
            <a:off x="756603" y="547211"/>
            <a:ext cx="8064500" cy="583565"/>
          </a:xfrm>
          <a:prstGeom prst="rect">
            <a:avLst/>
          </a:prstGeom>
          <a:noFill/>
          <a:ln w="25400">
            <a:noFill/>
          </a:ln>
        </p:spPr>
        <p:txBody>
          <a:bodyPr anchor="ctr" anchorCtr="0">
            <a:spAutoFit/>
          </a:bodyPr>
          <a:lstStyle/>
          <a:p>
            <a:r>
              <a:rPr lang="zh-CN" altLang="en-US" sz="3200" b="1" dirty="0">
                <a:solidFill>
                  <a:schemeClr val="tx2"/>
                </a:solidFill>
                <a:latin typeface="黑体" panose="02010609060101010101" pitchFamily="49" charset="-122"/>
                <a:ea typeface="黑体" panose="02010609060101010101" pitchFamily="49" charset="-122"/>
              </a:rPr>
              <a:t>回顾：积分变换</a:t>
            </a:r>
            <a:endParaRPr lang="zh-CN" altLang="en-US" sz="3200" b="1" dirty="0">
              <a:solidFill>
                <a:schemeClr val="tx2"/>
              </a:solidFill>
              <a:latin typeface="黑体" panose="02010609060101010101" pitchFamily="49" charset="-122"/>
              <a:ea typeface="黑体" panose="02010609060101010101" pitchFamily="49" charset="-122"/>
            </a:endParaRPr>
          </a:p>
        </p:txBody>
      </p:sp>
    </p:spTree>
  </p:cSld>
  <p:clrMapOvr>
    <a:masterClrMapping/>
  </p:clrMapOvr>
  <p:transition>
    <p:checker dir="vert"/>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p:cNvSpPr>
            <a:spLocks noGrp="1" noRot="1"/>
          </p:cNvSpPr>
          <p:nvPr>
            <p:ph type="title"/>
          </p:nvPr>
        </p:nvSpPr>
        <p:spPr>
          <a:xfrm>
            <a:off x="2927350" y="476250"/>
            <a:ext cx="5761038" cy="782638"/>
          </a:xfrm>
        </p:spPr>
        <p:txBody>
          <a:bodyPr vert="horz" wrap="square" lIns="91440" tIns="45720" rIns="91440" bIns="45720" anchor="ctr" anchorCtr="0"/>
          <a:lstStyle/>
          <a:p>
            <a:pPr eaLnBrk="1" hangingPunct="1"/>
            <a:r>
              <a:rPr lang="zh-CN" altLang="en-US" sz="3200" b="1" dirty="0">
                <a:solidFill>
                  <a:srgbClr val="FF0000"/>
                </a:solidFill>
                <a:latin typeface="黑体" panose="02010609060101010101" pitchFamily="49" charset="-122"/>
                <a:ea typeface="黑体" panose="02010609060101010101" pitchFamily="49" charset="-122"/>
              </a:rPr>
              <a:t>复习：</a:t>
            </a:r>
            <a:r>
              <a:rPr lang="en-US" altLang="zh-CN" sz="3200">
                <a:solidFill>
                  <a:srgbClr val="FF0000"/>
                </a:solidFill>
                <a:latin typeface="华文中宋" panose="02010600040101010101" pitchFamily="2" charset="-122"/>
                <a:ea typeface="华文中宋" panose="02010600040101010101" pitchFamily="2" charset="-122"/>
                <a:sym typeface="+mn-ea"/>
              </a:rPr>
              <a:t>Fourier</a:t>
            </a:r>
            <a:r>
              <a:rPr sz="3200">
                <a:solidFill>
                  <a:srgbClr val="FF0000"/>
                </a:solidFill>
                <a:latin typeface="华文中宋" panose="02010600040101010101" pitchFamily="2" charset="-122"/>
                <a:ea typeface="华文中宋" panose="02010600040101010101" pitchFamily="2" charset="-122"/>
                <a:sym typeface="+mn-ea"/>
              </a:rPr>
              <a:t>变换</a:t>
            </a:r>
            <a:endParaRPr lang="zh-CN" altLang="en-US" sz="3200" b="1" dirty="0">
              <a:solidFill>
                <a:srgbClr val="FF0000"/>
              </a:solidFill>
              <a:latin typeface="华文中宋" panose="02010600040101010101" pitchFamily="2" charset="-122"/>
              <a:ea typeface="华文中宋" panose="02010600040101010101" pitchFamily="2" charset="-122"/>
              <a:sym typeface="+mn-ea"/>
            </a:endParaRPr>
          </a:p>
        </p:txBody>
      </p:sp>
      <p:sp>
        <p:nvSpPr>
          <p:cNvPr id="36866" name="Rectangle 3"/>
          <p:cNvSpPr>
            <a:spLocks noGrp="1" noRot="1"/>
          </p:cNvSpPr>
          <p:nvPr>
            <p:ph idx="1"/>
          </p:nvPr>
        </p:nvSpPr>
        <p:spPr>
          <a:xfrm>
            <a:off x="803910" y="1490345"/>
            <a:ext cx="10257790" cy="4921885"/>
          </a:xfrm>
        </p:spPr>
        <p:txBody>
          <a:bodyPr vert="horz" wrap="square" lIns="91440" tIns="45720" rIns="91440" bIns="45720" anchor="t" anchorCtr="0"/>
          <a:lstStyle/>
          <a:p>
            <a:pPr eaLnBrk="1" hangingPunct="1">
              <a:lnSpc>
                <a:spcPct val="80000"/>
              </a:lnSpc>
              <a:buNone/>
            </a:pP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一．名词解释：</a:t>
            </a:r>
            <a:endPar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endParaRPr>
          </a:p>
          <a:p>
            <a:pPr eaLnBrk="1" hangingPunct="1">
              <a:lnSpc>
                <a:spcPct val="80000"/>
              </a:lnSpc>
              <a:buNone/>
            </a:pP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      </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1.Fourier</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变换，</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Fourier</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逆变换；</a:t>
            </a:r>
            <a:endPar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endParaRPr>
          </a:p>
          <a:p>
            <a:pPr eaLnBrk="1" hangingPunct="1">
              <a:lnSpc>
                <a:spcPct val="80000"/>
              </a:lnSpc>
              <a:buNone/>
            </a:pP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      </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2.Fourier</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变换线性性质；</a:t>
            </a:r>
            <a:endPar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endParaRPr>
          </a:p>
          <a:p>
            <a:pPr eaLnBrk="1" hangingPunct="1">
              <a:lnSpc>
                <a:spcPct val="80000"/>
              </a:lnSpc>
              <a:buNone/>
            </a:pP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      </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3. Fourier</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位移性质；</a:t>
            </a:r>
            <a:endPar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endParaRPr>
          </a:p>
          <a:p>
            <a:pPr eaLnBrk="1" hangingPunct="1">
              <a:lnSpc>
                <a:spcPct val="80000"/>
              </a:lnSpc>
              <a:buNone/>
            </a:pP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      </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4. Fourier</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微分性质；</a:t>
            </a:r>
            <a:endPar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endParaRPr>
          </a:p>
          <a:p>
            <a:pPr eaLnBrk="1" hangingPunct="1">
              <a:lnSpc>
                <a:spcPct val="80000"/>
              </a:lnSpc>
              <a:buNone/>
            </a:pP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      </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5. Fourier</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多项式性质；</a:t>
            </a:r>
            <a:endPar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endParaRPr>
          </a:p>
          <a:p>
            <a:pPr eaLnBrk="1" hangingPunct="1">
              <a:lnSpc>
                <a:spcPct val="80000"/>
              </a:lnSpc>
              <a:buNone/>
            </a:pP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      </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6. Fourier</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积分性质。</a:t>
            </a:r>
            <a:endPar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endParaRPr>
          </a:p>
          <a:p>
            <a:pPr eaLnBrk="1" hangingPunct="1">
              <a:lnSpc>
                <a:spcPct val="80000"/>
              </a:lnSpc>
              <a:buNone/>
            </a:pP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二．简述</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Fourier</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变换法求解偏微分方程定解问题的基本步骤</a:t>
            </a:r>
            <a:r>
              <a:rPr lang="zh-CN" altLang="en-US" sz="2400" dirty="0">
                <a:latin typeface="Times New Roman" panose="02020603050405020304" charset="0"/>
                <a:cs typeface="Times New Roman" panose="02020603050405020304" charset="0"/>
              </a:rPr>
              <a:t> </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a:t>
            </a:r>
            <a:endPar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endParaRPr>
          </a:p>
          <a:p>
            <a:pPr eaLnBrk="1" hangingPunct="1">
              <a:lnSpc>
                <a:spcPct val="80000"/>
              </a:lnSpc>
              <a:buNone/>
            </a:pP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三．简述</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Fourier</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变换存在的条件</a:t>
            </a:r>
            <a:endPar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endParaRPr>
          </a:p>
          <a:p>
            <a:pPr eaLnBrk="1" hangingPunct="1">
              <a:lnSpc>
                <a:spcPct val="80000"/>
              </a:lnSpc>
              <a:buNone/>
            </a:pP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四</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 </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简述</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Fourier</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变换求解偏微分方程的不足之处。</a:t>
            </a:r>
            <a:endPar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endParaRPr>
          </a:p>
          <a:p>
            <a:pPr eaLnBrk="1" hangingPunct="1">
              <a:lnSpc>
                <a:spcPct val="80000"/>
              </a:lnSpc>
              <a:buNone/>
            </a:pP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五</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 </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1</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）用</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Fourier</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变换解波动方程的</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Cauch</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问题。</a:t>
            </a:r>
            <a:endPar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endParaRPr>
          </a:p>
          <a:p>
            <a:pPr eaLnBrk="1" hangingPunct="1">
              <a:lnSpc>
                <a:spcPct val="80000"/>
              </a:lnSpc>
              <a:buNone/>
            </a:pP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    （</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2</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）用</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Fourier</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变换法推导无限长弦的</a:t>
            </a:r>
            <a:r>
              <a:rPr lang="en-US" altLang="zh-CN" sz="2400" dirty="0">
                <a:solidFill>
                  <a:srgbClr val="0000CC"/>
                </a:solidFill>
                <a:latin typeface="Times New Roman" panose="02020603050405020304" charset="0"/>
                <a:ea typeface="华文中宋" panose="02010600040101010101" pitchFamily="2" charset="-122"/>
                <a:cs typeface="Times New Roman" panose="02020603050405020304" charset="0"/>
              </a:rPr>
              <a:t>d’Alembert</a:t>
            </a:r>
            <a:r>
              <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rPr>
              <a:t>公式。</a:t>
            </a:r>
            <a:endPar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endParaRPr>
          </a:p>
          <a:p>
            <a:pPr eaLnBrk="1" hangingPunct="1">
              <a:lnSpc>
                <a:spcPct val="80000"/>
              </a:lnSpc>
              <a:buNone/>
            </a:pPr>
            <a:endParaRPr lang="zh-CN" altLang="en-US" sz="2400" dirty="0">
              <a:solidFill>
                <a:srgbClr val="0000CC"/>
              </a:solidFill>
              <a:latin typeface="Times New Roman" panose="02020603050405020304" charset="0"/>
              <a:ea typeface="华文中宋" panose="02010600040101010101" pitchFamily="2" charset="-122"/>
              <a:cs typeface="Times New Roman" panose="02020603050405020304" charset="0"/>
            </a:endParaRPr>
          </a:p>
        </p:txBody>
      </p:sp>
      <p:sp>
        <p:nvSpPr>
          <p:cNvPr id="2" name="文本框 1"/>
          <p:cNvSpPr txBox="1"/>
          <p:nvPr/>
        </p:nvSpPr>
        <p:spPr>
          <a:xfrm>
            <a:off x="6572885" y="1259205"/>
            <a:ext cx="4961255" cy="1531620"/>
          </a:xfrm>
          <a:prstGeom prst="rect">
            <a:avLst/>
          </a:prstGeom>
          <a:noFill/>
          <a:ln>
            <a:solidFill>
              <a:srgbClr val="FF0000"/>
            </a:solidFill>
          </a:ln>
        </p:spPr>
        <p:txBody>
          <a:bodyPr wrap="square" rtlCol="0" anchor="t">
            <a:spAutoFit/>
          </a:bodyPr>
          <a:p>
            <a:pPr>
              <a:lnSpc>
                <a:spcPct val="260000"/>
              </a:lnSpc>
            </a:pPr>
            <a:r>
              <a:rPr lang="zh-CN" altLang="en-US">
                <a:solidFill>
                  <a:srgbClr val="FF0000"/>
                </a:solidFill>
              </a:rPr>
              <a:t>视频：深入浅出解释傅里叶变换原理</a:t>
            </a:r>
            <a:r>
              <a:rPr lang="en-US" altLang="zh-CN">
                <a:solidFill>
                  <a:srgbClr val="FF0000"/>
                </a:solidFill>
              </a:rPr>
              <a:t>https://www.bilibili.com/video/BV1aJycBeEKS/</a:t>
            </a:r>
            <a:endParaRPr lang="en-US" altLang="zh-CN">
              <a:solidFill>
                <a:srgbClr val="FF0000"/>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68020" y="424180"/>
            <a:ext cx="10799445" cy="6050280"/>
          </a:xfrm>
          <a:prstGeom prst="rect">
            <a:avLst/>
          </a:prstGeom>
          <a:noFill/>
        </p:spPr>
        <p:txBody>
          <a:bodyPr wrap="square" rtlCol="0" anchor="t">
            <a:noAutofit/>
          </a:bodyPr>
          <a:p>
            <a:r>
              <a:rPr lang="zh-CN" altLang="en-US" sz="4400">
                <a:solidFill>
                  <a:srgbClr val="FF0000"/>
                </a:solidFill>
              </a:rPr>
              <a:t>思考题：</a:t>
            </a:r>
            <a:endParaRPr lang="zh-CN" altLang="en-US" sz="4400">
              <a:solidFill>
                <a:srgbClr val="FF0000"/>
              </a:solidFill>
            </a:endParaRPr>
          </a:p>
          <a:p>
            <a:endParaRPr lang="en-US" altLang="zh-CN" sz="2400"/>
          </a:p>
          <a:p>
            <a:r>
              <a:rPr lang="zh-CN" altLang="en-US" sz="2400"/>
              <a:t>（</a:t>
            </a:r>
            <a:r>
              <a:rPr lang="en-US" altLang="zh-CN" sz="2400"/>
              <a:t>1</a:t>
            </a:r>
            <a:r>
              <a:rPr lang="zh-CN" altLang="en-US" sz="2400"/>
              <a:t>）</a:t>
            </a:r>
            <a:r>
              <a:rPr lang="en-US" altLang="zh-CN" sz="2400"/>
              <a:t>“</a:t>
            </a:r>
            <a:r>
              <a:rPr lang="zh-CN" altLang="en-US" sz="2400"/>
              <a:t>我们说傅里叶变换像一个</a:t>
            </a:r>
            <a:r>
              <a:rPr lang="en-US" altLang="zh-CN" sz="2400"/>
              <a:t>‘</a:t>
            </a:r>
            <a:r>
              <a:rPr lang="zh-CN" altLang="en-US" sz="2400"/>
              <a:t>数学显微镜</a:t>
            </a:r>
            <a:r>
              <a:rPr lang="en-US" altLang="zh-CN" sz="2400"/>
              <a:t>’</a:t>
            </a:r>
            <a:r>
              <a:rPr lang="zh-CN" altLang="en-US" sz="2400"/>
              <a:t>，能看清函数在频域的结构。那么，这个</a:t>
            </a:r>
            <a:r>
              <a:rPr lang="en-US" altLang="zh-CN" sz="2400"/>
              <a:t>‘</a:t>
            </a:r>
            <a:r>
              <a:rPr lang="zh-CN" altLang="en-US" sz="2400"/>
              <a:t>显微镜</a:t>
            </a:r>
            <a:r>
              <a:rPr lang="en-US" altLang="zh-CN" sz="2400"/>
              <a:t>’</a:t>
            </a:r>
            <a:r>
              <a:rPr lang="zh-CN" altLang="en-US" sz="2400"/>
              <a:t>的核心操作是什么？</a:t>
            </a:r>
            <a:r>
              <a:rPr lang="en-US" altLang="zh-CN" sz="2400"/>
              <a:t>”</a:t>
            </a:r>
            <a:endParaRPr lang="en-US" altLang="zh-CN" sz="2400"/>
          </a:p>
          <a:p>
            <a:endParaRPr lang="en-US" altLang="zh-CN" sz="2400"/>
          </a:p>
          <a:p>
            <a:endParaRPr lang="en-US" altLang="zh-CN" sz="2400"/>
          </a:p>
          <a:p>
            <a:r>
              <a:rPr lang="zh-CN" altLang="en-US" sz="2400"/>
              <a:t>（</a:t>
            </a:r>
            <a:r>
              <a:rPr lang="en-US" altLang="zh-CN" sz="2400"/>
              <a:t>2</a:t>
            </a:r>
            <a:r>
              <a:rPr lang="zh-CN" altLang="en-US" sz="2400"/>
              <a:t>）</a:t>
            </a:r>
            <a:r>
              <a:rPr lang="en-US" altLang="zh-CN" sz="2400"/>
              <a:t>“</a:t>
            </a:r>
            <a:r>
              <a:rPr lang="zh-CN" altLang="en-US" sz="2400"/>
              <a:t>如果一个函数</a:t>
            </a:r>
            <a:r>
              <a:rPr lang="en-US" altLang="zh-CN" sz="2400"/>
              <a:t> f(x) </a:t>
            </a:r>
            <a:r>
              <a:rPr lang="zh-CN" altLang="en-US" sz="2400"/>
              <a:t>的傅里叶变换是</a:t>
            </a:r>
            <a:r>
              <a:rPr lang="en-US" altLang="zh-CN" sz="2400"/>
              <a:t> F(ω)</a:t>
            </a:r>
            <a:r>
              <a:rPr lang="zh-CN" altLang="en-US" sz="2400"/>
              <a:t>，那么它的导数</a:t>
            </a:r>
            <a:r>
              <a:rPr lang="en-US" altLang="zh-CN" sz="2400"/>
              <a:t> f'(x) </a:t>
            </a:r>
            <a:r>
              <a:rPr lang="zh-CN" altLang="en-US" sz="2400"/>
              <a:t>的傅里叶变换是什么？这个性质为何如此重要？</a:t>
            </a:r>
            <a:r>
              <a:rPr lang="en-US" altLang="zh-CN" sz="2400"/>
              <a:t>”</a:t>
            </a:r>
            <a:endParaRPr lang="en-US" altLang="zh-CN" sz="2400"/>
          </a:p>
          <a:p>
            <a:endParaRPr lang="en-US" altLang="zh-CN" sz="2400"/>
          </a:p>
          <a:p>
            <a:endParaRPr lang="en-US" altLang="zh-CN" sz="2400"/>
          </a:p>
          <a:p>
            <a:r>
              <a:rPr lang="zh-CN" altLang="en-US" sz="2400"/>
              <a:t>（</a:t>
            </a:r>
            <a:r>
              <a:rPr lang="en-US" altLang="zh-CN" sz="2400"/>
              <a:t>3</a:t>
            </a:r>
            <a:r>
              <a:rPr lang="zh-CN" altLang="en-US" sz="2400"/>
              <a:t>）</a:t>
            </a:r>
            <a:r>
              <a:rPr lang="en-US" altLang="zh-CN" sz="2400"/>
              <a:t>“</a:t>
            </a:r>
            <a:r>
              <a:rPr lang="zh-CN" altLang="en-US" sz="2400"/>
              <a:t>上节课我们由</a:t>
            </a:r>
            <a:r>
              <a:rPr lang="en-US" altLang="zh-CN" sz="2400"/>
              <a:t>‘</a:t>
            </a:r>
            <a:r>
              <a:rPr lang="zh-CN" altLang="en-US" sz="2400"/>
              <a:t>道生一，一生二</a:t>
            </a:r>
            <a:r>
              <a:rPr lang="en-US" altLang="zh-CN" sz="2400"/>
              <a:t>...’</a:t>
            </a:r>
            <a:r>
              <a:rPr lang="zh-CN" altLang="en-US" sz="2400"/>
              <a:t>谈到傅里叶的</a:t>
            </a:r>
            <a:r>
              <a:rPr lang="en-US" altLang="zh-CN" sz="2400"/>
              <a:t>‘</a:t>
            </a:r>
            <a:r>
              <a:rPr lang="zh-CN" altLang="en-US" sz="2400"/>
              <a:t>万物皆可分解为正弦波</a:t>
            </a:r>
            <a:r>
              <a:rPr lang="en-US" altLang="zh-CN" sz="2400"/>
              <a:t>’</a:t>
            </a:r>
            <a:r>
              <a:rPr lang="zh-CN" altLang="en-US" sz="2400"/>
              <a:t>。但实现这个宏伟构想需要一个关键步骤，即从有限区间的傅里叶级数走向无限区间的傅里叶变换。这个跨越的数学条件是什么？</a:t>
            </a:r>
            <a:r>
              <a:rPr lang="en-US" altLang="zh-CN" sz="2400"/>
              <a:t>”</a:t>
            </a:r>
            <a:endParaRPr lang="en-US" altLang="zh-CN"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文本框 1"/>
          <p:cNvSpPr txBox="1"/>
          <p:nvPr/>
        </p:nvSpPr>
        <p:spPr>
          <a:xfrm>
            <a:off x="668020" y="660400"/>
            <a:ext cx="10799445" cy="5814060"/>
          </a:xfrm>
          <a:prstGeom prst="rect">
            <a:avLst/>
          </a:prstGeom>
          <a:noFill/>
        </p:spPr>
        <p:txBody>
          <a:bodyPr wrap="square" rtlCol="0" anchor="t">
            <a:noAutofit/>
          </a:bodyPr>
          <a:p>
            <a:r>
              <a:rPr lang="en-US" altLang="zh-CN" sz="3600">
                <a:solidFill>
                  <a:srgbClr val="FF0000"/>
                </a:solidFill>
              </a:rPr>
              <a:t>AI</a:t>
            </a:r>
            <a:r>
              <a:rPr lang="zh-CN" altLang="en-US" sz="3600">
                <a:solidFill>
                  <a:srgbClr val="FF0000"/>
                </a:solidFill>
              </a:rPr>
              <a:t>实训：</a:t>
            </a:r>
            <a:endParaRPr lang="zh-CN" altLang="en-US" sz="3600">
              <a:solidFill>
                <a:srgbClr val="FF0000"/>
              </a:solidFill>
            </a:endParaRPr>
          </a:p>
          <a:p>
            <a:endParaRPr lang="en-US" altLang="zh-CN"/>
          </a:p>
          <a:p>
            <a:r>
              <a:rPr lang="zh-CN" altLang="en-US" sz="2400"/>
              <a:t>（</a:t>
            </a:r>
            <a:r>
              <a:rPr lang="en-US" altLang="zh-CN" sz="2400"/>
              <a:t>1</a:t>
            </a:r>
            <a:r>
              <a:rPr lang="zh-CN" altLang="en-US" sz="2400"/>
              <a:t>）请用一个形象的类比，向物理系学生解释为什么傅里叶变换是求解微分方程的利器？</a:t>
            </a:r>
            <a:endParaRPr lang="zh-CN" altLang="en-US" sz="2400"/>
          </a:p>
          <a:p>
            <a:endParaRPr lang="zh-CN" altLang="en-US" sz="2400"/>
          </a:p>
          <a:p>
            <a:endParaRPr lang="zh-CN" altLang="en-US" sz="2400"/>
          </a:p>
          <a:p>
            <a:r>
              <a:rPr lang="zh-CN" altLang="en-US" sz="2400">
                <a:sym typeface="+mn-ea"/>
              </a:rPr>
              <a:t>（</a:t>
            </a:r>
            <a:r>
              <a:rPr lang="en-US" altLang="zh-CN" sz="2400">
                <a:sym typeface="+mn-ea"/>
              </a:rPr>
              <a:t>2</a:t>
            </a:r>
            <a:r>
              <a:rPr lang="zh-CN" altLang="en-US" sz="2400">
                <a:sym typeface="+mn-ea"/>
              </a:rPr>
              <a:t>）如何结合现实生活中的具体案例简洁明了地向非物理系学生解释为什么傅里叶变换是求解微分方程的利器？</a:t>
            </a:r>
            <a:endParaRPr lang="zh-CN" altLang="en-US" sz="2400">
              <a:sym typeface="+mn-ea"/>
            </a:endParaRPr>
          </a:p>
          <a:p>
            <a:endParaRPr lang="zh-CN" altLang="en-US" sz="2400">
              <a:sym typeface="+mn-ea"/>
            </a:endParaRPr>
          </a:p>
          <a:p>
            <a:endParaRPr lang="zh-CN" altLang="en-US" sz="2400">
              <a:sym typeface="+mn-ea"/>
            </a:endParaRPr>
          </a:p>
          <a:p>
            <a:r>
              <a:rPr lang="zh-CN" altLang="en-US" sz="2400">
                <a:sym typeface="+mn-ea"/>
              </a:rPr>
              <a:t>请大家在学习通</a:t>
            </a:r>
            <a:r>
              <a:rPr lang="en-US" altLang="zh-CN" sz="2400">
                <a:sym typeface="+mn-ea"/>
              </a:rPr>
              <a:t>“</a:t>
            </a:r>
            <a:r>
              <a:rPr lang="zh-CN" altLang="en-US" sz="2400">
                <a:sym typeface="+mn-ea"/>
              </a:rPr>
              <a:t>讨论版</a:t>
            </a:r>
            <a:r>
              <a:rPr lang="en-US" altLang="zh-CN" sz="2400">
                <a:sym typeface="+mn-ea"/>
              </a:rPr>
              <a:t>”</a:t>
            </a:r>
            <a:r>
              <a:rPr lang="zh-CN" altLang="en-US" sz="2400">
                <a:sym typeface="+mn-ea"/>
              </a:rPr>
              <a:t>积极发言。</a:t>
            </a:r>
            <a:endParaRPr lang="zh-CN" altLang="en-US" sz="2400"/>
          </a:p>
          <a:p>
            <a:endParaRPr lang="zh-CN" altLang="en-US" sz="24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5"/>
          <p:cNvSpPr/>
          <p:nvPr/>
        </p:nvSpPr>
        <p:spPr>
          <a:xfrm>
            <a:off x="817245" y="404019"/>
            <a:ext cx="7062470" cy="521970"/>
          </a:xfrm>
          <a:prstGeom prst="rect">
            <a:avLst/>
          </a:prstGeom>
          <a:noFill/>
          <a:ln w="25400">
            <a:noFill/>
          </a:ln>
        </p:spPr>
        <p:txBody>
          <a:bodyPr wrap="none" anchor="ctr" anchorCtr="0">
            <a:spAutoFit/>
          </a:bodyPr>
          <a:lstStyle/>
          <a:p>
            <a:r>
              <a:rPr lang="en-US" altLang="zh-CN" sz="2800" b="1" dirty="0">
                <a:solidFill>
                  <a:schemeClr val="tx2"/>
                </a:solidFill>
                <a:latin typeface="Arial" panose="020B0604020202020204" pitchFamily="34" charset="0"/>
                <a:ea typeface="黑体" panose="02010609060101010101" pitchFamily="49" charset="-122"/>
              </a:rPr>
              <a:t>5.2</a:t>
            </a:r>
            <a:r>
              <a:rPr lang="en-US" altLang="zh-CN" sz="2800" b="1" dirty="0">
                <a:solidFill>
                  <a:schemeClr val="tx2"/>
                </a:solidFill>
                <a:latin typeface="黑体" panose="02010609060101010101" pitchFamily="49" charset="-122"/>
                <a:ea typeface="黑体" panose="02010609060101010101" pitchFamily="49" charset="-122"/>
              </a:rPr>
              <a:t> </a:t>
            </a:r>
            <a:r>
              <a:rPr lang="zh-CN" altLang="en-US" sz="2800" b="1" dirty="0">
                <a:solidFill>
                  <a:schemeClr val="tx2"/>
                </a:solidFill>
                <a:latin typeface="黑体" panose="02010609060101010101" pitchFamily="49" charset="-122"/>
                <a:ea typeface="黑体" panose="02010609060101010101" pitchFamily="49" charset="-122"/>
              </a:rPr>
              <a:t>用</a:t>
            </a:r>
            <a:r>
              <a:rPr lang="en-US" altLang="zh-CN" sz="2800" b="1" i="1" dirty="0">
                <a:solidFill>
                  <a:schemeClr val="tx2"/>
                </a:solidFill>
                <a:latin typeface="Times New Roman" panose="02020603050405020304" charset="0"/>
                <a:ea typeface="黑体" panose="02010609060101010101" pitchFamily="49" charset="-122"/>
              </a:rPr>
              <a:t>Fourier</a:t>
            </a:r>
            <a:r>
              <a:rPr lang="zh-CN" altLang="en-US" sz="2800" b="1" dirty="0">
                <a:solidFill>
                  <a:schemeClr val="tx2"/>
                </a:solidFill>
                <a:latin typeface="黑体" panose="02010609060101010101" pitchFamily="49" charset="-122"/>
                <a:ea typeface="黑体" panose="02010609060101010101" pitchFamily="49" charset="-122"/>
              </a:rPr>
              <a:t>变换法解弦振动</a:t>
            </a:r>
            <a:r>
              <a:rPr lang="en-US" altLang="zh-CN" sz="2800" b="1" i="1" dirty="0">
                <a:solidFill>
                  <a:schemeClr val="tx2"/>
                </a:solidFill>
                <a:latin typeface="Times New Roman" panose="02020603050405020304" charset="0"/>
                <a:ea typeface="黑体" panose="02010609060101010101" pitchFamily="49" charset="-122"/>
              </a:rPr>
              <a:t>Cauchy</a:t>
            </a:r>
            <a:r>
              <a:rPr lang="zh-CN" altLang="en-US" sz="2800" b="1" dirty="0">
                <a:solidFill>
                  <a:schemeClr val="tx2"/>
                </a:solidFill>
                <a:latin typeface="黑体" panose="02010609060101010101" pitchFamily="49" charset="-122"/>
                <a:ea typeface="黑体" panose="02010609060101010101" pitchFamily="49" charset="-122"/>
              </a:rPr>
              <a:t>问题：</a:t>
            </a:r>
            <a:endParaRPr lang="zh-CN" altLang="en-US" sz="2800" b="1" dirty="0">
              <a:solidFill>
                <a:schemeClr val="tx2"/>
              </a:solidFill>
              <a:latin typeface="黑体" panose="02010609060101010101" pitchFamily="49" charset="-122"/>
              <a:ea typeface="黑体" panose="02010609060101010101" pitchFamily="49" charset="-122"/>
            </a:endParaRPr>
          </a:p>
        </p:txBody>
      </p:sp>
      <p:graphicFrame>
        <p:nvGraphicFramePr>
          <p:cNvPr id="23554" name="Object 6"/>
          <p:cNvGraphicFramePr/>
          <p:nvPr/>
        </p:nvGraphicFramePr>
        <p:xfrm>
          <a:off x="3071813" y="1412875"/>
          <a:ext cx="5529262" cy="1554163"/>
        </p:xfrm>
        <a:graphic>
          <a:graphicData uri="http://schemas.openxmlformats.org/presentationml/2006/ole">
            <mc:AlternateContent xmlns:mc="http://schemas.openxmlformats.org/markup-compatibility/2006">
              <mc:Choice xmlns:v="urn:schemas-microsoft-com:vml" Requires="v">
                <p:oleObj spid="_x0000_s2" name="" r:id="rId1" imgW="2413000" imgH="685800" progId="Equation.DSMT4">
                  <p:embed/>
                </p:oleObj>
              </mc:Choice>
              <mc:Fallback>
                <p:oleObj name="" r:id="rId1" imgW="2413000" imgH="685800" progId="Equation.DSMT4">
                  <p:embed/>
                  <p:pic>
                    <p:nvPicPr>
                      <p:cNvPr id="0" name="图片 3100"/>
                      <p:cNvPicPr/>
                      <p:nvPr/>
                    </p:nvPicPr>
                    <p:blipFill>
                      <a:blip r:embed="rId2"/>
                      <a:stretch>
                        <a:fillRect/>
                      </a:stretch>
                    </p:blipFill>
                    <p:spPr>
                      <a:xfrm>
                        <a:off x="3071813" y="1412875"/>
                        <a:ext cx="5529262" cy="155416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91143" name="Rectangle 7"/>
          <p:cNvSpPr/>
          <p:nvPr/>
        </p:nvSpPr>
        <p:spPr>
          <a:xfrm>
            <a:off x="2424113" y="3569971"/>
            <a:ext cx="7673975" cy="953135"/>
          </a:xfrm>
          <a:prstGeom prst="rect">
            <a:avLst/>
          </a:prstGeom>
          <a:noFill/>
          <a:ln w="25400">
            <a:noFill/>
          </a:ln>
        </p:spPr>
        <p:txBody>
          <a:bodyPr wrap="none" anchor="ctr" anchorCtr="0">
            <a:spAutoFit/>
          </a:bodyPr>
          <a:lstStyle/>
          <a:p>
            <a:r>
              <a:rPr lang="zh-CN" altLang="en-US" sz="2800" b="1" dirty="0">
                <a:solidFill>
                  <a:srgbClr val="0000FF"/>
                </a:solidFill>
                <a:latin typeface="黑体" panose="02010609060101010101" pitchFamily="49" charset="-122"/>
                <a:ea typeface="黑体" panose="02010609060101010101" pitchFamily="49" charset="-122"/>
              </a:rPr>
              <a:t>解：考虑到自变量的取值范围，对</a:t>
            </a:r>
            <a:r>
              <a:rPr lang="en-US" altLang="zh-CN" sz="2800" b="1" i="1" dirty="0">
                <a:solidFill>
                  <a:srgbClr val="0000FF"/>
                </a:solidFill>
                <a:latin typeface="Times New Roman" panose="02020603050405020304" charset="0"/>
                <a:ea typeface="黑体" panose="02010609060101010101" pitchFamily="49" charset="-122"/>
              </a:rPr>
              <a:t>x</a:t>
            </a:r>
            <a:r>
              <a:rPr lang="en-US" altLang="zh-CN" sz="2800" b="1" i="1" dirty="0">
                <a:latin typeface="Times New Roman" panose="02020603050405020304" charset="0"/>
                <a:ea typeface="黑体" panose="02010609060101010101" pitchFamily="49" charset="-122"/>
              </a:rPr>
              <a:t> </a:t>
            </a:r>
            <a:r>
              <a:rPr lang="zh-CN" altLang="en-US" sz="2800" b="1" dirty="0">
                <a:solidFill>
                  <a:srgbClr val="0000FF"/>
                </a:solidFill>
                <a:latin typeface="黑体" panose="02010609060101010101" pitchFamily="49" charset="-122"/>
                <a:ea typeface="黑体" panose="02010609060101010101" pitchFamily="49" charset="-122"/>
              </a:rPr>
              <a:t>进行</a:t>
            </a:r>
            <a:r>
              <a:rPr lang="en-US" altLang="zh-CN" sz="2800" b="1" i="1" dirty="0">
                <a:solidFill>
                  <a:srgbClr val="0000FF"/>
                </a:solidFill>
                <a:latin typeface="Times New Roman" panose="02020603050405020304" charset="0"/>
                <a:ea typeface="黑体" panose="02010609060101010101" pitchFamily="49" charset="-122"/>
              </a:rPr>
              <a:t>Fourier</a:t>
            </a:r>
            <a:endParaRPr lang="en-US" altLang="zh-CN" sz="2800" b="1" i="1" dirty="0">
              <a:solidFill>
                <a:srgbClr val="0000FF"/>
              </a:solidFill>
              <a:latin typeface="Times New Roman" panose="02020603050405020304" charset="0"/>
              <a:ea typeface="黑体" panose="02010609060101010101" pitchFamily="49" charset="-122"/>
            </a:endParaRPr>
          </a:p>
          <a:p>
            <a:r>
              <a:rPr lang="zh-CN" altLang="en-US" sz="2800" b="1" dirty="0">
                <a:solidFill>
                  <a:srgbClr val="0000FF"/>
                </a:solidFill>
                <a:latin typeface="黑体" panose="02010609060101010101" pitchFamily="49" charset="-122"/>
                <a:ea typeface="黑体" panose="02010609060101010101" pitchFamily="49" charset="-122"/>
              </a:rPr>
              <a:t>变换。设 </a:t>
            </a:r>
            <a:endParaRPr lang="zh-CN" altLang="en-US" sz="2800" b="1" dirty="0">
              <a:solidFill>
                <a:srgbClr val="0000FF"/>
              </a:solidFill>
              <a:latin typeface="黑体" panose="02010609060101010101" pitchFamily="49" charset="-122"/>
              <a:ea typeface="黑体" panose="02010609060101010101" pitchFamily="49" charset="-122"/>
            </a:endParaRPr>
          </a:p>
        </p:txBody>
      </p:sp>
      <p:graphicFrame>
        <p:nvGraphicFramePr>
          <p:cNvPr id="91144" name="Object 8"/>
          <p:cNvGraphicFramePr/>
          <p:nvPr/>
        </p:nvGraphicFramePr>
        <p:xfrm>
          <a:off x="3143250" y="4724400"/>
          <a:ext cx="5976938" cy="1552575"/>
        </p:xfrm>
        <a:graphic>
          <a:graphicData uri="http://schemas.openxmlformats.org/presentationml/2006/ole">
            <mc:AlternateContent xmlns:mc="http://schemas.openxmlformats.org/markup-compatibility/2006">
              <mc:Choice xmlns:v="urn:schemas-microsoft-com:vml" Requires="v">
                <p:oleObj spid="_x0000_s3" name="" r:id="rId3" imgW="2438400" imgH="698500" progId="Equation.DSMT4">
                  <p:embed/>
                </p:oleObj>
              </mc:Choice>
              <mc:Fallback>
                <p:oleObj name="" r:id="rId3" imgW="2438400" imgH="698500" progId="Equation.DSMT4">
                  <p:embed/>
                  <p:pic>
                    <p:nvPicPr>
                      <p:cNvPr id="0" name="图片 3101"/>
                      <p:cNvPicPr/>
                      <p:nvPr/>
                    </p:nvPicPr>
                    <p:blipFill>
                      <a:blip r:embed="rId4"/>
                      <a:stretch>
                        <a:fillRect/>
                      </a:stretch>
                    </p:blipFill>
                    <p:spPr>
                      <a:xfrm>
                        <a:off x="3143250" y="4724400"/>
                        <a:ext cx="5976938" cy="1552575"/>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4" name="文本框 3"/>
          <p:cNvSpPr txBox="1"/>
          <p:nvPr/>
        </p:nvSpPr>
        <p:spPr>
          <a:xfrm>
            <a:off x="10708640" y="133350"/>
            <a:ext cx="1183640" cy="583565"/>
          </a:xfrm>
          <a:prstGeom prst="rect">
            <a:avLst/>
          </a:prstGeom>
          <a:noFill/>
        </p:spPr>
        <p:txBody>
          <a:bodyPr wrap="square" rtlCol="0" anchor="t">
            <a:spAutoFit/>
          </a:bodyPr>
          <a:p>
            <a:pPr algn="ctr"/>
            <a:r>
              <a:rPr lang="zh-CN" altLang="en-US" sz="3200" b="1" dirty="0">
                <a:solidFill>
                  <a:srgbClr val="FF0000"/>
                </a:solidFill>
                <a:latin typeface="黑体" panose="02010609060101010101" pitchFamily="49" charset="-122"/>
                <a:ea typeface="黑体" panose="02010609060101010101" pitchFamily="49" charset="-122"/>
                <a:sym typeface="+mn-ea"/>
              </a:rPr>
              <a:t>回顾</a:t>
            </a:r>
            <a:endParaRPr lang="zh-CN" altLang="en-US" sz="3200" b="1" dirty="0">
              <a:solidFill>
                <a:srgbClr val="FF0000"/>
              </a:solidFill>
              <a:latin typeface="黑体" panose="02010609060101010101" pitchFamily="49" charset="-122"/>
              <a:ea typeface="黑体" panose="02010609060101010101" pitchFamily="49" charset="-122"/>
              <a:sym typeface="+mn-ea"/>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91143"/>
                                        </p:tgtEl>
                                        <p:attrNameLst>
                                          <p:attrName>style.visibility</p:attrName>
                                        </p:attrNameLst>
                                      </p:cBhvr>
                                      <p:to>
                                        <p:strVal val="visible"/>
                                      </p:to>
                                    </p:set>
                                    <p:animEffect transition="in" filter="wipe(up)">
                                      <p:cBhvr>
                                        <p:cTn id="7" dur="500"/>
                                        <p:tgtEl>
                                          <p:spTgt spid="9114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91144"/>
                                        </p:tgtEl>
                                        <p:attrNameLst>
                                          <p:attrName>style.visibility</p:attrName>
                                        </p:attrNameLst>
                                      </p:cBhvr>
                                      <p:to>
                                        <p:strVal val="visible"/>
                                      </p:to>
                                    </p:set>
                                    <p:animEffect transition="in" filter="wipe(up)">
                                      <p:cBhvr>
                                        <p:cTn id="12" dur="500"/>
                                        <p:tgtEl>
                                          <p:spTgt spid="911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14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3"/>
          <p:cNvSpPr/>
          <p:nvPr/>
        </p:nvSpPr>
        <p:spPr>
          <a:xfrm>
            <a:off x="2495550" y="2132172"/>
            <a:ext cx="2327910" cy="521970"/>
          </a:xfrm>
          <a:prstGeom prst="rect">
            <a:avLst/>
          </a:prstGeom>
          <a:noFill/>
          <a:ln w="25400">
            <a:noFill/>
          </a:ln>
        </p:spPr>
        <p:txBody>
          <a:bodyPr wrap="none" anchor="ctr" anchorCtr="0">
            <a:spAutoFit/>
          </a:bodyPr>
          <a:lstStyle/>
          <a:p>
            <a:r>
              <a:rPr lang="zh-CN" altLang="en-US" sz="2800" b="1" dirty="0">
                <a:solidFill>
                  <a:srgbClr val="0000FF"/>
                </a:solidFill>
                <a:latin typeface="Arial" panose="020B0604020202020204" pitchFamily="34" charset="0"/>
                <a:ea typeface="黑体" panose="02010609060101010101" pitchFamily="49" charset="-122"/>
              </a:rPr>
              <a:t>方程转化为：</a:t>
            </a:r>
            <a:endParaRPr lang="zh-CN" altLang="en-US" sz="2800" b="1" dirty="0">
              <a:solidFill>
                <a:srgbClr val="0000FF"/>
              </a:solidFill>
              <a:latin typeface="Arial" panose="020B0604020202020204" pitchFamily="34" charset="0"/>
              <a:ea typeface="黑体" panose="02010609060101010101" pitchFamily="49" charset="-122"/>
            </a:endParaRPr>
          </a:p>
        </p:txBody>
      </p:sp>
      <p:graphicFrame>
        <p:nvGraphicFramePr>
          <p:cNvPr id="24578" name="Object 4"/>
          <p:cNvGraphicFramePr/>
          <p:nvPr/>
        </p:nvGraphicFramePr>
        <p:xfrm>
          <a:off x="4922838" y="1557338"/>
          <a:ext cx="5060950" cy="1612900"/>
        </p:xfrm>
        <a:graphic>
          <a:graphicData uri="http://schemas.openxmlformats.org/presentationml/2006/ole">
            <mc:AlternateContent xmlns:mc="http://schemas.openxmlformats.org/markup-compatibility/2006">
              <mc:Choice xmlns:v="urn:schemas-microsoft-com:vml" Requires="v">
                <p:oleObj spid="_x0000_s2" name="" r:id="rId1" imgW="2273300" imgH="711200" progId="Equation.DSMT4">
                  <p:embed/>
                </p:oleObj>
              </mc:Choice>
              <mc:Fallback>
                <p:oleObj name="" r:id="rId1" imgW="2273300" imgH="711200" progId="Equation.DSMT4">
                  <p:embed/>
                  <p:pic>
                    <p:nvPicPr>
                      <p:cNvPr id="0" name="图片 3099"/>
                      <p:cNvPicPr/>
                      <p:nvPr/>
                    </p:nvPicPr>
                    <p:blipFill>
                      <a:blip r:embed="rId2"/>
                      <a:stretch>
                        <a:fillRect/>
                      </a:stretch>
                    </p:blipFill>
                    <p:spPr>
                      <a:xfrm>
                        <a:off x="4922838" y="1557338"/>
                        <a:ext cx="5060950" cy="161290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24579" name="Rectangle 5"/>
          <p:cNvSpPr/>
          <p:nvPr/>
        </p:nvSpPr>
        <p:spPr>
          <a:xfrm>
            <a:off x="1524000" y="2935288"/>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4580" name="Rectangle 7"/>
          <p:cNvSpPr/>
          <p:nvPr/>
        </p:nvSpPr>
        <p:spPr>
          <a:xfrm>
            <a:off x="2208213" y="3572034"/>
            <a:ext cx="3757930" cy="521970"/>
          </a:xfrm>
          <a:prstGeom prst="rect">
            <a:avLst/>
          </a:prstGeom>
          <a:noFill/>
          <a:ln w="25400">
            <a:noFill/>
          </a:ln>
        </p:spPr>
        <p:txBody>
          <a:bodyPr wrap="none" anchor="ctr" anchorCtr="0">
            <a:spAutoFit/>
          </a:bodyPr>
          <a:lstStyle/>
          <a:p>
            <a:r>
              <a:rPr lang="zh-CN" altLang="en-US" sz="2800" b="1" dirty="0">
                <a:solidFill>
                  <a:srgbClr val="0000FF"/>
                </a:solidFill>
                <a:latin typeface="Arial" panose="020B0604020202020204" pitchFamily="34" charset="0"/>
                <a:ea typeface="黑体" panose="02010609060101010101" pitchFamily="49" charset="-122"/>
              </a:rPr>
              <a:t>特征方程和特征根为：</a:t>
            </a:r>
            <a:endParaRPr lang="zh-CN" altLang="en-US" sz="2800" b="1" dirty="0">
              <a:solidFill>
                <a:srgbClr val="0000FF"/>
              </a:solidFill>
              <a:latin typeface="Arial" panose="020B0604020202020204" pitchFamily="34" charset="0"/>
              <a:ea typeface="黑体" panose="02010609060101010101" pitchFamily="49" charset="-122"/>
            </a:endParaRPr>
          </a:p>
        </p:txBody>
      </p:sp>
      <p:graphicFrame>
        <p:nvGraphicFramePr>
          <p:cNvPr id="24581" name="Object 8"/>
          <p:cNvGraphicFramePr/>
          <p:nvPr/>
        </p:nvGraphicFramePr>
        <p:xfrm>
          <a:off x="5981700" y="3573463"/>
          <a:ext cx="4059238" cy="654050"/>
        </p:xfrm>
        <a:graphic>
          <a:graphicData uri="http://schemas.openxmlformats.org/presentationml/2006/ole">
            <mc:AlternateContent xmlns:mc="http://schemas.openxmlformats.org/markup-compatibility/2006">
              <mc:Choice xmlns:v="urn:schemas-microsoft-com:vml" Requires="v">
                <p:oleObj spid="_x0000_s3" name="" r:id="rId3" imgW="1688465" imgH="254000" progId="Equation.DSMT4">
                  <p:embed/>
                </p:oleObj>
              </mc:Choice>
              <mc:Fallback>
                <p:oleObj name="" r:id="rId3" imgW="1688465" imgH="254000" progId="Equation.DSMT4">
                  <p:embed/>
                  <p:pic>
                    <p:nvPicPr>
                      <p:cNvPr id="0" name="图片 3106"/>
                      <p:cNvPicPr/>
                      <p:nvPr/>
                    </p:nvPicPr>
                    <p:blipFill>
                      <a:blip r:embed="rId4"/>
                      <a:stretch>
                        <a:fillRect/>
                      </a:stretch>
                    </p:blipFill>
                    <p:spPr>
                      <a:xfrm>
                        <a:off x="5981700" y="3573463"/>
                        <a:ext cx="4059238" cy="65405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24582" name="Rectangle 9"/>
          <p:cNvSpPr/>
          <p:nvPr/>
        </p:nvSpPr>
        <p:spPr>
          <a:xfrm>
            <a:off x="1524000" y="-184150"/>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4583" name="Text Box 14"/>
          <p:cNvSpPr txBox="1"/>
          <p:nvPr/>
        </p:nvSpPr>
        <p:spPr>
          <a:xfrm>
            <a:off x="2424113" y="836613"/>
            <a:ext cx="6048375" cy="521970"/>
          </a:xfrm>
          <a:prstGeom prst="rect">
            <a:avLst/>
          </a:prstGeom>
          <a:noFill/>
          <a:ln w="9525">
            <a:noFill/>
          </a:ln>
        </p:spPr>
        <p:txBody>
          <a:bodyPr anchor="t" anchorCtr="0">
            <a:spAutoFit/>
          </a:bodyPr>
          <a:lstStyle/>
          <a:p>
            <a:pPr>
              <a:spcBef>
                <a:spcPct val="50000"/>
              </a:spcBef>
            </a:pPr>
            <a:r>
              <a:rPr lang="zh-CN" altLang="en-US" sz="2800" b="1" dirty="0">
                <a:solidFill>
                  <a:srgbClr val="0000FF"/>
                </a:solidFill>
                <a:latin typeface="Arial" panose="020B0604020202020204" pitchFamily="34" charset="0"/>
                <a:ea typeface="黑体" panose="02010609060101010101" pitchFamily="49" charset="-122"/>
              </a:rPr>
              <a:t>根据</a:t>
            </a:r>
            <a:r>
              <a:rPr lang="en-US" altLang="zh-CN" sz="2800" b="1" i="1" dirty="0">
                <a:solidFill>
                  <a:srgbClr val="0000FF"/>
                </a:solidFill>
                <a:latin typeface="Times New Roman" panose="02020603050405020304" charset="0"/>
                <a:ea typeface="黑体" panose="02010609060101010101" pitchFamily="49" charset="-122"/>
              </a:rPr>
              <a:t>Fourier</a:t>
            </a:r>
            <a:r>
              <a:rPr lang="zh-CN" altLang="en-US" sz="2800" b="1" dirty="0">
                <a:solidFill>
                  <a:srgbClr val="0000FF"/>
                </a:solidFill>
                <a:latin typeface="Arial" panose="020B0604020202020204" pitchFamily="34" charset="0"/>
                <a:ea typeface="黑体" panose="02010609060101010101" pitchFamily="49" charset="-122"/>
              </a:rPr>
              <a:t>变换微分性质</a:t>
            </a:r>
            <a:r>
              <a:rPr lang="en-US" altLang="zh-CN" sz="2800" b="1" dirty="0">
                <a:solidFill>
                  <a:srgbClr val="0000FF"/>
                </a:solidFill>
                <a:latin typeface="Arial" panose="020B0604020202020204" pitchFamily="34" charset="0"/>
                <a:ea typeface="黑体" panose="02010609060101010101" pitchFamily="49" charset="-122"/>
              </a:rPr>
              <a:t>:</a:t>
            </a:r>
            <a:endParaRPr lang="en-US" altLang="zh-CN" sz="2800" b="1" dirty="0">
              <a:solidFill>
                <a:srgbClr val="0000FF"/>
              </a:solidFill>
              <a:latin typeface="Arial" panose="020B0604020202020204" pitchFamily="34" charset="0"/>
              <a:ea typeface="黑体" panose="02010609060101010101" pitchFamily="49" charset="-122"/>
            </a:endParaRPr>
          </a:p>
        </p:txBody>
      </p:sp>
      <p:graphicFrame>
        <p:nvGraphicFramePr>
          <p:cNvPr id="24584" name="Object 15"/>
          <p:cNvGraphicFramePr/>
          <p:nvPr/>
        </p:nvGraphicFramePr>
        <p:xfrm>
          <a:off x="4391025" y="4652963"/>
          <a:ext cx="5465763" cy="1790700"/>
        </p:xfrm>
        <a:graphic>
          <a:graphicData uri="http://schemas.openxmlformats.org/presentationml/2006/ole">
            <mc:AlternateContent xmlns:mc="http://schemas.openxmlformats.org/markup-compatibility/2006">
              <mc:Choice xmlns:v="urn:schemas-microsoft-com:vml" Requires="v">
                <p:oleObj spid="_x0000_s4" name="" r:id="rId5" imgW="2349500" imgH="723900" progId="Equation.DSMT4">
                  <p:embed/>
                </p:oleObj>
              </mc:Choice>
              <mc:Fallback>
                <p:oleObj name="" r:id="rId5" imgW="2349500" imgH="723900" progId="Equation.DSMT4">
                  <p:embed/>
                  <p:pic>
                    <p:nvPicPr>
                      <p:cNvPr id="0" name="图片 3105"/>
                      <p:cNvPicPr/>
                      <p:nvPr/>
                    </p:nvPicPr>
                    <p:blipFill>
                      <a:blip r:embed="rId6"/>
                      <a:stretch>
                        <a:fillRect/>
                      </a:stretch>
                    </p:blipFill>
                    <p:spPr>
                      <a:xfrm>
                        <a:off x="4391025" y="4652963"/>
                        <a:ext cx="5465763" cy="179070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24585" name="Rectangle 16"/>
          <p:cNvSpPr/>
          <p:nvPr/>
        </p:nvSpPr>
        <p:spPr>
          <a:xfrm>
            <a:off x="2063750" y="4795997"/>
            <a:ext cx="2327910" cy="521970"/>
          </a:xfrm>
          <a:prstGeom prst="rect">
            <a:avLst/>
          </a:prstGeom>
          <a:noFill/>
          <a:ln w="25400">
            <a:noFill/>
          </a:ln>
        </p:spPr>
        <p:txBody>
          <a:bodyPr wrap="none" anchor="ctr" anchorCtr="0">
            <a:spAutoFit/>
          </a:bodyPr>
          <a:lstStyle/>
          <a:p>
            <a:r>
              <a:rPr lang="zh-CN" altLang="en-US" sz="2800" b="1" dirty="0">
                <a:solidFill>
                  <a:srgbClr val="0000FF"/>
                </a:solidFill>
                <a:latin typeface="Arial" panose="020B0604020202020204" pitchFamily="34" charset="0"/>
                <a:ea typeface="黑体" panose="02010609060101010101" pitchFamily="49" charset="-122"/>
              </a:rPr>
              <a:t>方程的解为：</a:t>
            </a:r>
            <a:endParaRPr lang="zh-CN" altLang="en-US" sz="2800" b="1" dirty="0">
              <a:solidFill>
                <a:srgbClr val="0000FF"/>
              </a:solidFill>
              <a:latin typeface="Arial" panose="020B0604020202020204" pitchFamily="34" charset="0"/>
              <a:ea typeface="黑体" panose="02010609060101010101" pitchFamily="49" charset="-122"/>
            </a:endParaRPr>
          </a:p>
        </p:txBody>
      </p:sp>
      <p:sp>
        <p:nvSpPr>
          <p:cNvPr id="5" name="文本框 4"/>
          <p:cNvSpPr txBox="1"/>
          <p:nvPr/>
        </p:nvSpPr>
        <p:spPr>
          <a:xfrm>
            <a:off x="10708640" y="133350"/>
            <a:ext cx="1183640" cy="583565"/>
          </a:xfrm>
          <a:prstGeom prst="rect">
            <a:avLst/>
          </a:prstGeom>
          <a:noFill/>
        </p:spPr>
        <p:txBody>
          <a:bodyPr wrap="square" rtlCol="0" anchor="t">
            <a:spAutoFit/>
          </a:bodyPr>
          <a:p>
            <a:pPr algn="ctr"/>
            <a:r>
              <a:rPr lang="zh-CN" altLang="en-US" sz="3200" b="1" dirty="0">
                <a:solidFill>
                  <a:srgbClr val="FF0000"/>
                </a:solidFill>
                <a:latin typeface="黑体" panose="02010609060101010101" pitchFamily="49" charset="-122"/>
                <a:ea typeface="黑体" panose="02010609060101010101" pitchFamily="49" charset="-122"/>
                <a:sym typeface="+mn-ea"/>
              </a:rPr>
              <a:t>回顾</a:t>
            </a:r>
            <a:endParaRPr lang="zh-CN" altLang="en-US" sz="3200" b="1" dirty="0">
              <a:solidFill>
                <a:srgbClr val="FF0000"/>
              </a:solidFill>
              <a:latin typeface="黑体" panose="02010609060101010101" pitchFamily="49" charset="-122"/>
              <a:ea typeface="黑体" panose="02010609060101010101" pitchFamily="49" charset="-122"/>
              <a:sym typeface="+mn-ea"/>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3"/>
          <p:cNvSpPr/>
          <p:nvPr/>
        </p:nvSpPr>
        <p:spPr>
          <a:xfrm>
            <a:off x="2495550" y="1914684"/>
            <a:ext cx="1612900" cy="521970"/>
          </a:xfrm>
          <a:prstGeom prst="rect">
            <a:avLst/>
          </a:prstGeom>
          <a:noFill/>
          <a:ln w="25400">
            <a:noFill/>
          </a:ln>
        </p:spPr>
        <p:txBody>
          <a:bodyPr wrap="none" anchor="ctr" anchorCtr="0">
            <a:spAutoFit/>
          </a:bodyPr>
          <a:lstStyle/>
          <a:p>
            <a:r>
              <a:rPr lang="zh-CN" altLang="en-US" sz="2800" b="1" dirty="0">
                <a:solidFill>
                  <a:srgbClr val="0000FF"/>
                </a:solidFill>
                <a:latin typeface="Arial" panose="020B0604020202020204" pitchFamily="34" charset="0"/>
                <a:ea typeface="黑体" panose="02010609060101010101" pitchFamily="49" charset="-122"/>
              </a:rPr>
              <a:t>于是有：</a:t>
            </a:r>
            <a:endParaRPr lang="zh-CN" altLang="en-US" sz="2800" b="1" dirty="0">
              <a:solidFill>
                <a:srgbClr val="0000FF"/>
              </a:solidFill>
              <a:latin typeface="Arial" panose="020B0604020202020204" pitchFamily="34" charset="0"/>
              <a:ea typeface="黑体" panose="02010609060101010101" pitchFamily="49" charset="-122"/>
            </a:endParaRPr>
          </a:p>
        </p:txBody>
      </p:sp>
      <p:graphicFrame>
        <p:nvGraphicFramePr>
          <p:cNvPr id="26626" name="Object 4"/>
          <p:cNvGraphicFramePr/>
          <p:nvPr/>
        </p:nvGraphicFramePr>
        <p:xfrm>
          <a:off x="4978400" y="1484313"/>
          <a:ext cx="1970088" cy="1576387"/>
        </p:xfrm>
        <a:graphic>
          <a:graphicData uri="http://schemas.openxmlformats.org/presentationml/2006/ole">
            <mc:AlternateContent xmlns:mc="http://schemas.openxmlformats.org/markup-compatibility/2006">
              <mc:Choice xmlns:v="urn:schemas-microsoft-com:vml" Requires="v">
                <p:oleObj spid="_x0000_s2" name="" r:id="rId1" imgW="774065" imgH="660400" progId="Equation.DSMT4">
                  <p:embed/>
                </p:oleObj>
              </mc:Choice>
              <mc:Fallback>
                <p:oleObj name="" r:id="rId1" imgW="774065" imgH="660400" progId="Equation.DSMT4">
                  <p:embed/>
                  <p:pic>
                    <p:nvPicPr>
                      <p:cNvPr id="0" name="图片 3102"/>
                      <p:cNvPicPr/>
                      <p:nvPr/>
                    </p:nvPicPr>
                    <p:blipFill>
                      <a:blip r:embed="rId2"/>
                      <a:stretch>
                        <a:fillRect/>
                      </a:stretch>
                    </p:blipFill>
                    <p:spPr>
                      <a:xfrm>
                        <a:off x="4978400" y="1484313"/>
                        <a:ext cx="1970088" cy="1576387"/>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26627" name="Rectangle 7"/>
          <p:cNvSpPr/>
          <p:nvPr/>
        </p:nvSpPr>
        <p:spPr>
          <a:xfrm>
            <a:off x="2566988" y="3211672"/>
            <a:ext cx="1255395" cy="521970"/>
          </a:xfrm>
          <a:prstGeom prst="rect">
            <a:avLst/>
          </a:prstGeom>
          <a:noFill/>
          <a:ln w="25400">
            <a:noFill/>
          </a:ln>
        </p:spPr>
        <p:txBody>
          <a:bodyPr wrap="none" anchor="ctr" anchorCtr="0">
            <a:spAutoFit/>
          </a:bodyPr>
          <a:lstStyle/>
          <a:p>
            <a:r>
              <a:rPr lang="zh-CN" altLang="en-US" sz="2800" b="1" dirty="0">
                <a:solidFill>
                  <a:srgbClr val="0000FF"/>
                </a:solidFill>
                <a:latin typeface="Times New Roman" panose="02020603050405020304" charset="0"/>
                <a:ea typeface="黑体" panose="02010609060101010101" pitchFamily="49" charset="-122"/>
              </a:rPr>
              <a:t>可得：</a:t>
            </a:r>
            <a:endParaRPr lang="zh-CN" altLang="en-US" sz="2800" b="1" dirty="0">
              <a:solidFill>
                <a:srgbClr val="0000FF"/>
              </a:solidFill>
              <a:latin typeface="Times New Roman" panose="02020603050405020304" charset="0"/>
              <a:ea typeface="黑体" panose="02010609060101010101" pitchFamily="49" charset="-122"/>
            </a:endParaRPr>
          </a:p>
        </p:txBody>
      </p:sp>
      <p:graphicFrame>
        <p:nvGraphicFramePr>
          <p:cNvPr id="26628" name="Object 8"/>
          <p:cNvGraphicFramePr/>
          <p:nvPr/>
        </p:nvGraphicFramePr>
        <p:xfrm>
          <a:off x="1954213" y="3933825"/>
          <a:ext cx="8534400" cy="1871663"/>
        </p:xfrm>
        <a:graphic>
          <a:graphicData uri="http://schemas.openxmlformats.org/presentationml/2006/ole">
            <mc:AlternateContent xmlns:mc="http://schemas.openxmlformats.org/markup-compatibility/2006">
              <mc:Choice xmlns:v="urn:schemas-microsoft-com:vml" Requires="v">
                <p:oleObj spid="_x0000_s3" name="" r:id="rId3" imgW="3746500" imgH="850900" progId="Equation.DSMT4">
                  <p:embed/>
                </p:oleObj>
              </mc:Choice>
              <mc:Fallback>
                <p:oleObj name="" r:id="rId3" imgW="3746500" imgH="850900" progId="Equation.DSMT4">
                  <p:embed/>
                  <p:pic>
                    <p:nvPicPr>
                      <p:cNvPr id="0" name="图片 3104"/>
                      <p:cNvPicPr/>
                      <p:nvPr/>
                    </p:nvPicPr>
                    <p:blipFill>
                      <a:blip r:embed="rId4"/>
                      <a:stretch>
                        <a:fillRect/>
                      </a:stretch>
                    </p:blipFill>
                    <p:spPr>
                      <a:xfrm>
                        <a:off x="1954213" y="3933825"/>
                        <a:ext cx="8534400" cy="187166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26629" name="Rectangle 9"/>
          <p:cNvSpPr/>
          <p:nvPr/>
        </p:nvSpPr>
        <p:spPr>
          <a:xfrm>
            <a:off x="1524000" y="-184150"/>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sp>
        <p:nvSpPr>
          <p:cNvPr id="26630" name="Text Box 14"/>
          <p:cNvSpPr txBox="1"/>
          <p:nvPr/>
        </p:nvSpPr>
        <p:spPr>
          <a:xfrm>
            <a:off x="2424113" y="836613"/>
            <a:ext cx="6048375" cy="521970"/>
          </a:xfrm>
          <a:prstGeom prst="rect">
            <a:avLst/>
          </a:prstGeom>
          <a:noFill/>
          <a:ln w="9525">
            <a:noFill/>
          </a:ln>
        </p:spPr>
        <p:txBody>
          <a:bodyPr anchor="t" anchorCtr="0">
            <a:spAutoFit/>
          </a:bodyPr>
          <a:lstStyle/>
          <a:p>
            <a:pPr>
              <a:spcBef>
                <a:spcPct val="50000"/>
              </a:spcBef>
            </a:pPr>
            <a:r>
              <a:rPr lang="zh-CN" altLang="en-US" sz="2800" b="1" dirty="0">
                <a:solidFill>
                  <a:srgbClr val="0000FF"/>
                </a:solidFill>
                <a:latin typeface="Arial" panose="020B0604020202020204" pitchFamily="34" charset="0"/>
                <a:ea typeface="黑体" panose="02010609060101010101" pitchFamily="49" charset="-122"/>
              </a:rPr>
              <a:t>将初始条件代入求积分常数</a:t>
            </a:r>
            <a:r>
              <a:rPr lang="en-US" altLang="zh-CN" sz="2800" b="1" dirty="0">
                <a:solidFill>
                  <a:srgbClr val="0000FF"/>
                </a:solidFill>
                <a:latin typeface="Arial" panose="020B0604020202020204" pitchFamily="34" charset="0"/>
                <a:ea typeface="黑体" panose="02010609060101010101" pitchFamily="49" charset="-122"/>
              </a:rPr>
              <a:t>:</a:t>
            </a:r>
            <a:endParaRPr lang="en-US" altLang="zh-CN" sz="2800" b="1" dirty="0">
              <a:solidFill>
                <a:srgbClr val="0000FF"/>
              </a:solidFill>
              <a:latin typeface="Arial" panose="020B0604020202020204" pitchFamily="34" charset="0"/>
              <a:ea typeface="黑体" panose="02010609060101010101" pitchFamily="49" charset="-122"/>
            </a:endParaRPr>
          </a:p>
        </p:txBody>
      </p:sp>
      <p:sp>
        <p:nvSpPr>
          <p:cNvPr id="4" name="文本框 3"/>
          <p:cNvSpPr txBox="1"/>
          <p:nvPr/>
        </p:nvSpPr>
        <p:spPr>
          <a:xfrm>
            <a:off x="10708640" y="133350"/>
            <a:ext cx="1183640" cy="583565"/>
          </a:xfrm>
          <a:prstGeom prst="rect">
            <a:avLst/>
          </a:prstGeom>
          <a:noFill/>
        </p:spPr>
        <p:txBody>
          <a:bodyPr wrap="square" rtlCol="0" anchor="t">
            <a:spAutoFit/>
          </a:bodyPr>
          <a:p>
            <a:pPr algn="ctr"/>
            <a:r>
              <a:rPr lang="zh-CN" altLang="en-US" sz="3200" b="1" dirty="0">
                <a:solidFill>
                  <a:srgbClr val="FF0000"/>
                </a:solidFill>
                <a:latin typeface="黑体" panose="02010609060101010101" pitchFamily="49" charset="-122"/>
                <a:ea typeface="黑体" panose="02010609060101010101" pitchFamily="49" charset="-122"/>
                <a:sym typeface="+mn-ea"/>
              </a:rPr>
              <a:t>回顾</a:t>
            </a:r>
            <a:endParaRPr lang="zh-CN" altLang="en-US" sz="3200" b="1" dirty="0">
              <a:solidFill>
                <a:srgbClr val="FF0000"/>
              </a:solidFill>
              <a:latin typeface="黑体" panose="02010609060101010101" pitchFamily="49" charset="-122"/>
              <a:ea typeface="黑体" panose="02010609060101010101" pitchFamily="49" charset="-122"/>
              <a:sym typeface="+mn-ea"/>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p:cNvSpPr/>
          <p:nvPr/>
        </p:nvSpPr>
        <p:spPr>
          <a:xfrm>
            <a:off x="1919288" y="4580097"/>
            <a:ext cx="7422515" cy="521970"/>
          </a:xfrm>
          <a:prstGeom prst="rect">
            <a:avLst/>
          </a:prstGeom>
          <a:noFill/>
          <a:ln w="25400">
            <a:noFill/>
          </a:ln>
        </p:spPr>
        <p:txBody>
          <a:bodyPr wrap="none" anchor="ctr" anchorCtr="0">
            <a:spAutoFit/>
          </a:bodyPr>
          <a:lstStyle/>
          <a:p>
            <a:r>
              <a:rPr lang="zh-CN" altLang="en-US" sz="2800" b="1" dirty="0">
                <a:solidFill>
                  <a:srgbClr val="0000FF"/>
                </a:solidFill>
                <a:latin typeface="Arial" panose="020B0604020202020204" pitchFamily="34" charset="0"/>
                <a:ea typeface="黑体" panose="02010609060101010101" pitchFamily="49" charset="-122"/>
              </a:rPr>
              <a:t>故，方程的解为</a:t>
            </a:r>
            <a:r>
              <a:rPr lang="en-US" altLang="zh-CN" sz="2800" b="1" dirty="0">
                <a:solidFill>
                  <a:srgbClr val="0000FF"/>
                </a:solidFill>
                <a:latin typeface="Arial" panose="020B0604020202020204" pitchFamily="34" charset="0"/>
                <a:ea typeface="黑体" panose="02010609060101010101" pitchFamily="49" charset="-122"/>
              </a:rPr>
              <a:t>(</a:t>
            </a:r>
            <a:r>
              <a:rPr lang="zh-CN" altLang="en-US" sz="2800" b="1" dirty="0">
                <a:solidFill>
                  <a:schemeClr val="tx2"/>
                </a:solidFill>
                <a:latin typeface="Arial" panose="020B0604020202020204" pitchFamily="34" charset="0"/>
                <a:ea typeface="黑体" panose="02010609060101010101" pitchFamily="49" charset="-122"/>
              </a:rPr>
              <a:t>无限长弦的</a:t>
            </a:r>
            <a:r>
              <a:rPr lang="en-US" altLang="zh-CN" sz="2800" b="1" i="1" dirty="0">
                <a:solidFill>
                  <a:schemeClr val="tx2"/>
                </a:solidFill>
                <a:latin typeface="Times New Roman" panose="02020603050405020304" charset="0"/>
                <a:ea typeface="黑体" panose="02010609060101010101" pitchFamily="49" charset="-122"/>
              </a:rPr>
              <a:t>d’Alembert</a:t>
            </a:r>
            <a:r>
              <a:rPr lang="zh-CN" altLang="en-US" sz="2800" b="1" dirty="0">
                <a:solidFill>
                  <a:schemeClr val="tx2"/>
                </a:solidFill>
                <a:latin typeface="Arial" panose="020B0604020202020204" pitchFamily="34" charset="0"/>
                <a:ea typeface="黑体" panose="02010609060101010101" pitchFamily="49" charset="-122"/>
              </a:rPr>
              <a:t>公式</a:t>
            </a:r>
            <a:r>
              <a:rPr lang="en-US" altLang="zh-CN" sz="2800" b="1" dirty="0">
                <a:solidFill>
                  <a:srgbClr val="0000FF"/>
                </a:solidFill>
                <a:latin typeface="Arial" panose="020B0604020202020204" pitchFamily="34" charset="0"/>
                <a:ea typeface="黑体" panose="02010609060101010101" pitchFamily="49" charset="-122"/>
              </a:rPr>
              <a:t>)</a:t>
            </a:r>
            <a:r>
              <a:rPr lang="zh-CN" altLang="en-US" sz="2800" b="1" dirty="0">
                <a:solidFill>
                  <a:srgbClr val="0000FF"/>
                </a:solidFill>
                <a:latin typeface="Arial" panose="020B0604020202020204" pitchFamily="34" charset="0"/>
                <a:ea typeface="黑体" panose="02010609060101010101" pitchFamily="49" charset="-122"/>
              </a:rPr>
              <a:t>：</a:t>
            </a:r>
            <a:endParaRPr lang="zh-CN" altLang="en-US" sz="2800" b="1" dirty="0">
              <a:solidFill>
                <a:srgbClr val="0000FF"/>
              </a:solidFill>
              <a:latin typeface="Arial" panose="020B0604020202020204" pitchFamily="34" charset="0"/>
              <a:ea typeface="黑体" panose="02010609060101010101" pitchFamily="49" charset="-122"/>
            </a:endParaRPr>
          </a:p>
        </p:txBody>
      </p:sp>
      <p:graphicFrame>
        <p:nvGraphicFramePr>
          <p:cNvPr id="27650" name="Object 3"/>
          <p:cNvGraphicFramePr/>
          <p:nvPr/>
        </p:nvGraphicFramePr>
        <p:xfrm>
          <a:off x="2208213" y="2852738"/>
          <a:ext cx="7775575" cy="1655762"/>
        </p:xfrm>
        <a:graphic>
          <a:graphicData uri="http://schemas.openxmlformats.org/presentationml/2006/ole">
            <mc:AlternateContent xmlns:mc="http://schemas.openxmlformats.org/markup-compatibility/2006">
              <mc:Choice xmlns:v="urn:schemas-microsoft-com:vml" Requires="v">
                <p:oleObj spid="_x0000_s2" name="" r:id="rId1" imgW="3289300" imgH="736600" progId="Equation.DSMT4">
                  <p:embed/>
                </p:oleObj>
              </mc:Choice>
              <mc:Fallback>
                <p:oleObj name="" r:id="rId1" imgW="3289300" imgH="736600" progId="Equation.DSMT4">
                  <p:embed/>
                  <p:pic>
                    <p:nvPicPr>
                      <p:cNvPr id="0" name="图片 3103"/>
                      <p:cNvPicPr/>
                      <p:nvPr/>
                    </p:nvPicPr>
                    <p:blipFill>
                      <a:blip r:embed="rId2"/>
                      <a:stretch>
                        <a:fillRect/>
                      </a:stretch>
                    </p:blipFill>
                    <p:spPr>
                      <a:xfrm>
                        <a:off x="2208213" y="2852738"/>
                        <a:ext cx="7775575" cy="1655762"/>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27651" name="Rectangle 4"/>
          <p:cNvSpPr/>
          <p:nvPr/>
        </p:nvSpPr>
        <p:spPr>
          <a:xfrm>
            <a:off x="1847850" y="2275047"/>
            <a:ext cx="6334760" cy="521970"/>
          </a:xfrm>
          <a:prstGeom prst="rect">
            <a:avLst/>
          </a:prstGeom>
          <a:noFill/>
          <a:ln w="25400">
            <a:noFill/>
          </a:ln>
        </p:spPr>
        <p:txBody>
          <a:bodyPr wrap="none" anchor="ctr" anchorCtr="0">
            <a:spAutoFit/>
          </a:bodyPr>
          <a:lstStyle/>
          <a:p>
            <a:r>
              <a:rPr lang="zh-CN" altLang="en-US" sz="2800" b="1" dirty="0">
                <a:solidFill>
                  <a:srgbClr val="0000FF"/>
                </a:solidFill>
                <a:latin typeface="Times New Roman" panose="02020603050405020304" charset="0"/>
                <a:ea typeface="黑体" panose="02010609060101010101" pitchFamily="49" charset="-122"/>
              </a:rPr>
              <a:t>对上式关于</a:t>
            </a:r>
            <a:r>
              <a:rPr lang="el-GR" altLang="zh-CN" sz="2800" b="1" dirty="0">
                <a:solidFill>
                  <a:srgbClr val="0000FF"/>
                </a:solidFill>
                <a:latin typeface="黑体" panose="02010609060101010101" pitchFamily="49" charset="-122"/>
                <a:ea typeface="黑体" panose="02010609060101010101" pitchFamily="49" charset="-122"/>
              </a:rPr>
              <a:t>λ</a:t>
            </a:r>
            <a:r>
              <a:rPr lang="zh-CN" altLang="en-US" sz="2800" b="1" dirty="0">
                <a:solidFill>
                  <a:srgbClr val="0000FF"/>
                </a:solidFill>
                <a:latin typeface="黑体" panose="02010609060101010101" pitchFamily="49" charset="-122"/>
                <a:ea typeface="黑体" panose="02010609060101010101" pitchFamily="49" charset="-122"/>
              </a:rPr>
              <a:t>作</a:t>
            </a:r>
            <a:r>
              <a:rPr lang="en-US" altLang="zh-CN" sz="2800" b="1" i="1" dirty="0">
                <a:solidFill>
                  <a:srgbClr val="0000FF"/>
                </a:solidFill>
                <a:latin typeface="Times New Roman" panose="02020603050405020304" charset="0"/>
                <a:ea typeface="黑体" panose="02010609060101010101" pitchFamily="49" charset="-122"/>
              </a:rPr>
              <a:t>Fourier</a:t>
            </a:r>
            <a:r>
              <a:rPr lang="zh-CN" altLang="en-US" sz="2800" b="1" dirty="0">
                <a:solidFill>
                  <a:srgbClr val="0000FF"/>
                </a:solidFill>
                <a:latin typeface="黑体" panose="02010609060101010101" pitchFamily="49" charset="-122"/>
                <a:ea typeface="黑体" panose="02010609060101010101" pitchFamily="49" charset="-122"/>
              </a:rPr>
              <a:t>逆变换，</a:t>
            </a:r>
            <a:r>
              <a:rPr lang="zh-CN" altLang="en-US" sz="2800" b="1" dirty="0">
                <a:solidFill>
                  <a:srgbClr val="0000FF"/>
                </a:solidFill>
                <a:latin typeface="Times New Roman" panose="02020603050405020304" charset="0"/>
                <a:ea typeface="黑体" panose="02010609060101010101" pitchFamily="49" charset="-122"/>
              </a:rPr>
              <a:t>可得：</a:t>
            </a:r>
            <a:endParaRPr lang="zh-CN" altLang="en-US" sz="2800" b="1" dirty="0">
              <a:solidFill>
                <a:srgbClr val="0000FF"/>
              </a:solidFill>
              <a:latin typeface="Times New Roman" panose="02020603050405020304" charset="0"/>
              <a:ea typeface="黑体" panose="02010609060101010101" pitchFamily="49" charset="-122"/>
            </a:endParaRPr>
          </a:p>
        </p:txBody>
      </p:sp>
      <p:graphicFrame>
        <p:nvGraphicFramePr>
          <p:cNvPr id="27652" name="Object 5"/>
          <p:cNvGraphicFramePr/>
          <p:nvPr/>
        </p:nvGraphicFramePr>
        <p:xfrm>
          <a:off x="1954213" y="333375"/>
          <a:ext cx="8462962" cy="1871663"/>
        </p:xfrm>
        <a:graphic>
          <a:graphicData uri="http://schemas.openxmlformats.org/presentationml/2006/ole">
            <mc:AlternateContent xmlns:mc="http://schemas.openxmlformats.org/markup-compatibility/2006">
              <mc:Choice xmlns:v="urn:schemas-microsoft-com:vml" Requires="v">
                <p:oleObj spid="_x0000_s3" name="" r:id="rId3" imgW="3746500" imgH="850900" progId="Equation.DSMT4">
                  <p:embed/>
                </p:oleObj>
              </mc:Choice>
              <mc:Fallback>
                <p:oleObj name="" r:id="rId3" imgW="3746500" imgH="850900" progId="Equation.DSMT4">
                  <p:embed/>
                  <p:pic>
                    <p:nvPicPr>
                      <p:cNvPr id="0" name="图片 3114"/>
                      <p:cNvPicPr/>
                      <p:nvPr/>
                    </p:nvPicPr>
                    <p:blipFill>
                      <a:blip r:embed="rId4"/>
                      <a:stretch>
                        <a:fillRect/>
                      </a:stretch>
                    </p:blipFill>
                    <p:spPr>
                      <a:xfrm>
                        <a:off x="1954213" y="333375"/>
                        <a:ext cx="8462962" cy="187166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27653" name="Rectangle 6"/>
          <p:cNvSpPr/>
          <p:nvPr/>
        </p:nvSpPr>
        <p:spPr>
          <a:xfrm>
            <a:off x="1524000" y="-184150"/>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a typeface="宋体" panose="02010600030101010101" pitchFamily="2" charset="-122"/>
            </a:endParaRPr>
          </a:p>
        </p:txBody>
      </p:sp>
      <p:graphicFrame>
        <p:nvGraphicFramePr>
          <p:cNvPr id="27654" name="Object 8"/>
          <p:cNvGraphicFramePr/>
          <p:nvPr/>
        </p:nvGraphicFramePr>
        <p:xfrm>
          <a:off x="2093913" y="5157788"/>
          <a:ext cx="8074025" cy="1008062"/>
        </p:xfrm>
        <a:graphic>
          <a:graphicData uri="http://schemas.openxmlformats.org/presentationml/2006/ole">
            <mc:AlternateContent xmlns:mc="http://schemas.openxmlformats.org/markup-compatibility/2006">
              <mc:Choice xmlns:v="urn:schemas-microsoft-com:vml" Requires="v">
                <p:oleObj spid="_x0000_s4" name="" r:id="rId5" imgW="3276600" imgH="406400" progId="Equation.DSMT4">
                  <p:embed/>
                </p:oleObj>
              </mc:Choice>
              <mc:Fallback>
                <p:oleObj name="" r:id="rId5" imgW="3276600" imgH="406400" progId="Equation.DSMT4">
                  <p:embed/>
                  <p:pic>
                    <p:nvPicPr>
                      <p:cNvPr id="0" name="图片 3113"/>
                      <p:cNvPicPr/>
                      <p:nvPr/>
                    </p:nvPicPr>
                    <p:blipFill>
                      <a:blip r:embed="rId6"/>
                      <a:stretch>
                        <a:fillRect/>
                      </a:stretch>
                    </p:blipFill>
                    <p:spPr>
                      <a:xfrm>
                        <a:off x="2093913" y="5157788"/>
                        <a:ext cx="8074025" cy="1008062"/>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5" name="文本框 4"/>
          <p:cNvSpPr txBox="1"/>
          <p:nvPr/>
        </p:nvSpPr>
        <p:spPr>
          <a:xfrm>
            <a:off x="10708640" y="133350"/>
            <a:ext cx="1183640" cy="583565"/>
          </a:xfrm>
          <a:prstGeom prst="rect">
            <a:avLst/>
          </a:prstGeom>
          <a:noFill/>
        </p:spPr>
        <p:txBody>
          <a:bodyPr wrap="square" rtlCol="0" anchor="t">
            <a:spAutoFit/>
          </a:bodyPr>
          <a:p>
            <a:pPr algn="ctr"/>
            <a:r>
              <a:rPr lang="zh-CN" altLang="en-US" sz="3200" b="1" dirty="0">
                <a:solidFill>
                  <a:srgbClr val="FF0000"/>
                </a:solidFill>
                <a:latin typeface="黑体" panose="02010609060101010101" pitchFamily="49" charset="-122"/>
                <a:ea typeface="黑体" panose="02010609060101010101" pitchFamily="49" charset="-122"/>
                <a:sym typeface="+mn-ea"/>
              </a:rPr>
              <a:t>回顾</a:t>
            </a:r>
            <a:endParaRPr lang="zh-CN" altLang="en-US" sz="3200" b="1" dirty="0">
              <a:solidFill>
                <a:srgbClr val="FF0000"/>
              </a:solidFill>
              <a:latin typeface="黑体" panose="02010609060101010101" pitchFamily="49" charset="-122"/>
              <a:ea typeface="黑体" panose="02010609060101010101" pitchFamily="49" charset="-122"/>
              <a:sym typeface="+mn-ea"/>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923415" y="1443990"/>
            <a:ext cx="8344535" cy="3967480"/>
          </a:xfrm>
          <a:prstGeom prst="rect">
            <a:avLst/>
          </a:prstGeom>
          <a:noFill/>
        </p:spPr>
        <p:txBody>
          <a:bodyPr wrap="square" rtlCol="0" anchor="t">
            <a:spAutoFit/>
          </a:bodyPr>
          <a:lstStyle/>
          <a:p>
            <a:pPr>
              <a:lnSpc>
                <a:spcPct val="180000"/>
              </a:lnSpc>
              <a:buNone/>
            </a:pPr>
            <a:r>
              <a:rPr lang="en-US" altLang="zh-CN" sz="2800" b="1" i="1" dirty="0">
                <a:solidFill>
                  <a:srgbClr val="0000FF"/>
                </a:solidFill>
                <a:latin typeface="Times New Roman" panose="02020603050405020304" charset="0"/>
                <a:ea typeface="黑体" panose="02010609060101010101" pitchFamily="49" charset="-122"/>
                <a:sym typeface="+mn-ea"/>
              </a:rPr>
              <a:t>Fourier</a:t>
            </a:r>
            <a:r>
              <a:rPr lang="zh-CN" altLang="en-US" sz="2800" b="1" dirty="0">
                <a:solidFill>
                  <a:srgbClr val="0000FF"/>
                </a:solidFill>
                <a:latin typeface="黑体" panose="02010609060101010101" pitchFamily="49" charset="-122"/>
                <a:ea typeface="黑体" panose="02010609060101010101" pitchFamily="49" charset="-122"/>
                <a:sym typeface="+mn-ea"/>
              </a:rPr>
              <a:t>变换要求函数 </a:t>
            </a:r>
            <a:r>
              <a:rPr lang="en-US" altLang="zh-CN" sz="2800" b="1" i="1" dirty="0">
                <a:solidFill>
                  <a:srgbClr val="0000FF"/>
                </a:solidFill>
                <a:latin typeface="Times New Roman" panose="02020603050405020304" charset="0"/>
                <a:ea typeface="黑体" panose="02010609060101010101" pitchFamily="49" charset="-122"/>
                <a:sym typeface="+mn-ea"/>
              </a:rPr>
              <a:t>f </a:t>
            </a:r>
            <a:r>
              <a:rPr lang="zh-CN" altLang="en-US" sz="2800" b="1" dirty="0">
                <a:solidFill>
                  <a:srgbClr val="0000FF"/>
                </a:solidFill>
                <a:latin typeface="黑体" panose="02010609060101010101" pitchFamily="49" charset="-122"/>
                <a:ea typeface="黑体" panose="02010609060101010101" pitchFamily="49" charset="-122"/>
                <a:sym typeface="+mn-ea"/>
              </a:rPr>
              <a:t>在      有定义并且绝对</a:t>
            </a:r>
            <a:endParaRPr lang="zh-CN" altLang="en-US" sz="2800" b="1" dirty="0">
              <a:solidFill>
                <a:srgbClr val="0000FF"/>
              </a:solidFill>
              <a:latin typeface="黑体" panose="02010609060101010101" pitchFamily="49" charset="-122"/>
              <a:ea typeface="黑体" panose="02010609060101010101" pitchFamily="49" charset="-122"/>
            </a:endParaRPr>
          </a:p>
          <a:p>
            <a:pPr>
              <a:lnSpc>
                <a:spcPct val="180000"/>
              </a:lnSpc>
              <a:buNone/>
            </a:pPr>
            <a:r>
              <a:rPr lang="zh-CN" altLang="en-US" sz="2800" b="1" dirty="0">
                <a:solidFill>
                  <a:srgbClr val="0000FF"/>
                </a:solidFill>
                <a:latin typeface="黑体" panose="02010609060101010101" pitchFamily="49" charset="-122"/>
                <a:ea typeface="黑体" panose="02010609060101010101" pitchFamily="49" charset="-122"/>
                <a:sym typeface="+mn-ea"/>
              </a:rPr>
              <a:t>可积。很多常见函数，如常数函数，多项式，三角</a:t>
            </a:r>
            <a:endParaRPr lang="zh-CN" altLang="en-US" sz="2800" b="1" dirty="0">
              <a:solidFill>
                <a:srgbClr val="0000FF"/>
              </a:solidFill>
              <a:latin typeface="黑体" panose="02010609060101010101" pitchFamily="49" charset="-122"/>
              <a:ea typeface="黑体" panose="02010609060101010101" pitchFamily="49" charset="-122"/>
            </a:endParaRPr>
          </a:p>
          <a:p>
            <a:pPr>
              <a:lnSpc>
                <a:spcPct val="180000"/>
              </a:lnSpc>
              <a:buNone/>
            </a:pPr>
            <a:r>
              <a:rPr lang="zh-CN" altLang="en-US" sz="2800" b="1" dirty="0">
                <a:solidFill>
                  <a:srgbClr val="0000FF"/>
                </a:solidFill>
                <a:latin typeface="黑体" panose="02010609060101010101" pitchFamily="49" charset="-122"/>
                <a:ea typeface="黑体" panose="02010609060101010101" pitchFamily="49" charset="-122"/>
                <a:sym typeface="+mn-ea"/>
              </a:rPr>
              <a:t>函数等都不满足条件</a:t>
            </a:r>
            <a:r>
              <a:rPr lang="en-US" altLang="zh-CN" sz="2800" b="1" dirty="0">
                <a:solidFill>
                  <a:srgbClr val="0000FF"/>
                </a:solidFill>
                <a:latin typeface="黑体" panose="02010609060101010101" pitchFamily="49" charset="-122"/>
                <a:ea typeface="黑体" panose="02010609060101010101" pitchFamily="49" charset="-122"/>
                <a:sym typeface="+mn-ea"/>
              </a:rPr>
              <a:t>,</a:t>
            </a:r>
            <a:r>
              <a:rPr lang="zh-CN" altLang="en-US" sz="2800" b="1" dirty="0">
                <a:solidFill>
                  <a:srgbClr val="0000FF"/>
                </a:solidFill>
                <a:latin typeface="黑体" panose="02010609060101010101" pitchFamily="49" charset="-122"/>
                <a:ea typeface="黑体" panose="02010609060101010101" pitchFamily="49" charset="-122"/>
                <a:sym typeface="+mn-ea"/>
              </a:rPr>
              <a:t>以时间 </a:t>
            </a:r>
            <a:r>
              <a:rPr lang="en-US" altLang="zh-CN" sz="2800" b="1" i="1" dirty="0">
                <a:solidFill>
                  <a:srgbClr val="0000FF"/>
                </a:solidFill>
                <a:latin typeface="Times New Roman" panose="02020603050405020304" charset="0"/>
                <a:ea typeface="黑体" panose="02010609060101010101" pitchFamily="49" charset="-122"/>
                <a:sym typeface="+mn-ea"/>
              </a:rPr>
              <a:t>t </a:t>
            </a:r>
            <a:r>
              <a:rPr lang="zh-CN" altLang="en-US" sz="2800" b="1" dirty="0">
                <a:solidFill>
                  <a:srgbClr val="0000FF"/>
                </a:solidFill>
                <a:latin typeface="黑体" panose="02010609060101010101" pitchFamily="49" charset="-122"/>
                <a:ea typeface="黑体" panose="02010609060101010101" pitchFamily="49" charset="-122"/>
                <a:sym typeface="+mn-ea"/>
              </a:rPr>
              <a:t>为自变量的函数</a:t>
            </a:r>
            <a:endParaRPr lang="zh-CN" altLang="en-US" sz="2800" b="1" dirty="0">
              <a:solidFill>
                <a:srgbClr val="0000FF"/>
              </a:solidFill>
              <a:latin typeface="黑体" panose="02010609060101010101" pitchFamily="49" charset="-122"/>
              <a:ea typeface="黑体" panose="02010609060101010101" pitchFamily="49" charset="-122"/>
            </a:endParaRPr>
          </a:p>
          <a:p>
            <a:pPr>
              <a:lnSpc>
                <a:spcPct val="180000"/>
              </a:lnSpc>
              <a:buNone/>
            </a:pPr>
            <a:r>
              <a:rPr lang="zh-CN" altLang="en-US" sz="2800" b="1" dirty="0">
                <a:solidFill>
                  <a:srgbClr val="0000FF"/>
                </a:solidFill>
                <a:latin typeface="黑体" panose="02010609060101010101" pitchFamily="49" charset="-122"/>
                <a:ea typeface="黑体" panose="02010609060101010101" pitchFamily="49" charset="-122"/>
                <a:sym typeface="+mn-ea"/>
              </a:rPr>
              <a:t>在区间      也无意义</a:t>
            </a:r>
            <a:r>
              <a:rPr lang="en-US" altLang="zh-CN" sz="2800" b="1" dirty="0">
                <a:solidFill>
                  <a:srgbClr val="0000FF"/>
                </a:solidFill>
                <a:latin typeface="黑体" panose="02010609060101010101" pitchFamily="49" charset="-122"/>
                <a:ea typeface="黑体" panose="02010609060101010101" pitchFamily="49" charset="-122"/>
                <a:sym typeface="+mn-ea"/>
              </a:rPr>
              <a:t>,</a:t>
            </a:r>
            <a:r>
              <a:rPr lang="zh-CN" altLang="en-US" sz="2800" b="1" dirty="0">
                <a:solidFill>
                  <a:srgbClr val="0000FF"/>
                </a:solidFill>
                <a:latin typeface="黑体" panose="02010609060101010101" pitchFamily="49" charset="-122"/>
                <a:ea typeface="黑体" panose="02010609060101010101" pitchFamily="49" charset="-122"/>
                <a:sym typeface="+mn-ea"/>
              </a:rPr>
              <a:t>这些都限制了</a:t>
            </a:r>
            <a:r>
              <a:rPr lang="en-US" altLang="zh-CN" sz="2800" b="1" i="1" dirty="0">
                <a:solidFill>
                  <a:srgbClr val="0000FF"/>
                </a:solidFill>
                <a:latin typeface="Times New Roman" panose="02020603050405020304" charset="0"/>
                <a:sym typeface="+mn-ea"/>
              </a:rPr>
              <a:t>Fourier </a:t>
            </a:r>
            <a:r>
              <a:rPr lang="zh-CN" altLang="en-US" sz="2800" b="1" dirty="0">
                <a:solidFill>
                  <a:srgbClr val="0000FF"/>
                </a:solidFill>
                <a:latin typeface="黑体" panose="02010609060101010101" pitchFamily="49" charset="-122"/>
                <a:ea typeface="黑体" panose="02010609060101010101" pitchFamily="49" charset="-122"/>
                <a:sym typeface="+mn-ea"/>
              </a:rPr>
              <a:t>变</a:t>
            </a:r>
            <a:endParaRPr lang="zh-CN" altLang="en-US" sz="2800" b="1" dirty="0">
              <a:solidFill>
                <a:srgbClr val="0000FF"/>
              </a:solidFill>
              <a:latin typeface="黑体" panose="02010609060101010101" pitchFamily="49" charset="-122"/>
              <a:ea typeface="黑体" panose="02010609060101010101" pitchFamily="49" charset="-122"/>
            </a:endParaRPr>
          </a:p>
          <a:p>
            <a:pPr>
              <a:lnSpc>
                <a:spcPct val="180000"/>
              </a:lnSpc>
              <a:buNone/>
            </a:pPr>
            <a:r>
              <a:rPr lang="zh-CN" altLang="en-US" sz="2800" b="1" dirty="0">
                <a:solidFill>
                  <a:srgbClr val="0000FF"/>
                </a:solidFill>
                <a:latin typeface="黑体" panose="02010609060101010101" pitchFamily="49" charset="-122"/>
                <a:ea typeface="黑体" panose="02010609060101010101" pitchFamily="49" charset="-122"/>
                <a:sym typeface="+mn-ea"/>
              </a:rPr>
              <a:t>换的应用。为此引入 </a:t>
            </a:r>
            <a:r>
              <a:rPr lang="en-US" altLang="zh-CN" sz="2800" b="1" i="1" dirty="0">
                <a:solidFill>
                  <a:srgbClr val="0000FF"/>
                </a:solidFill>
                <a:latin typeface="Times New Roman" panose="02020603050405020304" charset="0"/>
                <a:sym typeface="+mn-ea"/>
              </a:rPr>
              <a:t>Laplace </a:t>
            </a:r>
            <a:r>
              <a:rPr lang="zh-CN" altLang="en-US" sz="2800" b="1" dirty="0">
                <a:solidFill>
                  <a:srgbClr val="0000FF"/>
                </a:solidFill>
                <a:latin typeface="黑体" panose="02010609060101010101" pitchFamily="49" charset="-122"/>
                <a:ea typeface="黑体" panose="02010609060101010101" pitchFamily="49" charset="-122"/>
                <a:sym typeface="+mn-ea"/>
              </a:rPr>
              <a:t>变换。</a:t>
            </a:r>
            <a:endParaRPr lang="zh-CN" altLang="en-US" sz="2800" b="1" dirty="0">
              <a:solidFill>
                <a:srgbClr val="0000FF"/>
              </a:solidFill>
              <a:latin typeface="黑体" panose="02010609060101010101" pitchFamily="49" charset="-122"/>
              <a:ea typeface="黑体" panose="02010609060101010101" pitchFamily="49" charset="-122"/>
              <a:sym typeface="+mn-ea"/>
            </a:endParaRPr>
          </a:p>
        </p:txBody>
      </p:sp>
      <p:graphicFrame>
        <p:nvGraphicFramePr>
          <p:cNvPr id="5124" name="Object 5"/>
          <p:cNvGraphicFramePr>
            <a:graphicFrameLocks noChangeAspect="1"/>
          </p:cNvGraphicFramePr>
          <p:nvPr>
            <p:custDataLst>
              <p:tags r:id="rId1"/>
            </p:custDataLst>
          </p:nvPr>
        </p:nvGraphicFramePr>
        <p:xfrm>
          <a:off x="6091238" y="1802448"/>
          <a:ext cx="981075" cy="393700"/>
        </p:xfrm>
        <a:graphic>
          <a:graphicData uri="http://schemas.openxmlformats.org/presentationml/2006/ole">
            <mc:AlternateContent xmlns:mc="http://schemas.openxmlformats.org/markup-compatibility/2006">
              <mc:Choice xmlns:v="urn:schemas-microsoft-com:vml" Requires="v">
                <p:oleObj spid="_x0000_s6" name="" r:id="rId2" imgW="1129665" imgH="393700" progId="Equation.DSMT4">
                  <p:embed/>
                </p:oleObj>
              </mc:Choice>
              <mc:Fallback>
                <p:oleObj name="" r:id="rId2" imgW="1129665" imgH="393700" progId="Equation.DSMT4">
                  <p:embed/>
                  <p:pic>
                    <p:nvPicPr>
                      <p:cNvPr id="0" name="图片 3093"/>
                      <p:cNvPicPr/>
                      <p:nvPr/>
                    </p:nvPicPr>
                    <p:blipFill>
                      <a:blip r:embed="rId3"/>
                      <a:stretch>
                        <a:fillRect/>
                      </a:stretch>
                    </p:blipFill>
                    <p:spPr>
                      <a:xfrm>
                        <a:off x="6091238" y="1802448"/>
                        <a:ext cx="981075" cy="393700"/>
                      </a:xfrm>
                      <a:prstGeom prst="rect">
                        <a:avLst/>
                      </a:prstGeom>
                      <a:noFill/>
                      <a:ln w="38100">
                        <a:noFill/>
                        <a:miter/>
                      </a:ln>
                    </p:spPr>
                  </p:pic>
                </p:oleObj>
              </mc:Fallback>
            </mc:AlternateContent>
          </a:graphicData>
        </a:graphic>
      </p:graphicFrame>
      <p:graphicFrame>
        <p:nvGraphicFramePr>
          <p:cNvPr id="5125" name="Object 6"/>
          <p:cNvGraphicFramePr>
            <a:graphicFrameLocks noChangeAspect="1"/>
          </p:cNvGraphicFramePr>
          <p:nvPr>
            <p:custDataLst>
              <p:tags r:id="rId4"/>
            </p:custDataLst>
          </p:nvPr>
        </p:nvGraphicFramePr>
        <p:xfrm>
          <a:off x="3188335" y="4064953"/>
          <a:ext cx="904875" cy="393700"/>
        </p:xfrm>
        <a:graphic>
          <a:graphicData uri="http://schemas.openxmlformats.org/presentationml/2006/ole">
            <mc:AlternateContent xmlns:mc="http://schemas.openxmlformats.org/markup-compatibility/2006">
              <mc:Choice xmlns:v="urn:schemas-microsoft-com:vml" Requires="v">
                <p:oleObj spid="_x0000_s3" name="" r:id="rId5" imgW="1040765" imgH="393700" progId="Equation.DSMT4">
                  <p:embed/>
                </p:oleObj>
              </mc:Choice>
              <mc:Fallback>
                <p:oleObj name="" r:id="rId5" imgW="1040765" imgH="393700" progId="Equation.DSMT4">
                  <p:embed/>
                  <p:pic>
                    <p:nvPicPr>
                      <p:cNvPr id="0" name="图片 3095"/>
                      <p:cNvPicPr/>
                      <p:nvPr/>
                    </p:nvPicPr>
                    <p:blipFill>
                      <a:blip r:embed="rId6"/>
                      <a:stretch>
                        <a:fillRect/>
                      </a:stretch>
                    </p:blipFill>
                    <p:spPr>
                      <a:xfrm>
                        <a:off x="3188335" y="4064953"/>
                        <a:ext cx="904875" cy="393700"/>
                      </a:xfrm>
                      <a:prstGeom prst="rect">
                        <a:avLst/>
                      </a:prstGeom>
                      <a:noFill/>
                      <a:ln w="38100">
                        <a:noFill/>
                        <a:miter/>
                      </a:ln>
                    </p:spPr>
                  </p:pic>
                </p:oleObj>
              </mc:Fallback>
            </mc:AlternateContent>
          </a:graphicData>
        </a:graphic>
      </p:graphicFrame>
      <p:sp>
        <p:nvSpPr>
          <p:cNvPr id="4" name="文本框 3"/>
          <p:cNvSpPr txBox="1"/>
          <p:nvPr/>
        </p:nvSpPr>
        <p:spPr>
          <a:xfrm>
            <a:off x="10708640" y="133350"/>
            <a:ext cx="1183640" cy="583565"/>
          </a:xfrm>
          <a:prstGeom prst="rect">
            <a:avLst/>
          </a:prstGeom>
          <a:noFill/>
        </p:spPr>
        <p:txBody>
          <a:bodyPr wrap="square" rtlCol="0" anchor="t">
            <a:spAutoFit/>
          </a:bodyPr>
          <a:p>
            <a:pPr algn="ctr"/>
            <a:r>
              <a:rPr lang="zh-CN" altLang="en-US" sz="3200" b="1" dirty="0">
                <a:solidFill>
                  <a:srgbClr val="FF0000"/>
                </a:solidFill>
                <a:latin typeface="黑体" panose="02010609060101010101" pitchFamily="49" charset="-122"/>
                <a:ea typeface="黑体" panose="02010609060101010101" pitchFamily="49" charset="-122"/>
                <a:sym typeface="+mn-ea"/>
              </a:rPr>
              <a:t>回顾</a:t>
            </a:r>
            <a:endParaRPr lang="zh-CN" altLang="en-US" sz="3200" b="1" dirty="0">
              <a:solidFill>
                <a:srgbClr val="FF0000"/>
              </a:solidFill>
              <a:latin typeface="黑体" panose="02010609060101010101" pitchFamily="49" charset="-122"/>
              <a:ea typeface="黑体" panose="02010609060101010101" pitchFamily="49" charset="-122"/>
              <a:sym typeface="+mn-e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2" name="图片 1"/>
          <p:cNvPicPr>
            <a:picLocks noChangeAspect="1"/>
          </p:cNvPicPr>
          <p:nvPr/>
        </p:nvPicPr>
        <p:blipFill>
          <a:blip r:embed="rId1"/>
          <a:stretch>
            <a:fillRect/>
          </a:stretch>
        </p:blipFill>
        <p:spPr>
          <a:xfrm>
            <a:off x="2212340" y="1003935"/>
            <a:ext cx="8013065" cy="5333365"/>
          </a:xfrm>
          <a:prstGeom prst="rect">
            <a:avLst/>
          </a:prstGeom>
        </p:spPr>
      </p:pic>
      <p:sp>
        <p:nvSpPr>
          <p:cNvPr id="3" name="文本框 2"/>
          <p:cNvSpPr txBox="1"/>
          <p:nvPr/>
        </p:nvSpPr>
        <p:spPr>
          <a:xfrm>
            <a:off x="2425065" y="420370"/>
            <a:ext cx="7342505" cy="368300"/>
          </a:xfrm>
          <a:prstGeom prst="rect">
            <a:avLst/>
          </a:prstGeom>
          <a:noFill/>
        </p:spPr>
        <p:txBody>
          <a:bodyPr wrap="square" rtlCol="0" anchor="t">
            <a:spAutoFit/>
          </a:bodyPr>
          <a:p>
            <a:pPr algn="ctr"/>
            <a:r>
              <a:rPr lang="zh-CN" altLang="en-US">
                <a:solidFill>
                  <a:srgbClr val="FF0000"/>
                </a:solidFill>
              </a:rPr>
              <a:t>拉普拉斯变换：</a:t>
            </a:r>
            <a:r>
              <a:rPr lang="en-US" altLang="zh-CN">
                <a:solidFill>
                  <a:srgbClr val="FF0000"/>
                </a:solidFill>
              </a:rPr>
              <a:t>https://www.bilibili.com/video/BV1WN411S7FW/</a:t>
            </a:r>
            <a:endParaRPr lang="en-US" altLang="zh-CN">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p:nvPr/>
        </p:nvSpPr>
        <p:spPr>
          <a:xfrm>
            <a:off x="2135188" y="690086"/>
            <a:ext cx="6265862" cy="583565"/>
          </a:xfrm>
          <a:prstGeom prst="rect">
            <a:avLst/>
          </a:prstGeom>
          <a:noFill/>
          <a:ln w="25400">
            <a:noFill/>
          </a:ln>
        </p:spPr>
        <p:txBody>
          <a:bodyPr anchor="ctr" anchorCtr="0">
            <a:spAutoFit/>
          </a:bodyPr>
          <a:lstStyle/>
          <a:p>
            <a:r>
              <a:rPr lang="en-US" altLang="zh-CN" sz="3200" b="1" dirty="0">
                <a:solidFill>
                  <a:schemeClr val="tx2"/>
                </a:solidFill>
                <a:latin typeface="Arial" panose="020B0604020202020204" pitchFamily="34" charset="0"/>
                <a:ea typeface="黑体" panose="02010609060101010101" pitchFamily="49" charset="-122"/>
              </a:rPr>
              <a:t>§6.1  Laplace</a:t>
            </a:r>
            <a:r>
              <a:rPr lang="zh-CN" altLang="en-US" sz="3200" b="1" dirty="0">
                <a:solidFill>
                  <a:schemeClr val="tx2"/>
                </a:solidFill>
                <a:latin typeface="Arial" panose="020B0604020202020204" pitchFamily="34" charset="0"/>
                <a:ea typeface="黑体" panose="02010609060101010101" pitchFamily="49" charset="-122"/>
              </a:rPr>
              <a:t>变换定义</a:t>
            </a:r>
            <a:endParaRPr lang="zh-CN" altLang="en-US" sz="3200" b="1" dirty="0">
              <a:solidFill>
                <a:schemeClr val="tx2"/>
              </a:solidFill>
              <a:latin typeface="Arial" panose="020B0604020202020204" pitchFamily="34" charset="0"/>
            </a:endParaRPr>
          </a:p>
        </p:txBody>
      </p:sp>
      <p:sp>
        <p:nvSpPr>
          <p:cNvPr id="5127" name="Rectangle 9"/>
          <p:cNvSpPr/>
          <p:nvPr/>
        </p:nvSpPr>
        <p:spPr>
          <a:xfrm>
            <a:off x="2275205" y="2165827"/>
            <a:ext cx="5370195" cy="521970"/>
          </a:xfrm>
          <a:prstGeom prst="rect">
            <a:avLst/>
          </a:prstGeom>
          <a:noFill/>
          <a:ln w="25400">
            <a:noFill/>
          </a:ln>
        </p:spPr>
        <p:txBody>
          <a:bodyPr wrap="none" anchor="ctr" anchorCtr="0">
            <a:spAutoFit/>
          </a:bodyPr>
          <a:lstStyle/>
          <a:p>
            <a:r>
              <a:rPr lang="en-US" altLang="zh-CN" sz="2800" b="1" i="1" dirty="0">
                <a:solidFill>
                  <a:srgbClr val="0000FF"/>
                </a:solidFill>
                <a:latin typeface="Times New Roman" panose="02020603050405020304" charset="0"/>
              </a:rPr>
              <a:t>Laplace</a:t>
            </a:r>
            <a:r>
              <a:rPr lang="zh-CN" altLang="en-US" sz="2800" b="1" dirty="0">
                <a:solidFill>
                  <a:srgbClr val="0000FF"/>
                </a:solidFill>
                <a:latin typeface="黑体" panose="02010609060101010101" pitchFamily="49" charset="-122"/>
                <a:ea typeface="黑体" panose="02010609060101010101" pitchFamily="49" charset="-122"/>
              </a:rPr>
              <a:t>变换的积分域和积分核为</a:t>
            </a:r>
            <a:r>
              <a:rPr lang="zh-CN" altLang="en-US" sz="2800" b="1" dirty="0">
                <a:latin typeface="Times New Roman" panose="02020603050405020304" charset="0"/>
              </a:rPr>
              <a:t> </a:t>
            </a:r>
            <a:endParaRPr lang="zh-CN" altLang="en-US" sz="2800" b="1" dirty="0">
              <a:latin typeface="Times New Roman" panose="02020603050405020304" charset="0"/>
            </a:endParaRPr>
          </a:p>
        </p:txBody>
      </p:sp>
      <p:graphicFrame>
        <p:nvGraphicFramePr>
          <p:cNvPr id="5128" name="Object 10"/>
          <p:cNvGraphicFramePr/>
          <p:nvPr/>
        </p:nvGraphicFramePr>
        <p:xfrm>
          <a:off x="4710748" y="3068955"/>
          <a:ext cx="2770187" cy="719138"/>
        </p:xfrm>
        <a:graphic>
          <a:graphicData uri="http://schemas.openxmlformats.org/presentationml/2006/ole">
            <mc:AlternateContent xmlns:mc="http://schemas.openxmlformats.org/markup-compatibility/2006">
              <mc:Choice xmlns:v="urn:schemas-microsoft-com:vml" Requires="v">
                <p:oleObj spid="_x0000_s6" name="" r:id="rId1" imgW="951865" imgH="254000" progId="Equation.DSMT4">
                  <p:embed/>
                </p:oleObj>
              </mc:Choice>
              <mc:Fallback>
                <p:oleObj name="" r:id="rId1" imgW="951865" imgH="254000" progId="Equation.DSMT4">
                  <p:embed/>
                  <p:pic>
                    <p:nvPicPr>
                      <p:cNvPr id="0" name="图片 3096"/>
                      <p:cNvPicPr/>
                      <p:nvPr/>
                    </p:nvPicPr>
                    <p:blipFill>
                      <a:blip r:embed="rId2"/>
                      <a:stretch>
                        <a:fillRect/>
                      </a:stretch>
                    </p:blipFill>
                    <p:spPr>
                      <a:xfrm>
                        <a:off x="4710748" y="3068955"/>
                        <a:ext cx="2770187" cy="719138"/>
                      </a:xfrm>
                      <a:prstGeom prst="rect">
                        <a:avLst/>
                      </a:prstGeom>
                      <a:solidFill>
                        <a:srgbClr val="00FFFF"/>
                      </a:solidFill>
                      <a:ln w="38100">
                        <a:noFill/>
                        <a:miter/>
                      </a:ln>
                    </p:spPr>
                  </p:pic>
                </p:oleObj>
              </mc:Fallback>
            </mc:AlternateContent>
          </a:graphicData>
        </a:graphic>
      </p:graphicFrame>
      <p:graphicFrame>
        <p:nvGraphicFramePr>
          <p:cNvPr id="20492" name="Object 12"/>
          <p:cNvGraphicFramePr/>
          <p:nvPr/>
        </p:nvGraphicFramePr>
        <p:xfrm>
          <a:off x="3544888" y="4700905"/>
          <a:ext cx="5187950" cy="854075"/>
        </p:xfrm>
        <a:graphic>
          <a:graphicData uri="http://schemas.openxmlformats.org/presentationml/2006/ole">
            <mc:AlternateContent xmlns:mc="http://schemas.openxmlformats.org/markup-compatibility/2006">
              <mc:Choice xmlns:v="urn:schemas-microsoft-com:vml" Requires="v">
                <p:oleObj spid="_x0000_s2" name="" r:id="rId3" imgW="2095500" imgH="330200" progId="Equation.DSMT4">
                  <p:embed/>
                </p:oleObj>
              </mc:Choice>
              <mc:Fallback>
                <p:oleObj name="" r:id="rId3" imgW="2095500" imgH="330200" progId="Equation.DSMT4">
                  <p:embed/>
                  <p:pic>
                    <p:nvPicPr>
                      <p:cNvPr id="0" name="图片 3094"/>
                      <p:cNvPicPr/>
                      <p:nvPr/>
                    </p:nvPicPr>
                    <p:blipFill>
                      <a:blip r:embed="rId4"/>
                      <a:stretch>
                        <a:fillRect/>
                      </a:stretch>
                    </p:blipFill>
                    <p:spPr>
                      <a:xfrm>
                        <a:off x="3544888" y="4700905"/>
                        <a:ext cx="5187950" cy="854075"/>
                      </a:xfrm>
                      <a:prstGeom prst="rect">
                        <a:avLst/>
                      </a:prstGeom>
                      <a:solidFill>
                        <a:srgbClr val="00FFFF"/>
                      </a:solid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0492"/>
                                        </p:tgtEl>
                                        <p:attrNameLst>
                                          <p:attrName>style.visibility</p:attrName>
                                        </p:attrNameLst>
                                      </p:cBhvr>
                                      <p:to>
                                        <p:strVal val="visible"/>
                                      </p:to>
                                    </p:set>
                                    <p:animEffect transition="in" filter="wipe(down)">
                                      <p:cBhvr>
                                        <p:cTn id="7" dur="500"/>
                                        <p:tgtEl>
                                          <p:spTgt spid="204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170" name="Object 2"/>
          <p:cNvGraphicFramePr>
            <a:graphicFrameLocks noChangeAspect="1"/>
          </p:cNvGraphicFramePr>
          <p:nvPr/>
        </p:nvGraphicFramePr>
        <p:xfrm>
          <a:off x="2546350" y="517525"/>
          <a:ext cx="7200900" cy="939800"/>
        </p:xfrm>
        <a:graphic>
          <a:graphicData uri="http://schemas.openxmlformats.org/presentationml/2006/ole">
            <mc:AlternateContent xmlns:mc="http://schemas.openxmlformats.org/markup-compatibility/2006">
              <mc:Choice xmlns:v="urn:schemas-microsoft-com:vml" Requires="v">
                <p:oleObj spid="_x0000_s6" name="" r:id="rId1" imgW="7200900" imgH="939800" progId="Equation.DSMT4">
                  <p:embed/>
                </p:oleObj>
              </mc:Choice>
              <mc:Fallback>
                <p:oleObj name="" r:id="rId1" imgW="7200900" imgH="939800" progId="Equation.DSMT4">
                  <p:embed/>
                  <p:pic>
                    <p:nvPicPr>
                      <p:cNvPr id="0" name="图片 3099"/>
                      <p:cNvPicPr/>
                      <p:nvPr/>
                    </p:nvPicPr>
                    <p:blipFill>
                      <a:blip r:embed="rId2"/>
                      <a:stretch>
                        <a:fillRect/>
                      </a:stretch>
                    </p:blipFill>
                    <p:spPr>
                      <a:xfrm>
                        <a:off x="2546350" y="517525"/>
                        <a:ext cx="7200900" cy="939800"/>
                      </a:xfrm>
                      <a:prstGeom prst="rect">
                        <a:avLst/>
                      </a:prstGeom>
                      <a:noFill/>
                      <a:ln w="38100">
                        <a:noFill/>
                        <a:miter/>
                      </a:ln>
                    </p:spPr>
                  </p:pic>
                </p:oleObj>
              </mc:Fallback>
            </mc:AlternateContent>
          </a:graphicData>
        </a:graphic>
      </p:graphicFrame>
      <p:graphicFrame>
        <p:nvGraphicFramePr>
          <p:cNvPr id="7171" name="Object 3"/>
          <p:cNvGraphicFramePr/>
          <p:nvPr/>
        </p:nvGraphicFramePr>
        <p:xfrm>
          <a:off x="4872038" y="1484313"/>
          <a:ext cx="2105025" cy="781050"/>
        </p:xfrm>
        <a:graphic>
          <a:graphicData uri="http://schemas.openxmlformats.org/presentationml/2006/ole">
            <mc:AlternateContent xmlns:mc="http://schemas.openxmlformats.org/markup-compatibility/2006">
              <mc:Choice xmlns:v="urn:schemas-microsoft-com:vml" Requires="v">
                <p:oleObj spid="_x0000_s2" name="" r:id="rId3" imgW="889000" imgH="330200" progId="Equation.DSMT4">
                  <p:embed/>
                </p:oleObj>
              </mc:Choice>
              <mc:Fallback>
                <p:oleObj name="" r:id="rId3" imgW="889000" imgH="330200" progId="Equation.DSMT4">
                  <p:embed/>
                  <p:pic>
                    <p:nvPicPr>
                      <p:cNvPr id="0" name="图片 3101"/>
                      <p:cNvPicPr/>
                      <p:nvPr/>
                    </p:nvPicPr>
                    <p:blipFill>
                      <a:blip r:embed="rId4"/>
                      <a:stretch>
                        <a:fillRect/>
                      </a:stretch>
                    </p:blipFill>
                    <p:spPr>
                      <a:xfrm>
                        <a:off x="4872038" y="1484313"/>
                        <a:ext cx="2105025" cy="781050"/>
                      </a:xfrm>
                      <a:prstGeom prst="rect">
                        <a:avLst/>
                      </a:prstGeom>
                      <a:noFill/>
                      <a:ln w="38100">
                        <a:noFill/>
                        <a:miter/>
                      </a:ln>
                    </p:spPr>
                  </p:pic>
                </p:oleObj>
              </mc:Fallback>
            </mc:AlternateContent>
          </a:graphicData>
        </a:graphic>
      </p:graphicFrame>
      <p:sp>
        <p:nvSpPr>
          <p:cNvPr id="7172" name="Text Box 4"/>
          <p:cNvSpPr txBox="1">
            <a:spLocks noChangeArrowheads="1"/>
          </p:cNvSpPr>
          <p:nvPr/>
        </p:nvSpPr>
        <p:spPr bwMode="auto">
          <a:xfrm>
            <a:off x="2424113" y="2636838"/>
            <a:ext cx="7056438" cy="5219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1"/>
                </a:solidFill>
                <a:miter lim="800000"/>
                <a:headEnd/>
                <a:tailEnd type="none" w="lg"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1200" cap="none" spc="0" normalizeH="0" baseline="0" noProof="0" dirty="0">
                <a:ln>
                  <a:noFill/>
                </a:ln>
                <a:solidFill>
                  <a:srgbClr val="0000FF"/>
                </a:solidFill>
                <a:effectLst/>
                <a:uLnTx/>
                <a:uFillTx/>
                <a:latin typeface="+mj-ea"/>
                <a:ea typeface="+mj-ea"/>
                <a:cs typeface="+mn-cs"/>
              </a:rPr>
              <a:t>收敛</a:t>
            </a:r>
            <a:r>
              <a:rPr kumimoji="1" lang="en-US" altLang="zh-CN" sz="2800" b="1" i="0" u="none" strike="noStrike" kern="1200" cap="none" spc="0" normalizeH="0" baseline="0" noProof="0" dirty="0">
                <a:ln>
                  <a:noFill/>
                </a:ln>
                <a:solidFill>
                  <a:srgbClr val="0000FF"/>
                </a:solidFill>
                <a:effectLst/>
                <a:uLnTx/>
                <a:uFillTx/>
                <a:latin typeface="+mj-ea"/>
                <a:ea typeface="+mj-ea"/>
                <a:cs typeface="+mn-cs"/>
              </a:rPr>
              <a:t>,</a:t>
            </a:r>
            <a:r>
              <a:rPr kumimoji="1" lang="zh-CN" altLang="en-US" sz="2800" b="1" i="0" u="none" strike="noStrike" kern="1200" cap="none" spc="0" normalizeH="0" baseline="0" noProof="0" dirty="0">
                <a:ln>
                  <a:noFill/>
                </a:ln>
                <a:solidFill>
                  <a:srgbClr val="0000FF"/>
                </a:solidFill>
                <a:effectLst/>
                <a:uLnTx/>
                <a:uFillTx/>
                <a:latin typeface="+mj-ea"/>
                <a:ea typeface="+mj-ea"/>
                <a:cs typeface="+mn-cs"/>
              </a:rPr>
              <a:t>则称该积分为函数 </a:t>
            </a:r>
            <a:r>
              <a:rPr kumimoji="1" lang="en-US" altLang="zh-CN" sz="2800" b="1" i="1" u="none" strike="noStrike" kern="1200" cap="none" spc="0" normalizeH="0" baseline="0" noProof="0" dirty="0">
                <a:ln>
                  <a:noFill/>
                </a:ln>
                <a:solidFill>
                  <a:srgbClr val="0000FF"/>
                </a:solidFill>
                <a:effectLst/>
                <a:uLnTx/>
                <a:uFillTx/>
                <a:latin typeface="Times New Roman" panose="02020603050405020304" charset="0"/>
                <a:ea typeface="+mn-ea"/>
                <a:cs typeface="Times New Roman" panose="02020603050405020304" charset="0"/>
              </a:rPr>
              <a:t>f</a:t>
            </a:r>
            <a:r>
              <a:rPr kumimoji="1" lang="en-US" altLang="zh-CN" sz="2800" b="1" i="0" u="none" strike="noStrike" kern="1200" cap="none" spc="0" normalizeH="0" baseline="0" noProof="0" dirty="0">
                <a:ln>
                  <a:noFill/>
                </a:ln>
                <a:solidFill>
                  <a:srgbClr val="0000FF"/>
                </a:solidFill>
                <a:effectLst/>
                <a:uLnTx/>
                <a:uFillTx/>
                <a:latin typeface="Times New Roman" panose="02020603050405020304" charset="0"/>
                <a:ea typeface="+mn-ea"/>
                <a:cs typeface="Times New Roman" panose="02020603050405020304" charset="0"/>
              </a:rPr>
              <a:t>(</a:t>
            </a:r>
            <a:r>
              <a:rPr kumimoji="1" lang="en-US" altLang="zh-CN" sz="2800" b="1" i="1" u="none" strike="noStrike" kern="1200" cap="none" spc="0" normalizeH="0" baseline="0" noProof="0" dirty="0">
                <a:ln>
                  <a:noFill/>
                </a:ln>
                <a:solidFill>
                  <a:srgbClr val="0000FF"/>
                </a:solidFill>
                <a:effectLst/>
                <a:uLnTx/>
                <a:uFillTx/>
                <a:latin typeface="Times New Roman" panose="02020603050405020304" charset="0"/>
                <a:ea typeface="+mn-ea"/>
                <a:cs typeface="Times New Roman" panose="02020603050405020304" charset="0"/>
              </a:rPr>
              <a:t>t</a:t>
            </a:r>
            <a:r>
              <a:rPr kumimoji="1" lang="en-US" altLang="zh-CN" sz="2800" b="1" i="0" u="none" strike="noStrike" kern="1200" cap="none" spc="0" normalizeH="0" baseline="0" noProof="0" dirty="0">
                <a:ln>
                  <a:noFill/>
                </a:ln>
                <a:solidFill>
                  <a:srgbClr val="0000FF"/>
                </a:solidFill>
                <a:effectLst/>
                <a:uLnTx/>
                <a:uFillTx/>
                <a:latin typeface="Times New Roman" panose="02020603050405020304" charset="0"/>
                <a:ea typeface="+mn-ea"/>
                <a:cs typeface="Times New Roman" panose="02020603050405020304" charset="0"/>
              </a:rPr>
              <a:t>)</a:t>
            </a:r>
            <a:r>
              <a:rPr kumimoji="1" lang="en-US" altLang="zh-CN" sz="2800" b="0" i="1" u="none" strike="noStrike" kern="1200" cap="none" spc="0" normalizeH="0" baseline="0" noProof="0" dirty="0">
                <a:ln>
                  <a:noFill/>
                </a:ln>
                <a:solidFill>
                  <a:srgbClr val="0000FF"/>
                </a:solidFill>
                <a:effectLst/>
                <a:uLnTx/>
                <a:uFillTx/>
                <a:latin typeface="Times New Roman" panose="02020603050405020304" charset="0"/>
                <a:ea typeface="黑体" panose="02010609060101010101" pitchFamily="49" charset="-122"/>
                <a:cs typeface="+mn-cs"/>
              </a:rPr>
              <a:t> </a:t>
            </a:r>
            <a:r>
              <a:rPr kumimoji="1" lang="zh-CN" altLang="en-US" sz="2800" b="1" i="0" u="none" strike="noStrike" kern="1200" cap="none" spc="0" normalizeH="0" baseline="0" noProof="0" dirty="0">
                <a:ln>
                  <a:noFill/>
                </a:ln>
                <a:solidFill>
                  <a:srgbClr val="0000FF"/>
                </a:solidFill>
                <a:effectLst/>
                <a:uLnTx/>
                <a:uFillTx/>
                <a:latin typeface="+mj-ea"/>
                <a:ea typeface="+mj-ea"/>
                <a:cs typeface="+mn-cs"/>
              </a:rPr>
              <a:t>的</a:t>
            </a:r>
            <a:r>
              <a:rPr kumimoji="1" lang="en-US" altLang="zh-CN" sz="2800" b="1" i="0" u="none" strike="noStrike" kern="1200" cap="none" spc="0" normalizeH="0" baseline="0" noProof="0" dirty="0">
                <a:ln>
                  <a:noFill/>
                </a:ln>
                <a:solidFill>
                  <a:srgbClr val="0000FF"/>
                </a:solidFill>
                <a:effectLst/>
                <a:uLnTx/>
                <a:uFillTx/>
                <a:latin typeface="Times New Roman" panose="02020603050405020304" charset="0"/>
                <a:ea typeface="黑体" panose="02010609060101010101" pitchFamily="49" charset="-122"/>
                <a:cs typeface="Times New Roman" panose="02020603050405020304" charset="0"/>
              </a:rPr>
              <a:t>Laplace</a:t>
            </a:r>
            <a:r>
              <a:rPr kumimoji="1" lang="zh-CN" altLang="en-US" sz="2800" b="1" i="0" u="none" strike="noStrike" kern="1200" cap="none" spc="0" normalizeH="0" baseline="0" noProof="0" dirty="0">
                <a:ln>
                  <a:noFill/>
                </a:ln>
                <a:solidFill>
                  <a:srgbClr val="0000FF"/>
                </a:solidFill>
                <a:effectLst/>
                <a:uLnTx/>
                <a:uFillTx/>
                <a:latin typeface="+mj-ea"/>
                <a:ea typeface="+mj-ea"/>
                <a:cs typeface="+mn-cs"/>
              </a:rPr>
              <a:t>变换</a:t>
            </a:r>
            <a:r>
              <a:rPr kumimoji="1" lang="zh-CN" altLang="en-US" sz="2800" b="0" i="0" u="none" strike="noStrike" kern="1200" cap="none" spc="0" normalizeH="0" baseline="0" noProof="0" dirty="0">
                <a:ln>
                  <a:noFill/>
                </a:ln>
                <a:solidFill>
                  <a:srgbClr val="0000FF"/>
                </a:solidFill>
                <a:effectLst/>
                <a:uLnTx/>
                <a:uFillTx/>
                <a:latin typeface="Times New Roman" panose="02020603050405020304" charset="0"/>
                <a:ea typeface="黑体" panose="02010609060101010101" pitchFamily="49" charset="-122"/>
                <a:cs typeface="+mn-cs"/>
              </a:rPr>
              <a:t>。</a:t>
            </a:r>
            <a:endParaRPr kumimoji="1" lang="zh-CN" altLang="en-US" sz="2800" b="0" i="0" u="none" strike="noStrike" kern="1200" cap="none" spc="0" normalizeH="0" baseline="0" noProof="0" dirty="0">
              <a:ln>
                <a:noFill/>
              </a:ln>
              <a:solidFill>
                <a:srgbClr val="0000FF"/>
              </a:solidFill>
              <a:effectLst/>
              <a:uLnTx/>
              <a:uFillTx/>
              <a:latin typeface="Times New Roman" panose="02020603050405020304" charset="0"/>
              <a:ea typeface="黑体" panose="02010609060101010101" pitchFamily="49" charset="-122"/>
              <a:cs typeface="+mn-cs"/>
            </a:endParaRPr>
          </a:p>
        </p:txBody>
      </p:sp>
      <p:grpSp>
        <p:nvGrpSpPr>
          <p:cNvPr id="21509" name="Group 5"/>
          <p:cNvGrpSpPr/>
          <p:nvPr/>
        </p:nvGrpSpPr>
        <p:grpSpPr>
          <a:xfrm>
            <a:off x="2568576" y="3500438"/>
            <a:ext cx="3411538" cy="522287"/>
            <a:chOff x="1173" y="2172"/>
            <a:chExt cx="2149" cy="329"/>
          </a:xfrm>
        </p:grpSpPr>
        <p:sp>
          <p:nvSpPr>
            <p:cNvPr id="7177" name="Text Box 6"/>
            <p:cNvSpPr txBox="1">
              <a:spLocks noChangeArrowheads="1"/>
            </p:cNvSpPr>
            <p:nvPr/>
          </p:nvSpPr>
          <p:spPr bwMode="auto">
            <a:xfrm>
              <a:off x="1173" y="2172"/>
              <a:ext cx="788" cy="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accent1"/>
                  </a:solidFill>
                  <a:miter lim="800000"/>
                  <a:headEnd/>
                  <a:tailEnd type="none" w="lg" len="lg"/>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defRPr/>
              </a:pPr>
              <a:r>
                <a:rPr kumimoji="1" lang="zh-CN" altLang="en-US" sz="2800" b="1" i="0" u="none" strike="noStrike" kern="1200" cap="none" spc="0" normalizeH="0" baseline="0" noProof="0" dirty="0">
                  <a:ln>
                    <a:noFill/>
                  </a:ln>
                  <a:solidFill>
                    <a:srgbClr val="0000FF"/>
                  </a:solidFill>
                  <a:effectLst/>
                  <a:uLnTx/>
                  <a:uFillTx/>
                  <a:latin typeface="+mj-ea"/>
                  <a:ea typeface="+mj-ea"/>
                  <a:cs typeface="+mn-cs"/>
                </a:rPr>
                <a:t>记作</a:t>
              </a:r>
              <a:r>
                <a:rPr kumimoji="1" lang="zh-CN" altLang="en-US" sz="2800" b="1" i="0" u="none" strike="noStrike" kern="1200" cap="none" spc="0" normalizeH="0" baseline="0" noProof="0" dirty="0">
                  <a:ln>
                    <a:noFill/>
                  </a:ln>
                  <a:solidFill>
                    <a:srgbClr val="0000FF"/>
                  </a:solidFill>
                  <a:effectLst/>
                  <a:uLnTx/>
                  <a:uFillTx/>
                  <a:latin typeface="Times New Roman" panose="02020603050405020304" charset="0"/>
                  <a:ea typeface="黑体" panose="02010609060101010101" pitchFamily="49" charset="-122"/>
                  <a:cs typeface="+mn-cs"/>
                </a:rPr>
                <a:t>：</a:t>
              </a:r>
              <a:endParaRPr kumimoji="1" lang="zh-CN" altLang="en-US" sz="2800" b="1" i="0" u="none" strike="noStrike" kern="1200" cap="none" spc="0" normalizeH="0" baseline="0" noProof="0" dirty="0">
                <a:ln>
                  <a:noFill/>
                </a:ln>
                <a:solidFill>
                  <a:srgbClr val="0000FF"/>
                </a:solidFill>
                <a:effectLst/>
                <a:uLnTx/>
                <a:uFillTx/>
                <a:latin typeface="Times New Roman" panose="02020603050405020304" charset="0"/>
                <a:ea typeface="黑体" panose="02010609060101010101" pitchFamily="49" charset="-122"/>
                <a:cs typeface="+mn-cs"/>
              </a:endParaRPr>
            </a:p>
          </p:txBody>
        </p:sp>
        <p:graphicFrame>
          <p:nvGraphicFramePr>
            <p:cNvPr id="7178" name="Object 7"/>
            <p:cNvGraphicFramePr>
              <a:graphicFrameLocks noChangeAspect="1"/>
            </p:cNvGraphicFramePr>
            <p:nvPr/>
          </p:nvGraphicFramePr>
          <p:xfrm>
            <a:off x="1978" y="2251"/>
            <a:ext cx="1344" cy="248"/>
          </p:xfrm>
          <a:graphic>
            <a:graphicData uri="http://schemas.openxmlformats.org/presentationml/2006/ole">
              <mc:AlternateContent xmlns:mc="http://schemas.openxmlformats.org/markup-compatibility/2006">
                <mc:Choice xmlns:v="urn:schemas-microsoft-com:vml" Requires="v">
                  <p:oleObj spid="_x0000_s3" name="" r:id="rId5" imgW="2132965" imgH="393700" progId="Equation.DSMT4">
                    <p:embed/>
                  </p:oleObj>
                </mc:Choice>
                <mc:Fallback>
                  <p:oleObj name="" r:id="rId5" imgW="2132965" imgH="393700" progId="Equation.DSMT4">
                    <p:embed/>
                    <p:pic>
                      <p:nvPicPr>
                        <p:cNvPr id="0" name="图片 3102"/>
                        <p:cNvPicPr/>
                        <p:nvPr/>
                      </p:nvPicPr>
                      <p:blipFill>
                        <a:blip r:embed="rId6"/>
                        <a:stretch>
                          <a:fillRect/>
                        </a:stretch>
                      </p:blipFill>
                      <p:spPr>
                        <a:xfrm>
                          <a:off x="1978" y="2251"/>
                          <a:ext cx="1344" cy="248"/>
                        </a:xfrm>
                        <a:prstGeom prst="rect">
                          <a:avLst/>
                        </a:prstGeom>
                        <a:noFill/>
                        <a:ln w="38100">
                          <a:noFill/>
                          <a:miter/>
                        </a:ln>
                      </p:spPr>
                    </p:pic>
                  </p:oleObj>
                </mc:Fallback>
              </mc:AlternateContent>
            </a:graphicData>
          </a:graphic>
        </p:graphicFrame>
      </p:grpSp>
      <p:grpSp>
        <p:nvGrpSpPr>
          <p:cNvPr id="21512" name="Group 8"/>
          <p:cNvGrpSpPr/>
          <p:nvPr/>
        </p:nvGrpSpPr>
        <p:grpSpPr>
          <a:xfrm>
            <a:off x="2690813" y="4437063"/>
            <a:ext cx="7061200" cy="1766887"/>
            <a:chOff x="735" y="2795"/>
            <a:chExt cx="4448" cy="1113"/>
          </a:xfrm>
        </p:grpSpPr>
        <p:graphicFrame>
          <p:nvGraphicFramePr>
            <p:cNvPr id="7175" name="Object 9"/>
            <p:cNvGraphicFramePr>
              <a:graphicFrameLocks noChangeAspect="1"/>
            </p:cNvGraphicFramePr>
            <p:nvPr/>
          </p:nvGraphicFramePr>
          <p:xfrm>
            <a:off x="735" y="2795"/>
            <a:ext cx="4448" cy="616"/>
          </p:xfrm>
          <a:graphic>
            <a:graphicData uri="http://schemas.openxmlformats.org/presentationml/2006/ole">
              <mc:AlternateContent xmlns:mc="http://schemas.openxmlformats.org/markup-compatibility/2006">
                <mc:Choice xmlns:v="urn:schemas-microsoft-com:vml" Requires="v">
                  <p:oleObj spid="_x0000_s4" name="" r:id="rId7" imgW="7061200" imgH="977900" progId="Equation.DSMT4">
                    <p:embed/>
                  </p:oleObj>
                </mc:Choice>
                <mc:Fallback>
                  <p:oleObj name="" r:id="rId7" imgW="7061200" imgH="977900" progId="Equation.DSMT4">
                    <p:embed/>
                    <p:pic>
                      <p:nvPicPr>
                        <p:cNvPr id="0" name="图片 3103"/>
                        <p:cNvPicPr/>
                        <p:nvPr/>
                      </p:nvPicPr>
                      <p:blipFill>
                        <a:blip r:embed="rId8"/>
                        <a:stretch>
                          <a:fillRect/>
                        </a:stretch>
                      </p:blipFill>
                      <p:spPr>
                        <a:xfrm>
                          <a:off x="735" y="2795"/>
                          <a:ext cx="4448" cy="616"/>
                        </a:xfrm>
                        <a:prstGeom prst="rect">
                          <a:avLst/>
                        </a:prstGeom>
                        <a:noFill/>
                        <a:ln w="38100">
                          <a:noFill/>
                          <a:miter/>
                        </a:ln>
                      </p:spPr>
                    </p:pic>
                  </p:oleObj>
                </mc:Fallback>
              </mc:AlternateContent>
            </a:graphicData>
          </a:graphic>
        </p:graphicFrame>
        <p:graphicFrame>
          <p:nvGraphicFramePr>
            <p:cNvPr id="7176" name="Object 10"/>
            <p:cNvGraphicFramePr>
              <a:graphicFrameLocks noChangeAspect="1"/>
            </p:cNvGraphicFramePr>
            <p:nvPr/>
          </p:nvGraphicFramePr>
          <p:xfrm>
            <a:off x="2058" y="3612"/>
            <a:ext cx="1488" cy="296"/>
          </p:xfrm>
          <a:graphic>
            <a:graphicData uri="http://schemas.openxmlformats.org/presentationml/2006/ole">
              <mc:AlternateContent xmlns:mc="http://schemas.openxmlformats.org/markup-compatibility/2006">
                <mc:Choice xmlns:v="urn:schemas-microsoft-com:vml" Requires="v">
                  <p:oleObj spid="_x0000_s5" name="" r:id="rId9" imgW="2362200" imgH="469900" progId="Equation.DSMT4">
                    <p:embed/>
                  </p:oleObj>
                </mc:Choice>
                <mc:Fallback>
                  <p:oleObj name="" r:id="rId9" imgW="2362200" imgH="469900" progId="Equation.DSMT4">
                    <p:embed/>
                    <p:pic>
                      <p:nvPicPr>
                        <p:cNvPr id="0" name="图片 3104"/>
                        <p:cNvPicPr/>
                        <p:nvPr/>
                      </p:nvPicPr>
                      <p:blipFill>
                        <a:blip r:embed="rId10"/>
                        <a:stretch>
                          <a:fillRect/>
                        </a:stretch>
                      </p:blipFill>
                      <p:spPr>
                        <a:xfrm>
                          <a:off x="2058" y="3612"/>
                          <a:ext cx="1488" cy="296"/>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1509"/>
                                        </p:tgtEl>
                                        <p:attrNameLst>
                                          <p:attrName>style.visibility</p:attrName>
                                        </p:attrNameLst>
                                      </p:cBhvr>
                                      <p:to>
                                        <p:strVal val="visible"/>
                                      </p:to>
                                    </p:set>
                                    <p:animEffect transition="in" filter="wipe(down)">
                                      <p:cBhvr>
                                        <p:cTn id="7" dur="500"/>
                                        <p:tgtEl>
                                          <p:spTgt spid="2150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1512"/>
                                        </p:tgtEl>
                                        <p:attrNameLst>
                                          <p:attrName>style.visibility</p:attrName>
                                        </p:attrNameLst>
                                      </p:cBhvr>
                                      <p:to>
                                        <p:strVal val="visible"/>
                                      </p:to>
                                    </p:set>
                                    <p:animEffect transition="in" filter="wipe(down)">
                                      <p:cBhvr>
                                        <p:cTn id="12" dur="500"/>
                                        <p:tgtEl>
                                          <p:spTgt spid="215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194" name="Group 13"/>
          <p:cNvGrpSpPr/>
          <p:nvPr/>
        </p:nvGrpSpPr>
        <p:grpSpPr>
          <a:xfrm>
            <a:off x="2135188" y="642938"/>
            <a:ext cx="8151813" cy="5068888"/>
            <a:chOff x="385" y="405"/>
            <a:chExt cx="5135" cy="3193"/>
          </a:xfrm>
        </p:grpSpPr>
        <p:graphicFrame>
          <p:nvGraphicFramePr>
            <p:cNvPr id="8195" name="Object 2"/>
            <p:cNvGraphicFramePr>
              <a:graphicFrameLocks noChangeAspect="1"/>
            </p:cNvGraphicFramePr>
            <p:nvPr/>
          </p:nvGraphicFramePr>
          <p:xfrm>
            <a:off x="1279" y="935"/>
            <a:ext cx="2920" cy="440"/>
          </p:xfrm>
          <a:graphic>
            <a:graphicData uri="http://schemas.openxmlformats.org/presentationml/2006/ole">
              <mc:AlternateContent xmlns:mc="http://schemas.openxmlformats.org/markup-compatibility/2006">
                <mc:Choice xmlns:v="urn:schemas-microsoft-com:vml" Requires="v">
                  <p:oleObj spid="_x0000_s6" name="" r:id="rId1" imgW="4635500" imgH="698500" progId="Equation.DSMT4">
                    <p:embed/>
                  </p:oleObj>
                </mc:Choice>
                <mc:Fallback>
                  <p:oleObj name="" r:id="rId1" imgW="4635500" imgH="698500" progId="Equation.DSMT4">
                    <p:embed/>
                    <p:pic>
                      <p:nvPicPr>
                        <p:cNvPr id="0" name="图片 3097"/>
                        <p:cNvPicPr/>
                        <p:nvPr/>
                      </p:nvPicPr>
                      <p:blipFill>
                        <a:blip r:embed="rId2"/>
                        <a:stretch>
                          <a:fillRect/>
                        </a:stretch>
                      </p:blipFill>
                      <p:spPr>
                        <a:xfrm>
                          <a:off x="1279" y="935"/>
                          <a:ext cx="2920" cy="440"/>
                        </a:xfrm>
                        <a:prstGeom prst="rect">
                          <a:avLst/>
                        </a:prstGeom>
                        <a:noFill/>
                        <a:ln w="38100">
                          <a:noFill/>
                          <a:miter/>
                        </a:ln>
                      </p:spPr>
                    </p:pic>
                  </p:oleObj>
                </mc:Fallback>
              </mc:AlternateContent>
            </a:graphicData>
          </a:graphic>
        </p:graphicFrame>
        <p:grpSp>
          <p:nvGrpSpPr>
            <p:cNvPr id="8196" name="Group 3"/>
            <p:cNvGrpSpPr/>
            <p:nvPr/>
          </p:nvGrpSpPr>
          <p:grpSpPr>
            <a:xfrm>
              <a:off x="385" y="1570"/>
              <a:ext cx="5135" cy="2028"/>
              <a:chOff x="521" y="1570"/>
              <a:chExt cx="5135" cy="2028"/>
            </a:xfrm>
          </p:grpSpPr>
          <p:grpSp>
            <p:nvGrpSpPr>
              <p:cNvPr id="8198" name="Group 4"/>
              <p:cNvGrpSpPr/>
              <p:nvPr/>
            </p:nvGrpSpPr>
            <p:grpSpPr>
              <a:xfrm>
                <a:off x="521" y="1570"/>
                <a:ext cx="5135" cy="654"/>
                <a:chOff x="521" y="1434"/>
                <a:chExt cx="5135" cy="654"/>
              </a:xfrm>
            </p:grpSpPr>
            <p:sp>
              <p:nvSpPr>
                <p:cNvPr id="8201" name="Text Box 5"/>
                <p:cNvSpPr txBox="1"/>
                <p:nvPr/>
              </p:nvSpPr>
              <p:spPr>
                <a:xfrm>
                  <a:off x="521" y="1434"/>
                  <a:ext cx="5135" cy="654"/>
                </a:xfrm>
                <a:prstGeom prst="rect">
                  <a:avLst/>
                </a:prstGeom>
                <a:noFill/>
                <a:ln w="25400">
                  <a:noFill/>
                </a:ln>
              </p:spPr>
              <p:txBody>
                <a:bodyPr wrap="none">
                  <a:spAutoFit/>
                </a:bodyPr>
                <a:lstStyle/>
                <a:p>
                  <a:pPr>
                    <a:spcBef>
                      <a:spcPct val="20000"/>
                    </a:spcBef>
                  </a:pPr>
                  <a:r>
                    <a:rPr lang="zh-CN" altLang="en-US" sz="2800" b="1" dirty="0">
                      <a:solidFill>
                        <a:srgbClr val="0000FF"/>
                      </a:solidFill>
                      <a:latin typeface="黑体" panose="02010609060101010101" pitchFamily="49" charset="-122"/>
                      <a:ea typeface="黑体" panose="02010609060101010101" pitchFamily="49" charset="-122"/>
                    </a:rPr>
                    <a:t>若 </a:t>
                  </a:r>
                  <a:r>
                    <a:rPr lang="en-US" altLang="zh-CN" sz="2800" b="1" i="1" dirty="0">
                      <a:solidFill>
                        <a:srgbClr val="0000FF"/>
                      </a:solidFill>
                      <a:latin typeface="Times New Roman" panose="02020603050405020304" charset="0"/>
                      <a:ea typeface="黑体" panose="02010609060101010101" pitchFamily="49" charset="-122"/>
                    </a:rPr>
                    <a:t>f(t)</a:t>
                  </a:r>
                  <a:r>
                    <a:rPr lang="en-US" altLang="zh-CN" sz="2800" b="1" dirty="0">
                      <a:solidFill>
                        <a:srgbClr val="0000FF"/>
                      </a:solidFill>
                      <a:latin typeface="黑体" panose="02010609060101010101" pitchFamily="49" charset="-122"/>
                      <a:ea typeface="黑体" panose="02010609060101010101" pitchFamily="49" charset="-122"/>
                    </a:rPr>
                    <a:t> </a:t>
                  </a:r>
                  <a:r>
                    <a:rPr lang="zh-CN" altLang="en-US" sz="2800" b="1" dirty="0">
                      <a:solidFill>
                        <a:srgbClr val="0000FF"/>
                      </a:solidFill>
                      <a:latin typeface="黑体" panose="02010609060101010101" pitchFamily="49" charset="-122"/>
                      <a:ea typeface="黑体" panose="02010609060101010101" pitchFamily="49" charset="-122"/>
                    </a:rPr>
                    <a:t>在      内的任一有限区间是分段连续的，</a:t>
                  </a:r>
                  <a:endParaRPr lang="zh-CN" altLang="en-US" sz="2800" b="1" dirty="0">
                    <a:solidFill>
                      <a:srgbClr val="0000FF"/>
                    </a:solidFill>
                    <a:latin typeface="黑体" panose="02010609060101010101" pitchFamily="49" charset="-122"/>
                    <a:ea typeface="黑体" panose="02010609060101010101" pitchFamily="49" charset="-122"/>
                  </a:endParaRPr>
                </a:p>
                <a:p>
                  <a:pPr>
                    <a:spcBef>
                      <a:spcPct val="20000"/>
                    </a:spcBef>
                  </a:pPr>
                  <a:r>
                    <a:rPr lang="zh-CN" altLang="en-US" sz="2800" b="1" dirty="0">
                      <a:solidFill>
                        <a:srgbClr val="0000FF"/>
                      </a:solidFill>
                      <a:latin typeface="黑体" panose="02010609060101010101" pitchFamily="49" charset="-122"/>
                      <a:ea typeface="黑体" panose="02010609060101010101" pitchFamily="49" charset="-122"/>
                    </a:rPr>
                    <a:t>且存在常数            使得</a:t>
                  </a:r>
                  <a:r>
                    <a:rPr lang="zh-CN" altLang="en-US" sz="2800" b="1" dirty="0">
                      <a:latin typeface="Times New Roman" panose="02020603050405020304" charset="0"/>
                    </a:rPr>
                    <a:t> </a:t>
                  </a:r>
                  <a:r>
                    <a:rPr lang="zh-CN" altLang="en-US" sz="2800" b="1" dirty="0">
                      <a:solidFill>
                        <a:srgbClr val="0000FF"/>
                      </a:solidFill>
                      <a:latin typeface="Times New Roman" panose="02020603050405020304" charset="0"/>
                    </a:rPr>
                    <a:t>                          </a:t>
                  </a:r>
                  <a:endParaRPr lang="zh-CN" altLang="en-US" sz="2800" b="1" dirty="0">
                    <a:latin typeface="Times New Roman" panose="02020603050405020304" charset="0"/>
                  </a:endParaRPr>
                </a:p>
              </p:txBody>
            </p:sp>
            <p:graphicFrame>
              <p:nvGraphicFramePr>
                <p:cNvPr id="8202" name="Object 6"/>
                <p:cNvGraphicFramePr>
                  <a:graphicFrameLocks noChangeAspect="1"/>
                </p:cNvGraphicFramePr>
                <p:nvPr/>
              </p:nvGraphicFramePr>
              <p:xfrm>
                <a:off x="1519" y="1480"/>
                <a:ext cx="640" cy="248"/>
              </p:xfrm>
              <a:graphic>
                <a:graphicData uri="http://schemas.openxmlformats.org/presentationml/2006/ole">
                  <mc:AlternateContent xmlns:mc="http://schemas.openxmlformats.org/markup-compatibility/2006">
                    <mc:Choice xmlns:v="urn:schemas-microsoft-com:vml" Requires="v">
                      <p:oleObj spid="_x0000_s2" name="" r:id="rId3" imgW="1016000" imgH="393700" progId="Equation.DSMT4">
                        <p:embed/>
                      </p:oleObj>
                    </mc:Choice>
                    <mc:Fallback>
                      <p:oleObj name="" r:id="rId3" imgW="1016000" imgH="393700" progId="Equation.DSMT4">
                        <p:embed/>
                        <p:pic>
                          <p:nvPicPr>
                            <p:cNvPr id="0" name="图片 3105"/>
                            <p:cNvPicPr/>
                            <p:nvPr/>
                          </p:nvPicPr>
                          <p:blipFill>
                            <a:blip r:embed="rId4"/>
                            <a:stretch>
                              <a:fillRect/>
                            </a:stretch>
                          </p:blipFill>
                          <p:spPr>
                            <a:xfrm>
                              <a:off x="1519" y="1480"/>
                              <a:ext cx="640" cy="248"/>
                            </a:xfrm>
                            <a:prstGeom prst="rect">
                              <a:avLst/>
                            </a:prstGeom>
                            <a:noFill/>
                            <a:ln w="38100">
                              <a:noFill/>
                              <a:miter/>
                            </a:ln>
                          </p:spPr>
                        </p:pic>
                      </p:oleObj>
                    </mc:Fallback>
                  </mc:AlternateContent>
                </a:graphicData>
              </a:graphic>
            </p:graphicFrame>
            <p:graphicFrame>
              <p:nvGraphicFramePr>
                <p:cNvPr id="8203" name="Object 7"/>
                <p:cNvGraphicFramePr>
                  <a:graphicFrameLocks noChangeAspect="1"/>
                </p:cNvGraphicFramePr>
                <p:nvPr/>
              </p:nvGraphicFramePr>
              <p:xfrm>
                <a:off x="1783" y="1797"/>
                <a:ext cx="1160" cy="248"/>
              </p:xfrm>
              <a:graphic>
                <a:graphicData uri="http://schemas.openxmlformats.org/presentationml/2006/ole">
                  <mc:AlternateContent xmlns:mc="http://schemas.openxmlformats.org/markup-compatibility/2006">
                    <mc:Choice xmlns:v="urn:schemas-microsoft-com:vml" Requires="v">
                      <p:oleObj spid="_x0000_s3" name="" r:id="rId5" imgW="1841500" imgH="393700" progId="Equation.DSMT4">
                        <p:embed/>
                      </p:oleObj>
                    </mc:Choice>
                    <mc:Fallback>
                      <p:oleObj name="" r:id="rId5" imgW="1841500" imgH="393700" progId="Equation.DSMT4">
                        <p:embed/>
                        <p:pic>
                          <p:nvPicPr>
                            <p:cNvPr id="0" name="图片 3106"/>
                            <p:cNvPicPr/>
                            <p:nvPr/>
                          </p:nvPicPr>
                          <p:blipFill>
                            <a:blip r:embed="rId6"/>
                            <a:stretch>
                              <a:fillRect/>
                            </a:stretch>
                          </p:blipFill>
                          <p:spPr>
                            <a:xfrm>
                              <a:off x="1783" y="1797"/>
                              <a:ext cx="1160" cy="248"/>
                            </a:xfrm>
                            <a:prstGeom prst="rect">
                              <a:avLst/>
                            </a:prstGeom>
                            <a:noFill/>
                            <a:ln w="38100">
                              <a:noFill/>
                              <a:miter/>
                            </a:ln>
                          </p:spPr>
                        </p:pic>
                      </p:oleObj>
                    </mc:Fallback>
                  </mc:AlternateContent>
                </a:graphicData>
              </a:graphic>
            </p:graphicFrame>
          </p:grpSp>
          <p:graphicFrame>
            <p:nvGraphicFramePr>
              <p:cNvPr id="8199" name="Object 8"/>
              <p:cNvGraphicFramePr>
                <a:graphicFrameLocks noChangeAspect="1"/>
              </p:cNvGraphicFramePr>
              <p:nvPr/>
            </p:nvGraphicFramePr>
            <p:xfrm>
              <a:off x="1429" y="2387"/>
              <a:ext cx="2488" cy="296"/>
            </p:xfrm>
            <a:graphic>
              <a:graphicData uri="http://schemas.openxmlformats.org/presentationml/2006/ole">
                <mc:AlternateContent xmlns:mc="http://schemas.openxmlformats.org/markup-compatibility/2006">
                  <mc:Choice xmlns:v="urn:schemas-microsoft-com:vml" Requires="v">
                    <p:oleObj spid="_x0000_s4" name="" r:id="rId7" imgW="3949700" imgH="469900" progId="Equation.DSMT4">
                      <p:embed/>
                    </p:oleObj>
                  </mc:Choice>
                  <mc:Fallback>
                    <p:oleObj name="" r:id="rId7" imgW="3949700" imgH="469900" progId="Equation.DSMT4">
                      <p:embed/>
                      <p:pic>
                        <p:nvPicPr>
                          <p:cNvPr id="0" name="图片 3098"/>
                          <p:cNvPicPr/>
                          <p:nvPr/>
                        </p:nvPicPr>
                        <p:blipFill>
                          <a:blip r:embed="rId8"/>
                          <a:stretch>
                            <a:fillRect/>
                          </a:stretch>
                        </p:blipFill>
                        <p:spPr>
                          <a:xfrm>
                            <a:off x="1429" y="2387"/>
                            <a:ext cx="2488" cy="296"/>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8200" name="Rectangle 9"/>
              <p:cNvSpPr/>
              <p:nvPr/>
            </p:nvSpPr>
            <p:spPr>
              <a:xfrm>
                <a:off x="567" y="2944"/>
                <a:ext cx="4893" cy="654"/>
              </a:xfrm>
              <a:prstGeom prst="rect">
                <a:avLst/>
              </a:prstGeom>
              <a:noFill/>
              <a:ln w="25400">
                <a:noFill/>
              </a:ln>
            </p:spPr>
            <p:txBody>
              <a:bodyPr wrap="none">
                <a:spAutoFit/>
              </a:bodyPr>
              <a:lstStyle/>
              <a:p>
                <a:pPr>
                  <a:spcBef>
                    <a:spcPct val="20000"/>
                  </a:spcBef>
                  <a:buNone/>
                </a:pPr>
                <a:r>
                  <a:rPr lang="zh-CN" altLang="en-US" sz="2800" b="1" dirty="0">
                    <a:solidFill>
                      <a:srgbClr val="0000FF"/>
                    </a:solidFill>
                    <a:latin typeface="黑体" panose="02010609060101010101" pitchFamily="49" charset="-122"/>
                    <a:ea typeface="黑体" panose="02010609060101010101" pitchFamily="49" charset="-122"/>
                  </a:rPr>
                  <a:t>则在半平面 </a:t>
                </a:r>
                <a:r>
                  <a:rPr lang="en-US" altLang="zh-CN" sz="2800" b="1" i="1" dirty="0">
                    <a:solidFill>
                      <a:srgbClr val="0000FF"/>
                    </a:solidFill>
                    <a:latin typeface="Times New Roman" panose="02020603050405020304" charset="0"/>
                    <a:ea typeface="黑体" panose="02010609060101010101" pitchFamily="49" charset="-122"/>
                  </a:rPr>
                  <a:t>Re</a:t>
                </a:r>
                <a:r>
                  <a:rPr lang="en-US" altLang="zh-CN" sz="2800" b="1" dirty="0">
                    <a:solidFill>
                      <a:srgbClr val="0000FF"/>
                    </a:solidFill>
                    <a:latin typeface="黑体" panose="02010609060101010101" pitchFamily="49" charset="-122"/>
                    <a:ea typeface="黑体" panose="02010609060101010101" pitchFamily="49" charset="-122"/>
                  </a:rPr>
                  <a:t>(</a:t>
                </a:r>
                <a:r>
                  <a:rPr lang="en-US" altLang="zh-CN" sz="2800" b="1" i="1" dirty="0">
                    <a:solidFill>
                      <a:srgbClr val="0000FF"/>
                    </a:solidFill>
                    <a:latin typeface="Times New Roman" panose="02020603050405020304" charset="0"/>
                    <a:ea typeface="黑体" panose="02010609060101010101" pitchFamily="49" charset="-122"/>
                  </a:rPr>
                  <a:t>s</a:t>
                </a:r>
                <a:r>
                  <a:rPr lang="en-US" altLang="zh-CN" sz="2800" b="1" dirty="0">
                    <a:solidFill>
                      <a:srgbClr val="0000FF"/>
                    </a:solidFill>
                    <a:latin typeface="黑体" panose="02010609060101010101" pitchFamily="49" charset="-122"/>
                    <a:ea typeface="黑体" panose="02010609060101010101" pitchFamily="49" charset="-122"/>
                  </a:rPr>
                  <a:t>)&gt;</a:t>
                </a:r>
                <a:r>
                  <a:rPr lang="en-US" altLang="zh-CN" sz="2800" b="1" i="1" dirty="0">
                    <a:solidFill>
                      <a:srgbClr val="0000FF"/>
                    </a:solidFill>
                    <a:latin typeface="Times New Roman" panose="02020603050405020304" charset="0"/>
                    <a:ea typeface="黑体" panose="02010609060101010101" pitchFamily="49" charset="-122"/>
                  </a:rPr>
                  <a:t>c</a:t>
                </a:r>
                <a:r>
                  <a:rPr lang="zh-CN" altLang="en-US" sz="2800" b="1" dirty="0">
                    <a:solidFill>
                      <a:srgbClr val="0000FF"/>
                    </a:solidFill>
                    <a:latin typeface="黑体" panose="02010609060101010101" pitchFamily="49" charset="-122"/>
                    <a:ea typeface="黑体" panose="02010609060101010101" pitchFamily="49" charset="-122"/>
                  </a:rPr>
                  <a:t>内，</a:t>
                </a:r>
                <a:r>
                  <a:rPr lang="en-US" altLang="zh-CN" sz="2800" b="1" i="1" dirty="0">
                    <a:solidFill>
                      <a:srgbClr val="0000FF"/>
                    </a:solidFill>
                    <a:latin typeface="Times New Roman" panose="02020603050405020304" charset="0"/>
                    <a:ea typeface="黑体" panose="02010609060101010101" pitchFamily="49" charset="-122"/>
                  </a:rPr>
                  <a:t>f</a:t>
                </a:r>
                <a:r>
                  <a:rPr lang="en-US" altLang="zh-CN" sz="2800" b="1" dirty="0">
                    <a:solidFill>
                      <a:srgbClr val="0000FF"/>
                    </a:solidFill>
                    <a:latin typeface="Times New Roman" panose="02020603050405020304" charset="0"/>
                    <a:ea typeface="黑体" panose="02010609060101010101" pitchFamily="49" charset="-122"/>
                  </a:rPr>
                  <a:t>(</a:t>
                </a:r>
                <a:r>
                  <a:rPr lang="en-US" altLang="zh-CN" sz="2800" b="1" i="1" dirty="0">
                    <a:solidFill>
                      <a:srgbClr val="0000FF"/>
                    </a:solidFill>
                    <a:latin typeface="Times New Roman" panose="02020603050405020304" charset="0"/>
                    <a:ea typeface="黑体" panose="02010609060101010101" pitchFamily="49" charset="-122"/>
                  </a:rPr>
                  <a:t>t</a:t>
                </a:r>
                <a:r>
                  <a:rPr lang="en-US" altLang="zh-CN" sz="2800" b="1" dirty="0">
                    <a:solidFill>
                      <a:srgbClr val="0000FF"/>
                    </a:solidFill>
                    <a:latin typeface="Times New Roman" panose="02020603050405020304" charset="0"/>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的拉普拉斯变换</a:t>
                </a:r>
                <a:r>
                  <a:rPr lang="en-US" altLang="zh-CN" sz="2800" b="1" i="1" dirty="0">
                    <a:solidFill>
                      <a:srgbClr val="0000FF"/>
                    </a:solidFill>
                    <a:latin typeface="Times New Roman" panose="02020603050405020304" charset="0"/>
                    <a:ea typeface="黑体" panose="02010609060101010101" pitchFamily="49" charset="-122"/>
                  </a:rPr>
                  <a:t>L</a:t>
                </a:r>
                <a:r>
                  <a:rPr lang="en-US" altLang="zh-CN" sz="2800" b="1" dirty="0">
                    <a:solidFill>
                      <a:srgbClr val="0000FF"/>
                    </a:solidFill>
                    <a:latin typeface="黑体" panose="02010609060101010101" pitchFamily="49" charset="-122"/>
                    <a:ea typeface="黑体" panose="02010609060101010101" pitchFamily="49" charset="-122"/>
                  </a:rPr>
                  <a:t>(</a:t>
                </a:r>
                <a:r>
                  <a:rPr lang="en-US" altLang="zh-CN" sz="2800" b="1" i="1" dirty="0">
                    <a:solidFill>
                      <a:srgbClr val="0000FF"/>
                    </a:solidFill>
                    <a:latin typeface="Times New Roman" panose="02020603050405020304" charset="0"/>
                    <a:ea typeface="黑体" panose="02010609060101010101" pitchFamily="49" charset="-122"/>
                  </a:rPr>
                  <a:t>s</a:t>
                </a:r>
                <a:r>
                  <a:rPr lang="en-US" altLang="zh-CN" sz="2800" b="1" dirty="0">
                    <a:solidFill>
                      <a:srgbClr val="0000FF"/>
                    </a:solidFill>
                    <a:latin typeface="黑体" panose="02010609060101010101" pitchFamily="49" charset="-122"/>
                    <a:ea typeface="黑体" panose="02010609060101010101" pitchFamily="49" charset="-122"/>
                  </a:rPr>
                  <a:t>)</a:t>
                </a:r>
                <a:endParaRPr lang="en-US" altLang="zh-CN" sz="2800" b="1" dirty="0">
                  <a:solidFill>
                    <a:srgbClr val="0000FF"/>
                  </a:solidFill>
                  <a:latin typeface="黑体" panose="02010609060101010101" pitchFamily="49" charset="-122"/>
                  <a:ea typeface="黑体" panose="02010609060101010101" pitchFamily="49" charset="-122"/>
                </a:endParaRPr>
              </a:p>
              <a:p>
                <a:pPr>
                  <a:spcBef>
                    <a:spcPct val="20000"/>
                  </a:spcBef>
                  <a:buNone/>
                </a:pPr>
                <a:r>
                  <a:rPr lang="zh-CN" altLang="en-US" sz="2800" b="1" dirty="0">
                    <a:solidFill>
                      <a:srgbClr val="0000FF"/>
                    </a:solidFill>
                    <a:latin typeface="黑体" panose="02010609060101010101" pitchFamily="49" charset="-122"/>
                    <a:ea typeface="黑体" panose="02010609060101010101" pitchFamily="49" charset="-122"/>
                  </a:rPr>
                  <a:t>一定存在，且</a:t>
                </a:r>
                <a:r>
                  <a:rPr lang="en-US" altLang="zh-CN" sz="2800" b="1" i="1" dirty="0">
                    <a:solidFill>
                      <a:srgbClr val="0000FF"/>
                    </a:solidFill>
                    <a:latin typeface="Times New Roman" panose="02020603050405020304" charset="0"/>
                    <a:ea typeface="黑体" panose="02010609060101010101" pitchFamily="49" charset="-122"/>
                  </a:rPr>
                  <a:t>L</a:t>
                </a:r>
                <a:r>
                  <a:rPr lang="en-US" altLang="zh-CN" sz="2800" b="1" dirty="0">
                    <a:solidFill>
                      <a:srgbClr val="0000FF"/>
                    </a:solidFill>
                    <a:latin typeface="黑体" panose="02010609060101010101" pitchFamily="49" charset="-122"/>
                    <a:ea typeface="黑体" panose="02010609060101010101" pitchFamily="49" charset="-122"/>
                  </a:rPr>
                  <a:t>(</a:t>
                </a:r>
                <a:r>
                  <a:rPr lang="en-US" altLang="zh-CN" sz="2800" b="1" i="1" dirty="0">
                    <a:solidFill>
                      <a:srgbClr val="0000FF"/>
                    </a:solidFill>
                    <a:latin typeface="Times New Roman" panose="02020603050405020304" charset="0"/>
                    <a:ea typeface="黑体" panose="02010609060101010101" pitchFamily="49" charset="-122"/>
                  </a:rPr>
                  <a:t>s</a:t>
                </a:r>
                <a:r>
                  <a:rPr lang="en-US" altLang="zh-CN" sz="2800" b="1" dirty="0">
                    <a:solidFill>
                      <a:srgbClr val="0000FF"/>
                    </a:solidFill>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还是</a:t>
                </a:r>
                <a:r>
                  <a:rPr lang="en-US" altLang="zh-CN" sz="2800" b="1" i="1" dirty="0">
                    <a:solidFill>
                      <a:srgbClr val="0000FF"/>
                    </a:solidFill>
                    <a:latin typeface="Times New Roman" panose="02020603050405020304" charset="0"/>
                    <a:ea typeface="黑体" panose="02010609060101010101" pitchFamily="49" charset="-122"/>
                  </a:rPr>
                  <a:t>s</a:t>
                </a:r>
                <a:r>
                  <a:rPr lang="zh-CN" altLang="en-US" sz="2800" b="1" dirty="0">
                    <a:solidFill>
                      <a:srgbClr val="0000FF"/>
                    </a:solidFill>
                    <a:latin typeface="黑体" panose="02010609060101010101" pitchFamily="49" charset="-122"/>
                    <a:ea typeface="黑体" panose="02010609060101010101" pitchFamily="49" charset="-122"/>
                  </a:rPr>
                  <a:t>的解析函数。</a:t>
                </a:r>
                <a:endParaRPr lang="zh-CN" altLang="en-US" sz="2800" b="1" dirty="0">
                  <a:solidFill>
                    <a:srgbClr val="0000FF"/>
                  </a:solidFill>
                  <a:latin typeface="黑体" panose="02010609060101010101" pitchFamily="49" charset="-122"/>
                  <a:ea typeface="黑体" panose="02010609060101010101" pitchFamily="49" charset="-122"/>
                </a:endParaRPr>
              </a:p>
            </p:txBody>
          </p:sp>
        </p:grpSp>
        <p:sp>
          <p:nvSpPr>
            <p:cNvPr id="8197" name="Rectangle 10"/>
            <p:cNvSpPr/>
            <p:nvPr/>
          </p:nvSpPr>
          <p:spPr>
            <a:xfrm>
              <a:off x="451" y="405"/>
              <a:ext cx="2763" cy="329"/>
            </a:xfrm>
            <a:prstGeom prst="rect">
              <a:avLst/>
            </a:prstGeom>
            <a:noFill/>
            <a:ln w="25400">
              <a:noFill/>
            </a:ln>
          </p:spPr>
          <p:txBody>
            <a:bodyPr wrap="none">
              <a:spAutoFit/>
            </a:bodyPr>
            <a:lstStyle/>
            <a:p>
              <a:pPr algn="ctr">
                <a:spcBef>
                  <a:spcPct val="20000"/>
                </a:spcBef>
              </a:pPr>
              <a:r>
                <a:rPr lang="zh-CN" altLang="en-US" sz="2800" b="1" dirty="0">
                  <a:solidFill>
                    <a:schemeClr val="tx2"/>
                  </a:solidFill>
                  <a:latin typeface="Times New Roman" panose="02020603050405020304" charset="0"/>
                  <a:ea typeface="黑体" panose="02010609060101010101" pitchFamily="49" charset="-122"/>
                </a:rPr>
                <a:t>二</a:t>
              </a:r>
              <a:r>
                <a:rPr lang="en-US" altLang="zh-CN" sz="2800" b="1" dirty="0">
                  <a:solidFill>
                    <a:schemeClr val="tx2"/>
                  </a:solidFill>
                  <a:latin typeface="Times New Roman" panose="02020603050405020304" charset="0"/>
                  <a:ea typeface="黑体" panose="02010609060101010101" pitchFamily="49" charset="-122"/>
                </a:rPr>
                <a:t>.</a:t>
              </a:r>
              <a:r>
                <a:rPr lang="en-US" altLang="zh-CN" sz="2800" b="1" i="1" dirty="0">
                  <a:solidFill>
                    <a:schemeClr val="tx2"/>
                  </a:solidFill>
                  <a:latin typeface="Times New Roman" panose="02020603050405020304" charset="0"/>
                  <a:ea typeface="黑体" panose="02010609060101010101" pitchFamily="49" charset="-122"/>
                </a:rPr>
                <a:t> Laplace</a:t>
              </a:r>
              <a:r>
                <a:rPr lang="zh-CN" altLang="en-US" sz="2800" b="1" dirty="0">
                  <a:solidFill>
                    <a:schemeClr val="tx2"/>
                  </a:solidFill>
                  <a:latin typeface="Times New Roman" panose="02020603050405020304" charset="0"/>
                  <a:ea typeface="黑体" panose="02010609060101010101" pitchFamily="49" charset="-122"/>
                </a:rPr>
                <a:t>变换存在定理：</a:t>
              </a:r>
              <a:endParaRPr lang="zh-CN" altLang="en-US" sz="2800" b="1" dirty="0">
                <a:solidFill>
                  <a:schemeClr val="tx2"/>
                </a:solidFill>
                <a:latin typeface="Times New Roman" panose="02020603050405020304" charset="0"/>
                <a:ea typeface="黑体" panose="02010609060101010101" pitchFamily="49" charset="-122"/>
              </a:endParaRPr>
            </a:p>
          </p:txBody>
        </p:sp>
      </p:gr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p:cNvSpPr/>
          <p:nvPr/>
        </p:nvSpPr>
        <p:spPr>
          <a:xfrm>
            <a:off x="2495550" y="1411447"/>
            <a:ext cx="5545138" cy="521970"/>
          </a:xfrm>
          <a:prstGeom prst="rect">
            <a:avLst/>
          </a:prstGeom>
          <a:noFill/>
          <a:ln w="25400">
            <a:noFill/>
          </a:ln>
        </p:spPr>
        <p:txBody>
          <a:bodyPr anchor="ctr" anchorCtr="0">
            <a:spAutoFit/>
          </a:bodyPr>
          <a:lstStyle/>
          <a:p>
            <a:pPr defTabSz="914400">
              <a:tabLst>
                <a:tab pos="228600" algn="l"/>
              </a:tabLst>
            </a:pPr>
            <a:r>
              <a:rPr lang="en-US" altLang="zh-CN" sz="2800" b="1" dirty="0">
                <a:solidFill>
                  <a:srgbClr val="0000FF"/>
                </a:solidFill>
                <a:latin typeface="黑体" panose="02010609060101010101" pitchFamily="49" charset="-122"/>
                <a:ea typeface="黑体" panose="02010609060101010101" pitchFamily="49" charset="-122"/>
              </a:rPr>
              <a:t>1)</a:t>
            </a:r>
            <a:r>
              <a:rPr lang="zh-CN" altLang="en-US" sz="2800" b="1" dirty="0">
                <a:solidFill>
                  <a:srgbClr val="0000FF"/>
                </a:solidFill>
                <a:latin typeface="黑体" panose="02010609060101010101" pitchFamily="49" charset="-122"/>
                <a:ea typeface="黑体" panose="02010609060101010101" pitchFamily="49" charset="-122"/>
              </a:rPr>
              <a:t>基本变换</a:t>
            </a:r>
            <a:r>
              <a:rPr lang="en-US" altLang="zh-CN" sz="2800" b="1" dirty="0">
                <a:solidFill>
                  <a:srgbClr val="0000FF"/>
                </a:solidFill>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见例</a:t>
            </a:r>
            <a:r>
              <a:rPr lang="en-US" altLang="zh-CN" sz="2800" b="1" dirty="0">
                <a:solidFill>
                  <a:srgbClr val="0000FF"/>
                </a:solidFill>
                <a:latin typeface="黑体" panose="02010609060101010101" pitchFamily="49" charset="-122"/>
                <a:ea typeface="黑体" panose="02010609060101010101" pitchFamily="49" charset="-122"/>
              </a:rPr>
              <a:t>6.1.1</a:t>
            </a:r>
            <a:r>
              <a:rPr lang="zh-CN" altLang="en-US" sz="2800" b="1" dirty="0">
                <a:solidFill>
                  <a:srgbClr val="0000FF"/>
                </a:solidFill>
                <a:latin typeface="黑体" panose="02010609060101010101" pitchFamily="49" charset="-122"/>
                <a:ea typeface="黑体" panose="02010609060101010101" pitchFamily="49" charset="-122"/>
              </a:rPr>
              <a:t>，</a:t>
            </a:r>
            <a:r>
              <a:rPr lang="en-US" altLang="zh-CN" sz="2800" b="1" dirty="0">
                <a:solidFill>
                  <a:srgbClr val="0000FF"/>
                </a:solidFill>
                <a:latin typeface="黑体" panose="02010609060101010101" pitchFamily="49" charset="-122"/>
                <a:ea typeface="黑体" panose="02010609060101010101" pitchFamily="49" charset="-122"/>
              </a:rPr>
              <a:t>P147):</a:t>
            </a:r>
            <a:endParaRPr lang="en-US" altLang="zh-CN" sz="2800" b="1" dirty="0">
              <a:solidFill>
                <a:srgbClr val="0000FF"/>
              </a:solidFill>
              <a:latin typeface="黑体" panose="02010609060101010101" pitchFamily="49" charset="-122"/>
              <a:ea typeface="黑体" panose="02010609060101010101" pitchFamily="49" charset="-122"/>
            </a:endParaRPr>
          </a:p>
        </p:txBody>
      </p:sp>
      <p:sp>
        <p:nvSpPr>
          <p:cNvPr id="9219" name="Rectangle 4"/>
          <p:cNvSpPr/>
          <p:nvPr/>
        </p:nvSpPr>
        <p:spPr>
          <a:xfrm>
            <a:off x="1524000" y="2854325"/>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graphicFrame>
        <p:nvGraphicFramePr>
          <p:cNvPr id="22533" name="Object 5"/>
          <p:cNvGraphicFramePr/>
          <p:nvPr/>
        </p:nvGraphicFramePr>
        <p:xfrm>
          <a:off x="2711450" y="2303463"/>
          <a:ext cx="3563938" cy="881062"/>
        </p:xfrm>
        <a:graphic>
          <a:graphicData uri="http://schemas.openxmlformats.org/presentationml/2006/ole">
            <mc:AlternateContent xmlns:mc="http://schemas.openxmlformats.org/markup-compatibility/2006">
              <mc:Choice xmlns:v="urn:schemas-microsoft-com:vml" Requires="v">
                <p:oleObj spid="_x0000_s6" name="" r:id="rId1" imgW="1688465" imgH="406400" progId="Equation.DSMT4">
                  <p:embed/>
                </p:oleObj>
              </mc:Choice>
              <mc:Fallback>
                <p:oleObj name="" r:id="rId1" imgW="1688465" imgH="406400" progId="Equation.DSMT4">
                  <p:embed/>
                  <p:pic>
                    <p:nvPicPr>
                      <p:cNvPr id="0" name="图片 3085"/>
                      <p:cNvPicPr/>
                      <p:nvPr/>
                    </p:nvPicPr>
                    <p:blipFill>
                      <a:blip r:embed="rId2"/>
                      <a:stretch>
                        <a:fillRect/>
                      </a:stretch>
                    </p:blipFill>
                    <p:spPr>
                      <a:xfrm>
                        <a:off x="2711450" y="2303463"/>
                        <a:ext cx="3563938" cy="881062"/>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2535" name="Object 7"/>
          <p:cNvGraphicFramePr>
            <a:graphicFrameLocks noChangeAspect="1"/>
          </p:cNvGraphicFramePr>
          <p:nvPr/>
        </p:nvGraphicFramePr>
        <p:xfrm>
          <a:off x="6992938" y="2246313"/>
          <a:ext cx="2308225" cy="906462"/>
        </p:xfrm>
        <a:graphic>
          <a:graphicData uri="http://schemas.openxmlformats.org/presentationml/2006/ole">
            <mc:AlternateContent xmlns:mc="http://schemas.openxmlformats.org/markup-compatibility/2006">
              <mc:Choice xmlns:v="urn:schemas-microsoft-com:vml" Requires="v">
                <p:oleObj spid="_x0000_s2" name="" r:id="rId3" imgW="2146300" imgH="838200" progId="Equation.DSMT4">
                  <p:embed/>
                </p:oleObj>
              </mc:Choice>
              <mc:Fallback>
                <p:oleObj name="" r:id="rId3" imgW="2146300" imgH="838200" progId="Equation.DSMT4">
                  <p:embed/>
                  <p:pic>
                    <p:nvPicPr>
                      <p:cNvPr id="0" name="图片 3077"/>
                      <p:cNvPicPr/>
                      <p:nvPr/>
                    </p:nvPicPr>
                    <p:blipFill>
                      <a:blip r:embed="rId4"/>
                      <a:stretch>
                        <a:fillRect/>
                      </a:stretch>
                    </p:blipFill>
                    <p:spPr>
                      <a:xfrm>
                        <a:off x="6992938" y="2246313"/>
                        <a:ext cx="2308225" cy="906462"/>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9222" name="Rectangle 8"/>
          <p:cNvSpPr/>
          <p:nvPr/>
        </p:nvSpPr>
        <p:spPr>
          <a:xfrm>
            <a:off x="1524000" y="2830513"/>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graphicFrame>
        <p:nvGraphicFramePr>
          <p:cNvPr id="22537" name="Object 9"/>
          <p:cNvGraphicFramePr/>
          <p:nvPr/>
        </p:nvGraphicFramePr>
        <p:xfrm>
          <a:off x="2711450" y="3386138"/>
          <a:ext cx="3024188" cy="890587"/>
        </p:xfrm>
        <a:graphic>
          <a:graphicData uri="http://schemas.openxmlformats.org/presentationml/2006/ole">
            <mc:AlternateContent xmlns:mc="http://schemas.openxmlformats.org/markup-compatibility/2006">
              <mc:Choice xmlns:v="urn:schemas-microsoft-com:vml" Requires="v">
                <p:oleObj spid="_x0000_s3" name="" r:id="rId5" imgW="1269365" imgH="406400" progId="Equation.DSMT4">
                  <p:embed/>
                </p:oleObj>
              </mc:Choice>
              <mc:Fallback>
                <p:oleObj name="" r:id="rId5" imgW="1269365" imgH="406400" progId="Equation.DSMT4">
                  <p:embed/>
                  <p:pic>
                    <p:nvPicPr>
                      <p:cNvPr id="0" name="图片 3078"/>
                      <p:cNvPicPr/>
                      <p:nvPr/>
                    </p:nvPicPr>
                    <p:blipFill>
                      <a:blip r:embed="rId6"/>
                      <a:stretch>
                        <a:fillRect/>
                      </a:stretch>
                    </p:blipFill>
                    <p:spPr>
                      <a:xfrm>
                        <a:off x="2711450" y="3386138"/>
                        <a:ext cx="3024188" cy="890587"/>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2539" name="Object 11"/>
          <p:cNvGraphicFramePr/>
          <p:nvPr/>
        </p:nvGraphicFramePr>
        <p:xfrm>
          <a:off x="6743700" y="3455988"/>
          <a:ext cx="2808288" cy="881062"/>
        </p:xfrm>
        <a:graphic>
          <a:graphicData uri="http://schemas.openxmlformats.org/presentationml/2006/ole">
            <mc:AlternateContent xmlns:mc="http://schemas.openxmlformats.org/markup-compatibility/2006">
              <mc:Choice xmlns:v="urn:schemas-microsoft-com:vml" Requires="v">
                <p:oleObj spid="_x0000_s4" name="" r:id="rId7" imgW="1231265" imgH="406400" progId="Equation.DSMT4">
                  <p:embed/>
                </p:oleObj>
              </mc:Choice>
              <mc:Fallback>
                <p:oleObj name="" r:id="rId7" imgW="1231265" imgH="406400" progId="Equation.DSMT4">
                  <p:embed/>
                  <p:pic>
                    <p:nvPicPr>
                      <p:cNvPr id="0" name="图片 3081"/>
                      <p:cNvPicPr/>
                      <p:nvPr/>
                    </p:nvPicPr>
                    <p:blipFill>
                      <a:blip r:embed="rId8"/>
                      <a:stretch>
                        <a:fillRect/>
                      </a:stretch>
                    </p:blipFill>
                    <p:spPr>
                      <a:xfrm>
                        <a:off x="6743700" y="3455988"/>
                        <a:ext cx="2808288" cy="881062"/>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9225" name="Rectangle 13"/>
          <p:cNvSpPr/>
          <p:nvPr/>
        </p:nvSpPr>
        <p:spPr>
          <a:xfrm>
            <a:off x="2640013" y="4580097"/>
            <a:ext cx="1972310" cy="521970"/>
          </a:xfrm>
          <a:prstGeom prst="rect">
            <a:avLst/>
          </a:prstGeom>
          <a:noFill/>
          <a:ln w="25400">
            <a:noFill/>
          </a:ln>
        </p:spPr>
        <p:txBody>
          <a:bodyPr wrap="none" anchor="ctr" anchorCtr="0">
            <a:spAutoFit/>
          </a:bodyPr>
          <a:lstStyle/>
          <a:p>
            <a:pPr defTabSz="914400">
              <a:tabLst>
                <a:tab pos="228600" algn="l"/>
              </a:tabLst>
            </a:pPr>
            <a:r>
              <a:rPr lang="en-US" altLang="zh-CN" sz="2800" b="1" dirty="0">
                <a:solidFill>
                  <a:srgbClr val="0000FF"/>
                </a:solidFill>
                <a:latin typeface="黑体" panose="02010609060101010101" pitchFamily="49" charset="-122"/>
                <a:ea typeface="黑体" panose="02010609060101010101" pitchFamily="49" charset="-122"/>
              </a:rPr>
              <a:t>2)</a:t>
            </a:r>
            <a:r>
              <a:rPr lang="zh-CN" altLang="en-US" sz="2800" b="1" dirty="0">
                <a:solidFill>
                  <a:srgbClr val="0000FF"/>
                </a:solidFill>
                <a:latin typeface="黑体" panose="02010609060101010101" pitchFamily="49" charset="-122"/>
                <a:ea typeface="黑体" panose="02010609060101010101" pitchFamily="49" charset="-122"/>
              </a:rPr>
              <a:t>线性性质</a:t>
            </a:r>
            <a:endParaRPr lang="zh-CN" altLang="en-US" sz="2800" b="1" dirty="0">
              <a:solidFill>
                <a:srgbClr val="0000FF"/>
              </a:solidFill>
              <a:latin typeface="黑体" panose="02010609060101010101" pitchFamily="49" charset="-122"/>
              <a:ea typeface="黑体" panose="02010609060101010101" pitchFamily="49" charset="-122"/>
            </a:endParaRPr>
          </a:p>
        </p:txBody>
      </p:sp>
      <p:graphicFrame>
        <p:nvGraphicFramePr>
          <p:cNvPr id="9226" name="Object 14"/>
          <p:cNvGraphicFramePr/>
          <p:nvPr/>
        </p:nvGraphicFramePr>
        <p:xfrm>
          <a:off x="4151313" y="5229225"/>
          <a:ext cx="4248150" cy="576263"/>
        </p:xfrm>
        <a:graphic>
          <a:graphicData uri="http://schemas.openxmlformats.org/presentationml/2006/ole">
            <mc:AlternateContent xmlns:mc="http://schemas.openxmlformats.org/markup-compatibility/2006">
              <mc:Choice xmlns:v="urn:schemas-microsoft-com:vml" Requires="v">
                <p:oleObj spid="_x0000_s5" name="" r:id="rId9" imgW="2057400" imgH="254000" progId="Equation.DSMT4">
                  <p:embed/>
                </p:oleObj>
              </mc:Choice>
              <mc:Fallback>
                <p:oleObj name="" r:id="rId9" imgW="2057400" imgH="254000" progId="Equation.DSMT4">
                  <p:embed/>
                  <p:pic>
                    <p:nvPicPr>
                      <p:cNvPr id="0" name="图片 3084"/>
                      <p:cNvPicPr/>
                      <p:nvPr/>
                    </p:nvPicPr>
                    <p:blipFill>
                      <a:blip r:embed="rId10"/>
                      <a:stretch>
                        <a:fillRect/>
                      </a:stretch>
                    </p:blipFill>
                    <p:spPr>
                      <a:xfrm>
                        <a:off x="4151313" y="5229225"/>
                        <a:ext cx="4248150" cy="57626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9227" name="Rectangle 15"/>
          <p:cNvSpPr/>
          <p:nvPr/>
        </p:nvSpPr>
        <p:spPr>
          <a:xfrm>
            <a:off x="2063750" y="547211"/>
            <a:ext cx="6265863" cy="583565"/>
          </a:xfrm>
          <a:prstGeom prst="rect">
            <a:avLst/>
          </a:prstGeom>
          <a:noFill/>
          <a:ln w="25400">
            <a:noFill/>
          </a:ln>
        </p:spPr>
        <p:txBody>
          <a:bodyPr anchor="ctr" anchorCtr="0">
            <a:spAutoFit/>
          </a:bodyPr>
          <a:lstStyle/>
          <a:p>
            <a:r>
              <a:rPr lang="en-US" altLang="zh-CN" sz="3200" b="1" dirty="0">
                <a:solidFill>
                  <a:schemeClr val="tx2"/>
                </a:solidFill>
                <a:latin typeface="Arial" panose="020B0604020202020204" pitchFamily="34" charset="0"/>
                <a:ea typeface="黑体" panose="02010609060101010101" pitchFamily="49" charset="-122"/>
              </a:rPr>
              <a:t>§6.2  Laplace</a:t>
            </a:r>
            <a:r>
              <a:rPr lang="zh-CN" altLang="en-US" sz="3200" b="1" dirty="0">
                <a:solidFill>
                  <a:schemeClr val="tx2"/>
                </a:solidFill>
                <a:latin typeface="Arial" panose="020B0604020202020204" pitchFamily="34" charset="0"/>
                <a:ea typeface="黑体" panose="02010609060101010101" pitchFamily="49" charset="-122"/>
              </a:rPr>
              <a:t>变换基本性质</a:t>
            </a:r>
            <a:endParaRPr lang="zh-CN" altLang="en-US" sz="3200" b="1" dirty="0">
              <a:solidFill>
                <a:schemeClr val="tx2"/>
              </a:solidFill>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2531"/>
                                        </p:tgtEl>
                                        <p:attrNameLst>
                                          <p:attrName>style.visibility</p:attrName>
                                        </p:attrNameLst>
                                      </p:cBhvr>
                                      <p:to>
                                        <p:strVal val="visible"/>
                                      </p:to>
                                    </p:set>
                                    <p:animEffect transition="in" filter="wipe(up)">
                                      <p:cBhvr>
                                        <p:cTn id="7" dur="500"/>
                                        <p:tgtEl>
                                          <p:spTgt spid="2253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2533"/>
                                        </p:tgtEl>
                                        <p:attrNameLst>
                                          <p:attrName>style.visibility</p:attrName>
                                        </p:attrNameLst>
                                      </p:cBhvr>
                                      <p:to>
                                        <p:strVal val="visible"/>
                                      </p:to>
                                    </p:set>
                                    <p:animEffect transition="in" filter="wipe(down)">
                                      <p:cBhvr>
                                        <p:cTn id="12" dur="500"/>
                                        <p:tgtEl>
                                          <p:spTgt spid="2253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2535"/>
                                        </p:tgtEl>
                                        <p:attrNameLst>
                                          <p:attrName>style.visibility</p:attrName>
                                        </p:attrNameLst>
                                      </p:cBhvr>
                                      <p:to>
                                        <p:strVal val="visible"/>
                                      </p:to>
                                    </p:set>
                                    <p:animEffect transition="in" filter="wipe(down)">
                                      <p:cBhvr>
                                        <p:cTn id="17" dur="500"/>
                                        <p:tgtEl>
                                          <p:spTgt spid="2253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2537"/>
                                        </p:tgtEl>
                                        <p:attrNameLst>
                                          <p:attrName>style.visibility</p:attrName>
                                        </p:attrNameLst>
                                      </p:cBhvr>
                                      <p:to>
                                        <p:strVal val="visible"/>
                                      </p:to>
                                    </p:set>
                                    <p:animEffect transition="in" filter="wipe(down)">
                                      <p:cBhvr>
                                        <p:cTn id="22" dur="500"/>
                                        <p:tgtEl>
                                          <p:spTgt spid="225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22539"/>
                                        </p:tgtEl>
                                        <p:attrNameLst>
                                          <p:attrName>style.visibility</p:attrName>
                                        </p:attrNameLst>
                                      </p:cBhvr>
                                      <p:to>
                                        <p:strVal val="visible"/>
                                      </p:to>
                                    </p:set>
                                    <p:animEffect transition="in" filter="wipe(down)">
                                      <p:cBhvr>
                                        <p:cTn id="27" dur="500"/>
                                        <p:tgtEl>
                                          <p:spTgt spid="225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3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p:nvPr/>
        </p:nvSpPr>
        <p:spPr>
          <a:xfrm>
            <a:off x="2424113" y="619284"/>
            <a:ext cx="2331720" cy="521970"/>
          </a:xfrm>
          <a:prstGeom prst="rect">
            <a:avLst/>
          </a:prstGeom>
          <a:noFill/>
          <a:ln w="25400">
            <a:noFill/>
          </a:ln>
        </p:spPr>
        <p:txBody>
          <a:bodyPr wrap="none" anchor="ctr" anchorCtr="0">
            <a:spAutoFit/>
          </a:bodyPr>
          <a:lstStyle/>
          <a:p>
            <a:r>
              <a:rPr lang="en-US" altLang="zh-CN" sz="2800" b="1" dirty="0">
                <a:solidFill>
                  <a:srgbClr val="0000FF"/>
                </a:solidFill>
                <a:latin typeface="黑体" panose="02010609060101010101" pitchFamily="49" charset="-122"/>
                <a:ea typeface="黑体" panose="02010609060101010101" pitchFamily="49" charset="-122"/>
              </a:rPr>
              <a:t>3) </a:t>
            </a:r>
            <a:r>
              <a:rPr lang="zh-CN" altLang="en-US" sz="2800" b="1" dirty="0">
                <a:solidFill>
                  <a:srgbClr val="0000FF"/>
                </a:solidFill>
                <a:latin typeface="黑体" panose="02010609060101010101" pitchFamily="49" charset="-122"/>
                <a:ea typeface="黑体" panose="02010609060101010101" pitchFamily="49" charset="-122"/>
              </a:rPr>
              <a:t>微分性质</a:t>
            </a:r>
            <a:r>
              <a:rPr lang="zh-CN" altLang="en-US" sz="2800" b="1" dirty="0">
                <a:latin typeface="宋体" panose="02010600030101010101" pitchFamily="2" charset="-122"/>
              </a:rPr>
              <a:t> </a:t>
            </a:r>
            <a:endParaRPr lang="zh-CN" altLang="en-US" sz="2800" b="1" dirty="0">
              <a:latin typeface="宋体" panose="02010600030101010101" pitchFamily="2" charset="-122"/>
            </a:endParaRPr>
          </a:p>
        </p:txBody>
      </p:sp>
      <p:graphicFrame>
        <p:nvGraphicFramePr>
          <p:cNvPr id="10243" name="Object 4"/>
          <p:cNvGraphicFramePr/>
          <p:nvPr/>
        </p:nvGraphicFramePr>
        <p:xfrm>
          <a:off x="2663825" y="1987550"/>
          <a:ext cx="3651250" cy="552450"/>
        </p:xfrm>
        <a:graphic>
          <a:graphicData uri="http://schemas.openxmlformats.org/presentationml/2006/ole">
            <mc:AlternateContent xmlns:mc="http://schemas.openxmlformats.org/markup-compatibility/2006">
              <mc:Choice xmlns:v="urn:schemas-microsoft-com:vml" Requires="v">
                <p:oleObj spid="_x0000_s6" name="" r:id="rId1" imgW="1663700" imgH="254000" progId="Equation.DSMT4">
                  <p:embed/>
                </p:oleObj>
              </mc:Choice>
              <mc:Fallback>
                <p:oleObj name="" r:id="rId1" imgW="1663700" imgH="254000" progId="Equation.DSMT4">
                  <p:embed/>
                  <p:pic>
                    <p:nvPicPr>
                      <p:cNvPr id="0" name="图片 3076"/>
                      <p:cNvPicPr/>
                      <p:nvPr/>
                    </p:nvPicPr>
                    <p:blipFill>
                      <a:blip r:embed="rId2"/>
                      <a:stretch>
                        <a:fillRect/>
                      </a:stretch>
                    </p:blipFill>
                    <p:spPr>
                      <a:xfrm>
                        <a:off x="2663825" y="1987550"/>
                        <a:ext cx="3651250" cy="55245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pSp>
        <p:nvGrpSpPr>
          <p:cNvPr id="10244" name="Group 5"/>
          <p:cNvGrpSpPr/>
          <p:nvPr/>
        </p:nvGrpSpPr>
        <p:grpSpPr>
          <a:xfrm>
            <a:off x="2422525" y="1266826"/>
            <a:ext cx="3594101" cy="522287"/>
            <a:chOff x="612" y="1116"/>
            <a:chExt cx="2264" cy="329"/>
          </a:xfrm>
        </p:grpSpPr>
        <p:sp>
          <p:nvSpPr>
            <p:cNvPr id="10251" name="Text Box 6"/>
            <p:cNvSpPr txBox="1"/>
            <p:nvPr/>
          </p:nvSpPr>
          <p:spPr>
            <a:xfrm>
              <a:off x="612" y="1116"/>
              <a:ext cx="2264" cy="329"/>
            </a:xfrm>
            <a:prstGeom prst="rect">
              <a:avLst/>
            </a:prstGeom>
            <a:noFill/>
            <a:ln w="25400">
              <a:noFill/>
            </a:ln>
          </p:spPr>
          <p:txBody>
            <a:bodyPr wrap="none" anchor="ctr" anchorCtr="0">
              <a:spAutoFit/>
            </a:bodyPr>
            <a:lstStyle/>
            <a:p>
              <a:r>
                <a:rPr lang="zh-CN" altLang="en-US" sz="2800" b="1" dirty="0">
                  <a:solidFill>
                    <a:srgbClr val="0000FF"/>
                  </a:solidFill>
                  <a:latin typeface="黑体" panose="02010609060101010101" pitchFamily="49" charset="-122"/>
                  <a:ea typeface="黑体" panose="02010609060101010101" pitchFamily="49" charset="-122"/>
                </a:rPr>
                <a:t>若               则</a:t>
              </a:r>
              <a:endParaRPr lang="zh-CN" altLang="en-US" sz="2800" b="1" dirty="0">
                <a:solidFill>
                  <a:srgbClr val="0000FF"/>
                </a:solidFill>
                <a:latin typeface="黑体" panose="02010609060101010101" pitchFamily="49" charset="-122"/>
                <a:ea typeface="黑体" panose="02010609060101010101" pitchFamily="49" charset="-122"/>
              </a:endParaRPr>
            </a:p>
          </p:txBody>
        </p:sp>
        <p:graphicFrame>
          <p:nvGraphicFramePr>
            <p:cNvPr id="10252" name="Object 7"/>
            <p:cNvGraphicFramePr>
              <a:graphicFrameLocks noChangeAspect="1"/>
            </p:cNvGraphicFramePr>
            <p:nvPr/>
          </p:nvGraphicFramePr>
          <p:xfrm>
            <a:off x="958" y="1162"/>
            <a:ext cx="1440" cy="248"/>
          </p:xfrm>
          <a:graphic>
            <a:graphicData uri="http://schemas.openxmlformats.org/presentationml/2006/ole">
              <mc:AlternateContent xmlns:mc="http://schemas.openxmlformats.org/markup-compatibility/2006">
                <mc:Choice xmlns:v="urn:schemas-microsoft-com:vml" Requires="v">
                  <p:oleObj spid="_x0000_s2" name="" r:id="rId3" imgW="2286000" imgH="393700" progId="Equation.DSMT4">
                    <p:embed/>
                  </p:oleObj>
                </mc:Choice>
                <mc:Fallback>
                  <p:oleObj name="" r:id="rId3" imgW="2286000" imgH="393700" progId="Equation.DSMT4">
                    <p:embed/>
                    <p:pic>
                      <p:nvPicPr>
                        <p:cNvPr id="0" name="图片 3086"/>
                        <p:cNvPicPr/>
                        <p:nvPr/>
                      </p:nvPicPr>
                      <p:blipFill>
                        <a:blip r:embed="rId4"/>
                        <a:stretch>
                          <a:fillRect/>
                        </a:stretch>
                      </p:blipFill>
                      <p:spPr>
                        <a:xfrm>
                          <a:off x="958" y="1162"/>
                          <a:ext cx="1440" cy="248"/>
                        </a:xfrm>
                        <a:prstGeom prst="rect">
                          <a:avLst/>
                        </a:prstGeom>
                        <a:noFill/>
                        <a:ln w="38100">
                          <a:noFill/>
                          <a:miter/>
                        </a:ln>
                      </p:spPr>
                    </p:pic>
                  </p:oleObj>
                </mc:Fallback>
              </mc:AlternateContent>
            </a:graphicData>
          </a:graphic>
        </p:graphicFrame>
      </p:grpSp>
      <p:sp>
        <p:nvSpPr>
          <p:cNvPr id="10245" name="Rectangle 8"/>
          <p:cNvSpPr/>
          <p:nvPr/>
        </p:nvSpPr>
        <p:spPr>
          <a:xfrm>
            <a:off x="1524000" y="3001963"/>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graphicFrame>
        <p:nvGraphicFramePr>
          <p:cNvPr id="23561" name="Object 9"/>
          <p:cNvGraphicFramePr/>
          <p:nvPr/>
        </p:nvGraphicFramePr>
        <p:xfrm>
          <a:off x="2640013" y="2852738"/>
          <a:ext cx="4700587" cy="576262"/>
        </p:xfrm>
        <a:graphic>
          <a:graphicData uri="http://schemas.openxmlformats.org/presentationml/2006/ole">
            <mc:AlternateContent xmlns:mc="http://schemas.openxmlformats.org/markup-compatibility/2006">
              <mc:Choice xmlns:v="urn:schemas-microsoft-com:vml" Requires="v">
                <p:oleObj spid="_x0000_s3" name="" r:id="rId5" imgW="2400300" imgH="254000" progId="Equation.DSMT4">
                  <p:embed/>
                </p:oleObj>
              </mc:Choice>
              <mc:Fallback>
                <p:oleObj name="" r:id="rId5" imgW="2400300" imgH="254000" progId="Equation.DSMT4">
                  <p:embed/>
                  <p:pic>
                    <p:nvPicPr>
                      <p:cNvPr id="0" name="图片 3079"/>
                      <p:cNvPicPr/>
                      <p:nvPr/>
                    </p:nvPicPr>
                    <p:blipFill>
                      <a:blip r:embed="rId6"/>
                      <a:stretch>
                        <a:fillRect/>
                      </a:stretch>
                    </p:blipFill>
                    <p:spPr>
                      <a:xfrm>
                        <a:off x="2640013" y="2852738"/>
                        <a:ext cx="4700587" cy="576262"/>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23562" name="Object 10"/>
          <p:cNvGraphicFramePr/>
          <p:nvPr/>
        </p:nvGraphicFramePr>
        <p:xfrm>
          <a:off x="1847850" y="3716338"/>
          <a:ext cx="8540750" cy="647700"/>
        </p:xfrm>
        <a:graphic>
          <a:graphicData uri="http://schemas.openxmlformats.org/presentationml/2006/ole">
            <mc:AlternateContent xmlns:mc="http://schemas.openxmlformats.org/markup-compatibility/2006">
              <mc:Choice xmlns:v="urn:schemas-microsoft-com:vml" Requires="v">
                <p:oleObj spid="_x0000_s4" name="" r:id="rId7" imgW="3937000" imgH="279400" progId="Equation.DSMT4">
                  <p:embed/>
                </p:oleObj>
              </mc:Choice>
              <mc:Fallback>
                <p:oleObj name="" r:id="rId7" imgW="3937000" imgH="279400" progId="Equation.DSMT4">
                  <p:embed/>
                  <p:pic>
                    <p:nvPicPr>
                      <p:cNvPr id="0" name="图片 3080"/>
                      <p:cNvPicPr/>
                      <p:nvPr/>
                    </p:nvPicPr>
                    <p:blipFill>
                      <a:blip r:embed="rId8"/>
                      <a:stretch>
                        <a:fillRect/>
                      </a:stretch>
                    </p:blipFill>
                    <p:spPr>
                      <a:xfrm>
                        <a:off x="1847850" y="3716338"/>
                        <a:ext cx="8540750" cy="64770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23563" name="Rectangle 11"/>
          <p:cNvSpPr/>
          <p:nvPr/>
        </p:nvSpPr>
        <p:spPr>
          <a:xfrm>
            <a:off x="2495550" y="5011897"/>
            <a:ext cx="2240915" cy="521970"/>
          </a:xfrm>
          <a:prstGeom prst="rect">
            <a:avLst/>
          </a:prstGeom>
          <a:noFill/>
          <a:ln w="25400">
            <a:noFill/>
          </a:ln>
        </p:spPr>
        <p:txBody>
          <a:bodyPr wrap="none" anchor="ctr" anchorCtr="0">
            <a:spAutoFit/>
          </a:bodyPr>
          <a:lstStyle/>
          <a:p>
            <a:r>
              <a:rPr lang="en-US" altLang="zh-CN" sz="2800" b="1" dirty="0">
                <a:solidFill>
                  <a:srgbClr val="0000FF"/>
                </a:solidFill>
                <a:latin typeface="黑体" panose="02010609060101010101" pitchFamily="49" charset="-122"/>
                <a:ea typeface="黑体" panose="02010609060101010101" pitchFamily="49" charset="-122"/>
              </a:rPr>
              <a:t>4) </a:t>
            </a:r>
            <a:r>
              <a:rPr lang="zh-CN" altLang="en-US" sz="2800" b="1" dirty="0">
                <a:solidFill>
                  <a:srgbClr val="0000FF"/>
                </a:solidFill>
                <a:latin typeface="黑体" panose="02010609060101010101" pitchFamily="49" charset="-122"/>
                <a:ea typeface="黑体" panose="02010609060101010101" pitchFamily="49" charset="-122"/>
              </a:rPr>
              <a:t>积分性质</a:t>
            </a:r>
            <a:r>
              <a:rPr lang="zh-CN" altLang="en-US" sz="2800" b="1" dirty="0">
                <a:latin typeface="Times New Roman" panose="02020603050405020304" charset="0"/>
              </a:rPr>
              <a:t> </a:t>
            </a:r>
            <a:endParaRPr lang="zh-CN" altLang="en-US" sz="2800" b="1" dirty="0">
              <a:latin typeface="Times New Roman" panose="02020603050405020304" charset="0"/>
            </a:endParaRPr>
          </a:p>
        </p:txBody>
      </p:sp>
      <p:sp>
        <p:nvSpPr>
          <p:cNvPr id="10249" name="Rectangle 12"/>
          <p:cNvSpPr/>
          <p:nvPr/>
        </p:nvSpPr>
        <p:spPr>
          <a:xfrm>
            <a:off x="1524000" y="2916238"/>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graphicFrame>
        <p:nvGraphicFramePr>
          <p:cNvPr id="23565" name="Object 13"/>
          <p:cNvGraphicFramePr>
            <a:graphicFrameLocks noChangeAspect="1"/>
          </p:cNvGraphicFramePr>
          <p:nvPr/>
        </p:nvGraphicFramePr>
        <p:xfrm>
          <a:off x="5232400" y="5121275"/>
          <a:ext cx="3444875" cy="817563"/>
        </p:xfrm>
        <a:graphic>
          <a:graphicData uri="http://schemas.openxmlformats.org/presentationml/2006/ole">
            <mc:AlternateContent xmlns:mc="http://schemas.openxmlformats.org/markup-compatibility/2006">
              <mc:Choice xmlns:v="urn:schemas-microsoft-com:vml" Requires="v">
                <p:oleObj spid="_x0000_s5" name="" r:id="rId9" imgW="3530600" imgH="838200" progId="Equation.DSMT4">
                  <p:embed/>
                </p:oleObj>
              </mc:Choice>
              <mc:Fallback>
                <p:oleObj name="" r:id="rId9" imgW="3530600" imgH="838200" progId="Equation.DSMT4">
                  <p:embed/>
                  <p:pic>
                    <p:nvPicPr>
                      <p:cNvPr id="0" name="图片 3082"/>
                      <p:cNvPicPr/>
                      <p:nvPr/>
                    </p:nvPicPr>
                    <p:blipFill>
                      <a:blip r:embed="rId10"/>
                      <a:stretch>
                        <a:fillRect/>
                      </a:stretch>
                    </p:blipFill>
                    <p:spPr>
                      <a:xfrm>
                        <a:off x="5232400" y="5121275"/>
                        <a:ext cx="3444875" cy="81756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3561"/>
                                        </p:tgtEl>
                                        <p:attrNameLst>
                                          <p:attrName>style.visibility</p:attrName>
                                        </p:attrNameLst>
                                      </p:cBhvr>
                                      <p:to>
                                        <p:strVal val="visible"/>
                                      </p:to>
                                    </p:set>
                                    <p:animEffect transition="in" filter="wipe(down)">
                                      <p:cBhvr>
                                        <p:cTn id="7" dur="500"/>
                                        <p:tgtEl>
                                          <p:spTgt spid="2356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23562"/>
                                        </p:tgtEl>
                                        <p:attrNameLst>
                                          <p:attrName>style.visibility</p:attrName>
                                        </p:attrNameLst>
                                      </p:cBhvr>
                                      <p:to>
                                        <p:strVal val="visible"/>
                                      </p:to>
                                    </p:set>
                                    <p:animEffect transition="in" filter="wipe(up)">
                                      <p:cBhvr>
                                        <p:cTn id="12" dur="500"/>
                                        <p:tgtEl>
                                          <p:spTgt spid="2356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23563"/>
                                        </p:tgtEl>
                                        <p:attrNameLst>
                                          <p:attrName>style.visibility</p:attrName>
                                        </p:attrNameLst>
                                      </p:cBhvr>
                                      <p:to>
                                        <p:strVal val="visible"/>
                                      </p:to>
                                    </p:set>
                                    <p:animEffect transition="in" filter="wipe(down)">
                                      <p:cBhvr>
                                        <p:cTn id="17" dur="500"/>
                                        <p:tgtEl>
                                          <p:spTgt spid="2356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3565"/>
                                        </p:tgtEl>
                                        <p:attrNameLst>
                                          <p:attrName>style.visibility</p:attrName>
                                        </p:attrNameLst>
                                      </p:cBhvr>
                                      <p:to>
                                        <p:strVal val="visible"/>
                                      </p:to>
                                    </p:set>
                                    <p:animEffect transition="in" filter="wipe(down)">
                                      <p:cBhvr>
                                        <p:cTn id="22" dur="500"/>
                                        <p:tgtEl>
                                          <p:spTgt spid="235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p:nvPr/>
        </p:nvSpPr>
        <p:spPr>
          <a:xfrm>
            <a:off x="1524000" y="3057525"/>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sp>
        <p:nvSpPr>
          <p:cNvPr id="11267" name="Rectangle 4"/>
          <p:cNvSpPr/>
          <p:nvPr/>
        </p:nvSpPr>
        <p:spPr>
          <a:xfrm>
            <a:off x="2439988" y="2534603"/>
            <a:ext cx="2381250" cy="521970"/>
          </a:xfrm>
          <a:prstGeom prst="rect">
            <a:avLst/>
          </a:prstGeom>
          <a:noFill/>
          <a:ln w="25400">
            <a:noFill/>
          </a:ln>
        </p:spPr>
        <p:txBody>
          <a:bodyPr anchor="ctr" anchorCtr="0">
            <a:spAutoFit/>
          </a:bodyPr>
          <a:lstStyle/>
          <a:p>
            <a:pPr algn="ctr">
              <a:spcBef>
                <a:spcPct val="20000"/>
              </a:spcBef>
            </a:pPr>
            <a:r>
              <a:rPr lang="en-US" altLang="zh-CN" sz="2800" b="1" dirty="0">
                <a:solidFill>
                  <a:srgbClr val="0000FF"/>
                </a:solidFill>
                <a:latin typeface="黑体" panose="02010609060101010101" pitchFamily="49" charset="-122"/>
                <a:ea typeface="黑体" panose="02010609060101010101" pitchFamily="49" charset="-122"/>
              </a:rPr>
              <a:t>6)</a:t>
            </a:r>
            <a:r>
              <a:rPr lang="zh-CN" altLang="en-US" sz="2800" b="1" dirty="0">
                <a:solidFill>
                  <a:srgbClr val="0000FF"/>
                </a:solidFill>
                <a:latin typeface="黑体" panose="02010609060101010101" pitchFamily="49" charset="-122"/>
                <a:ea typeface="黑体" panose="02010609060101010101" pitchFamily="49" charset="-122"/>
              </a:rPr>
              <a:t>位移性质： </a:t>
            </a:r>
            <a:endParaRPr lang="zh-CN" altLang="en-US" sz="2800" b="1" dirty="0">
              <a:solidFill>
                <a:srgbClr val="0000FF"/>
              </a:solidFill>
              <a:latin typeface="黑体" panose="02010609060101010101" pitchFamily="49" charset="-122"/>
              <a:ea typeface="黑体" panose="02010609060101010101" pitchFamily="49" charset="-122"/>
            </a:endParaRPr>
          </a:p>
        </p:txBody>
      </p:sp>
      <p:graphicFrame>
        <p:nvGraphicFramePr>
          <p:cNvPr id="11268" name="Object 5"/>
          <p:cNvGraphicFramePr>
            <a:graphicFrameLocks noChangeAspect="1"/>
          </p:cNvGraphicFramePr>
          <p:nvPr/>
        </p:nvGraphicFramePr>
        <p:xfrm>
          <a:off x="4872038" y="2490788"/>
          <a:ext cx="3375025" cy="593725"/>
        </p:xfrm>
        <a:graphic>
          <a:graphicData uri="http://schemas.openxmlformats.org/presentationml/2006/ole">
            <mc:AlternateContent xmlns:mc="http://schemas.openxmlformats.org/markup-compatibility/2006">
              <mc:Choice xmlns:v="urn:schemas-microsoft-com:vml" Requires="v">
                <p:oleObj spid="_x0000_s6" name="" r:id="rId1" imgW="3340100" imgH="596900" progId="Equation.DSMT4">
                  <p:embed/>
                </p:oleObj>
              </mc:Choice>
              <mc:Fallback>
                <p:oleObj name="" r:id="rId1" imgW="3340100" imgH="596900" progId="Equation.DSMT4">
                  <p:embed/>
                  <p:pic>
                    <p:nvPicPr>
                      <p:cNvPr id="0" name="图片 3092"/>
                      <p:cNvPicPr/>
                      <p:nvPr/>
                    </p:nvPicPr>
                    <p:blipFill>
                      <a:blip r:embed="rId2"/>
                      <a:stretch>
                        <a:fillRect/>
                      </a:stretch>
                    </p:blipFill>
                    <p:spPr>
                      <a:xfrm>
                        <a:off x="4872038" y="2490788"/>
                        <a:ext cx="3375025" cy="593725"/>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11269" name="Rectangle 6"/>
          <p:cNvSpPr/>
          <p:nvPr/>
        </p:nvSpPr>
        <p:spPr>
          <a:xfrm>
            <a:off x="1524000" y="3035300"/>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sp>
        <p:nvSpPr>
          <p:cNvPr id="11270" name="Rectangle 8"/>
          <p:cNvSpPr/>
          <p:nvPr/>
        </p:nvSpPr>
        <p:spPr>
          <a:xfrm>
            <a:off x="2468563" y="3572034"/>
            <a:ext cx="2327910" cy="521970"/>
          </a:xfrm>
          <a:prstGeom prst="rect">
            <a:avLst/>
          </a:prstGeom>
          <a:noFill/>
          <a:ln w="25400">
            <a:noFill/>
          </a:ln>
        </p:spPr>
        <p:txBody>
          <a:bodyPr wrap="none" anchor="ctr" anchorCtr="0">
            <a:spAutoFit/>
          </a:bodyPr>
          <a:lstStyle/>
          <a:p>
            <a:r>
              <a:rPr lang="en-US" altLang="zh-CN" sz="2800" b="1" dirty="0">
                <a:solidFill>
                  <a:srgbClr val="0000FF"/>
                </a:solidFill>
                <a:latin typeface="黑体" panose="02010609060101010101" pitchFamily="49" charset="-122"/>
                <a:ea typeface="黑体" panose="02010609060101010101" pitchFamily="49" charset="-122"/>
              </a:rPr>
              <a:t>7)</a:t>
            </a:r>
            <a:r>
              <a:rPr lang="zh-CN" altLang="en-US" sz="2800" b="1" dirty="0">
                <a:solidFill>
                  <a:srgbClr val="0000FF"/>
                </a:solidFill>
                <a:latin typeface="黑体" panose="02010609060101010101" pitchFamily="49" charset="-122"/>
                <a:ea typeface="黑体" panose="02010609060101010101" pitchFamily="49" charset="-122"/>
              </a:rPr>
              <a:t>延迟性质</a:t>
            </a:r>
            <a:r>
              <a:rPr lang="zh-CN" altLang="en-US" sz="2800" b="1" dirty="0">
                <a:latin typeface="宋体" panose="02010600030101010101" pitchFamily="2" charset="-122"/>
              </a:rPr>
              <a:t>：</a:t>
            </a:r>
            <a:endParaRPr lang="zh-CN" altLang="en-US" sz="2800" b="1" dirty="0">
              <a:latin typeface="宋体" panose="02010600030101010101" pitchFamily="2" charset="-122"/>
            </a:endParaRPr>
          </a:p>
        </p:txBody>
      </p:sp>
      <p:graphicFrame>
        <p:nvGraphicFramePr>
          <p:cNvPr id="11271" name="Object 9"/>
          <p:cNvGraphicFramePr>
            <a:graphicFrameLocks noChangeAspect="1"/>
          </p:cNvGraphicFramePr>
          <p:nvPr/>
        </p:nvGraphicFramePr>
        <p:xfrm>
          <a:off x="4872038" y="3571875"/>
          <a:ext cx="3675062" cy="557213"/>
        </p:xfrm>
        <a:graphic>
          <a:graphicData uri="http://schemas.openxmlformats.org/presentationml/2006/ole">
            <mc:AlternateContent xmlns:mc="http://schemas.openxmlformats.org/markup-compatibility/2006">
              <mc:Choice xmlns:v="urn:schemas-microsoft-com:vml" Requires="v">
                <p:oleObj spid="_x0000_s2" name="" r:id="rId3" imgW="3580130" imgH="546100" progId="Equation.DSMT4">
                  <p:embed/>
                </p:oleObj>
              </mc:Choice>
              <mc:Fallback>
                <p:oleObj name="" r:id="rId3" imgW="3580130" imgH="546100" progId="Equation.DSMT4">
                  <p:embed/>
                  <p:pic>
                    <p:nvPicPr>
                      <p:cNvPr id="0" name="图片 3089"/>
                      <p:cNvPicPr/>
                      <p:nvPr/>
                    </p:nvPicPr>
                    <p:blipFill>
                      <a:blip r:embed="rId4"/>
                      <a:stretch>
                        <a:fillRect/>
                      </a:stretch>
                    </p:blipFill>
                    <p:spPr>
                      <a:xfrm>
                        <a:off x="4872038" y="3571875"/>
                        <a:ext cx="3675062" cy="557213"/>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11272" name="Text Box 11"/>
          <p:cNvSpPr txBox="1"/>
          <p:nvPr/>
        </p:nvSpPr>
        <p:spPr>
          <a:xfrm>
            <a:off x="2328387" y="669925"/>
            <a:ext cx="4117340" cy="521970"/>
          </a:xfrm>
          <a:prstGeom prst="rect">
            <a:avLst/>
          </a:prstGeom>
          <a:noFill/>
          <a:ln w="25400">
            <a:noFill/>
          </a:ln>
        </p:spPr>
        <p:txBody>
          <a:bodyPr wrap="none">
            <a:spAutoFit/>
          </a:bodyPr>
          <a:lstStyle/>
          <a:p>
            <a:pPr algn="ctr">
              <a:spcBef>
                <a:spcPct val="20000"/>
              </a:spcBef>
            </a:pPr>
            <a:r>
              <a:rPr lang="en-US" altLang="zh-CN" sz="2800" b="1" dirty="0">
                <a:solidFill>
                  <a:srgbClr val="0000FF"/>
                </a:solidFill>
                <a:latin typeface="黑体" panose="02010609060101010101" pitchFamily="49" charset="-122"/>
                <a:ea typeface="黑体" panose="02010609060101010101" pitchFamily="49" charset="-122"/>
              </a:rPr>
              <a:t>5)</a:t>
            </a:r>
            <a:r>
              <a:rPr lang="zh-CN" altLang="en-US" sz="2800" b="1" dirty="0">
                <a:solidFill>
                  <a:srgbClr val="0000FF"/>
                </a:solidFill>
                <a:latin typeface="黑体" panose="02010609060101010101" pitchFamily="49" charset="-122"/>
                <a:ea typeface="黑体" panose="02010609060101010101" pitchFamily="49" charset="-122"/>
              </a:rPr>
              <a:t>对拉普拉斯变换求导：</a:t>
            </a:r>
            <a:endParaRPr lang="zh-CN" altLang="en-US" sz="2800" b="1" dirty="0">
              <a:solidFill>
                <a:srgbClr val="0000FF"/>
              </a:solidFill>
              <a:latin typeface="黑体" panose="02010609060101010101" pitchFamily="49" charset="-122"/>
              <a:ea typeface="黑体" panose="02010609060101010101" pitchFamily="49" charset="-122"/>
            </a:endParaRPr>
          </a:p>
        </p:txBody>
      </p:sp>
      <p:graphicFrame>
        <p:nvGraphicFramePr>
          <p:cNvPr id="11273" name="Object 12"/>
          <p:cNvGraphicFramePr>
            <a:graphicFrameLocks noChangeAspect="1"/>
          </p:cNvGraphicFramePr>
          <p:nvPr/>
        </p:nvGraphicFramePr>
        <p:xfrm>
          <a:off x="4819650" y="1484313"/>
          <a:ext cx="3354388" cy="469900"/>
        </p:xfrm>
        <a:graphic>
          <a:graphicData uri="http://schemas.openxmlformats.org/presentationml/2006/ole">
            <mc:AlternateContent xmlns:mc="http://schemas.openxmlformats.org/markup-compatibility/2006">
              <mc:Choice xmlns:v="urn:schemas-microsoft-com:vml" Requires="v">
                <p:oleObj spid="_x0000_s3" name="" r:id="rId5" imgW="3200400" imgH="469900" progId="Equation.DSMT4">
                  <p:embed/>
                </p:oleObj>
              </mc:Choice>
              <mc:Fallback>
                <p:oleObj name="" r:id="rId5" imgW="3200400" imgH="469900" progId="Equation.DSMT4">
                  <p:embed/>
                  <p:pic>
                    <p:nvPicPr>
                      <p:cNvPr id="0" name="图片 3088"/>
                      <p:cNvPicPr/>
                      <p:nvPr/>
                    </p:nvPicPr>
                    <p:blipFill>
                      <a:blip r:embed="rId6"/>
                      <a:stretch>
                        <a:fillRect/>
                      </a:stretch>
                    </p:blipFill>
                    <p:spPr>
                      <a:xfrm>
                        <a:off x="4819650" y="1484313"/>
                        <a:ext cx="3354388" cy="469900"/>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sp>
        <p:nvSpPr>
          <p:cNvPr id="11274" name="Rectangle 13"/>
          <p:cNvSpPr/>
          <p:nvPr/>
        </p:nvSpPr>
        <p:spPr>
          <a:xfrm>
            <a:off x="1524000" y="3025775"/>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sp>
        <p:nvSpPr>
          <p:cNvPr id="11275" name="Rectangle 17"/>
          <p:cNvSpPr/>
          <p:nvPr/>
        </p:nvSpPr>
        <p:spPr>
          <a:xfrm>
            <a:off x="1524000" y="2873375"/>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sp>
        <p:nvSpPr>
          <p:cNvPr id="11276" name="Rectangle 15"/>
          <p:cNvSpPr/>
          <p:nvPr/>
        </p:nvSpPr>
        <p:spPr>
          <a:xfrm>
            <a:off x="2566988" y="4651534"/>
            <a:ext cx="2152015" cy="521970"/>
          </a:xfrm>
          <a:prstGeom prst="rect">
            <a:avLst/>
          </a:prstGeom>
          <a:noFill/>
          <a:ln w="25400">
            <a:noFill/>
          </a:ln>
        </p:spPr>
        <p:txBody>
          <a:bodyPr wrap="none" anchor="ctr" anchorCtr="0">
            <a:spAutoFit/>
          </a:bodyPr>
          <a:lstStyle/>
          <a:p>
            <a:r>
              <a:rPr lang="en-US" altLang="zh-CN" sz="2800" b="1" dirty="0">
                <a:solidFill>
                  <a:srgbClr val="0000FF"/>
                </a:solidFill>
                <a:latin typeface="黑体" panose="02010609060101010101" pitchFamily="49" charset="-122"/>
                <a:ea typeface="黑体" panose="02010609060101010101" pitchFamily="49" charset="-122"/>
              </a:rPr>
              <a:t>8)</a:t>
            </a:r>
            <a:r>
              <a:rPr lang="zh-CN" altLang="en-US" sz="2800" b="1" dirty="0">
                <a:solidFill>
                  <a:srgbClr val="0000FF"/>
                </a:solidFill>
                <a:latin typeface="黑体" panose="02010609060101010101" pitchFamily="49" charset="-122"/>
                <a:ea typeface="黑体" panose="02010609060101010101" pitchFamily="49" charset="-122"/>
              </a:rPr>
              <a:t>卷积性质 </a:t>
            </a:r>
            <a:endParaRPr lang="zh-CN" altLang="en-US" sz="2800" b="1" dirty="0">
              <a:solidFill>
                <a:srgbClr val="0000FF"/>
              </a:solidFill>
              <a:latin typeface="黑体" panose="02010609060101010101" pitchFamily="49" charset="-122"/>
              <a:ea typeface="黑体" panose="02010609060101010101" pitchFamily="49" charset="-122"/>
            </a:endParaRPr>
          </a:p>
        </p:txBody>
      </p:sp>
      <p:graphicFrame>
        <p:nvGraphicFramePr>
          <p:cNvPr id="11277" name="Object 16"/>
          <p:cNvGraphicFramePr>
            <a:graphicFrameLocks noChangeAspect="1"/>
          </p:cNvGraphicFramePr>
          <p:nvPr/>
        </p:nvGraphicFramePr>
        <p:xfrm>
          <a:off x="4872038" y="4684713"/>
          <a:ext cx="3355975" cy="487362"/>
        </p:xfrm>
        <a:graphic>
          <a:graphicData uri="http://schemas.openxmlformats.org/presentationml/2006/ole">
            <mc:AlternateContent xmlns:mc="http://schemas.openxmlformats.org/markup-compatibility/2006">
              <mc:Choice xmlns:v="urn:schemas-microsoft-com:vml" Requires="v">
                <p:oleObj spid="_x0000_s4" name="" r:id="rId7" imgW="3378200" imgH="495300" progId="Equation.DSMT4">
                  <p:embed/>
                </p:oleObj>
              </mc:Choice>
              <mc:Fallback>
                <p:oleObj name="" r:id="rId7" imgW="3378200" imgH="495300" progId="Equation.DSMT4">
                  <p:embed/>
                  <p:pic>
                    <p:nvPicPr>
                      <p:cNvPr id="0" name="图片 3087"/>
                      <p:cNvPicPr/>
                      <p:nvPr/>
                    </p:nvPicPr>
                    <p:blipFill>
                      <a:blip r:embed="rId8"/>
                      <a:stretch>
                        <a:fillRect/>
                      </a:stretch>
                    </p:blipFill>
                    <p:spPr>
                      <a:xfrm>
                        <a:off x="4872038" y="4684713"/>
                        <a:ext cx="3355975" cy="487362"/>
                      </a:xfrm>
                      <a:prstGeom prst="rect">
                        <a:avLst/>
                      </a:prstGeom>
                      <a:solidFill>
                        <a:srgbClr val="00FFFF"/>
                      </a:solidFill>
                      <a:ln w="38100">
                        <a:noFill/>
                        <a:miter/>
                      </a:ln>
                      <a:effectLst>
                        <a:outerShdw dist="107763" dir="2699999" algn="ctr" rotWithShape="0">
                          <a:srgbClr val="808080">
                            <a:alpha val="50000"/>
                          </a:srgbClr>
                        </a:outerShdw>
                      </a:effectLst>
                    </p:spPr>
                  </p:pic>
                </p:oleObj>
              </mc:Fallback>
            </mc:AlternateContent>
          </a:graphicData>
        </a:graphic>
      </p:graphicFrame>
      <p:graphicFrame>
        <p:nvGraphicFramePr>
          <p:cNvPr id="11278" name="Object 18"/>
          <p:cNvGraphicFramePr/>
          <p:nvPr/>
        </p:nvGraphicFramePr>
        <p:xfrm>
          <a:off x="4872038" y="5476875"/>
          <a:ext cx="4672012" cy="742950"/>
        </p:xfrm>
        <a:graphic>
          <a:graphicData uri="http://schemas.openxmlformats.org/presentationml/2006/ole">
            <mc:AlternateContent xmlns:mc="http://schemas.openxmlformats.org/markup-compatibility/2006">
              <mc:Choice xmlns:v="urn:schemas-microsoft-com:vml" Requires="v">
                <p:oleObj spid="_x0000_s5" name="" r:id="rId9" imgW="2107565" imgH="330200" progId="Equation.DSMT4">
                  <p:embed/>
                </p:oleObj>
              </mc:Choice>
              <mc:Fallback>
                <p:oleObj name="" r:id="rId9" imgW="2107565" imgH="330200" progId="Equation.DSMT4">
                  <p:embed/>
                  <p:pic>
                    <p:nvPicPr>
                      <p:cNvPr id="0" name="图片 3083"/>
                      <p:cNvPicPr/>
                      <p:nvPr/>
                    </p:nvPicPr>
                    <p:blipFill>
                      <a:blip r:embed="rId10"/>
                      <a:stretch>
                        <a:fillRect/>
                      </a:stretch>
                    </p:blipFill>
                    <p:spPr>
                      <a:xfrm>
                        <a:off x="4872038" y="5476875"/>
                        <a:ext cx="4672012" cy="742950"/>
                      </a:xfrm>
                      <a:prstGeom prst="rect">
                        <a:avLst/>
                      </a:prstGeom>
                      <a:solidFill>
                        <a:srgbClr val="00FFFF"/>
                      </a:solidFill>
                      <a:ln w="38100">
                        <a:noFill/>
                        <a:miter/>
                      </a:ln>
                    </p:spPr>
                  </p:pic>
                </p:oleObj>
              </mc:Fallback>
            </mc:AlternateContent>
          </a:graphicData>
        </a:graphic>
      </p:graphicFrame>
      <p:sp>
        <p:nvSpPr>
          <p:cNvPr id="11279" name="Rectangle 15"/>
          <p:cNvSpPr/>
          <p:nvPr/>
        </p:nvSpPr>
        <p:spPr>
          <a:xfrm>
            <a:off x="2747963" y="5587366"/>
            <a:ext cx="1871662" cy="521970"/>
          </a:xfrm>
          <a:prstGeom prst="rect">
            <a:avLst/>
          </a:prstGeom>
          <a:noFill/>
          <a:ln w="25400">
            <a:noFill/>
          </a:ln>
        </p:spPr>
        <p:txBody>
          <a:bodyPr anchor="ctr" anchorCtr="0">
            <a:spAutoFit/>
          </a:bodyPr>
          <a:lstStyle/>
          <a:p>
            <a:r>
              <a:rPr lang="zh-CN" altLang="en-US" sz="2800" b="1" dirty="0">
                <a:solidFill>
                  <a:srgbClr val="0000FF"/>
                </a:solidFill>
                <a:latin typeface="黑体" panose="02010609060101010101" pitchFamily="49" charset="-122"/>
                <a:ea typeface="黑体" panose="02010609060101010101" pitchFamily="49" charset="-122"/>
              </a:rPr>
              <a:t>    其中： </a:t>
            </a:r>
            <a:endParaRPr lang="zh-CN" altLang="en-US" sz="28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290" name="Group 3"/>
          <p:cNvGrpSpPr/>
          <p:nvPr/>
        </p:nvGrpSpPr>
        <p:grpSpPr>
          <a:xfrm>
            <a:off x="2279650" y="765175"/>
            <a:ext cx="3556000" cy="649288"/>
            <a:chOff x="612" y="482"/>
            <a:chExt cx="2240" cy="409"/>
          </a:xfrm>
        </p:grpSpPr>
        <p:graphicFrame>
          <p:nvGraphicFramePr>
            <p:cNvPr id="12300" name="Object 4"/>
            <p:cNvGraphicFramePr/>
            <p:nvPr/>
          </p:nvGraphicFramePr>
          <p:xfrm>
            <a:off x="1412" y="482"/>
            <a:ext cx="1440" cy="409"/>
          </p:xfrm>
          <a:graphic>
            <a:graphicData uri="http://schemas.openxmlformats.org/presentationml/2006/ole">
              <mc:AlternateContent xmlns:mc="http://schemas.openxmlformats.org/markup-compatibility/2006">
                <mc:Choice xmlns:v="urn:schemas-microsoft-com:vml" Requires="v">
                  <p:oleObj spid="_x0000_s6" name="" r:id="rId1" imgW="1079500" imgH="279400" progId="Equation.DSMT4">
                    <p:embed/>
                  </p:oleObj>
                </mc:Choice>
                <mc:Fallback>
                  <p:oleObj name="" r:id="rId1" imgW="1079500" imgH="279400" progId="Equation.DSMT4">
                    <p:embed/>
                    <p:pic>
                      <p:nvPicPr>
                        <p:cNvPr id="0" name="图片 3090"/>
                        <p:cNvPicPr/>
                        <p:nvPr/>
                      </p:nvPicPr>
                      <p:blipFill>
                        <a:blip r:embed="rId2"/>
                        <a:stretch>
                          <a:fillRect/>
                        </a:stretch>
                      </p:blipFill>
                      <p:spPr>
                        <a:xfrm>
                          <a:off x="1412" y="482"/>
                          <a:ext cx="1440" cy="409"/>
                        </a:xfrm>
                        <a:prstGeom prst="rect">
                          <a:avLst/>
                        </a:prstGeom>
                        <a:noFill/>
                        <a:ln w="38100">
                          <a:noFill/>
                          <a:miter/>
                        </a:ln>
                      </p:spPr>
                    </p:pic>
                  </p:oleObj>
                </mc:Fallback>
              </mc:AlternateContent>
            </a:graphicData>
          </a:graphic>
        </p:graphicFrame>
        <p:sp>
          <p:nvSpPr>
            <p:cNvPr id="12301" name="Rectangle 5"/>
            <p:cNvSpPr/>
            <p:nvPr/>
          </p:nvSpPr>
          <p:spPr>
            <a:xfrm>
              <a:off x="612" y="482"/>
              <a:ext cx="791" cy="329"/>
            </a:xfrm>
            <a:prstGeom prst="rect">
              <a:avLst/>
            </a:prstGeom>
            <a:noFill/>
            <a:ln w="25400">
              <a:noFill/>
            </a:ln>
          </p:spPr>
          <p:txBody>
            <a:bodyPr>
              <a:spAutoFit/>
            </a:bodyPr>
            <a:lstStyle/>
            <a:p>
              <a:pPr>
                <a:spcBef>
                  <a:spcPct val="20000"/>
                </a:spcBef>
              </a:pPr>
              <a:r>
                <a:rPr lang="zh-CN" altLang="en-US" sz="2800" b="1" dirty="0">
                  <a:solidFill>
                    <a:srgbClr val="0000FF"/>
                  </a:solidFill>
                  <a:latin typeface="Times New Roman" panose="02020603050405020304" charset="0"/>
                  <a:ea typeface="黑体" panose="02010609060101010101" pitchFamily="49" charset="-122"/>
                </a:rPr>
                <a:t>练习：</a:t>
              </a:r>
              <a:endParaRPr lang="zh-CN" altLang="en-US" sz="2800" b="1" dirty="0">
                <a:solidFill>
                  <a:srgbClr val="0000FF"/>
                </a:solidFill>
                <a:latin typeface="Times New Roman" panose="02020603050405020304" charset="0"/>
                <a:ea typeface="黑体" panose="02010609060101010101" pitchFamily="49" charset="-122"/>
              </a:endParaRPr>
            </a:p>
          </p:txBody>
        </p:sp>
      </p:grpSp>
      <p:sp>
        <p:nvSpPr>
          <p:cNvPr id="25606" name="Rectangle 6"/>
          <p:cNvSpPr/>
          <p:nvPr/>
        </p:nvSpPr>
        <p:spPr>
          <a:xfrm>
            <a:off x="2063750" y="1773238"/>
            <a:ext cx="7704138" cy="953135"/>
          </a:xfrm>
          <a:prstGeom prst="rect">
            <a:avLst/>
          </a:prstGeom>
          <a:noFill/>
          <a:ln w="25400">
            <a:noFill/>
          </a:ln>
        </p:spPr>
        <p:txBody>
          <a:bodyPr>
            <a:spAutoFit/>
          </a:bodyPr>
          <a:lstStyle/>
          <a:p>
            <a:pPr>
              <a:spcBef>
                <a:spcPct val="20000"/>
              </a:spcBef>
            </a:pPr>
            <a:r>
              <a:rPr lang="zh-CN" altLang="en-US" sz="2800" b="1" dirty="0">
                <a:solidFill>
                  <a:srgbClr val="0000FF"/>
                </a:solidFill>
                <a:latin typeface="Times New Roman" panose="02020603050405020304" charset="0"/>
                <a:ea typeface="黑体" panose="02010609060101010101" pitchFamily="49" charset="-122"/>
              </a:rPr>
              <a:t>应用：拉普拉斯变换既适用于常微分方程 </a:t>
            </a:r>
            <a:r>
              <a:rPr lang="en-US" altLang="zh-CN" sz="2800" b="1" dirty="0">
                <a:solidFill>
                  <a:srgbClr val="0000FF"/>
                </a:solidFill>
                <a:latin typeface="Times New Roman" panose="02020603050405020304" charset="0"/>
                <a:ea typeface="黑体" panose="02010609060101010101" pitchFamily="49" charset="-122"/>
              </a:rPr>
              <a:t>,</a:t>
            </a:r>
            <a:r>
              <a:rPr lang="zh-CN" altLang="en-US" sz="2800" b="1" dirty="0">
                <a:solidFill>
                  <a:srgbClr val="0000FF"/>
                </a:solidFill>
                <a:latin typeface="Times New Roman" panose="02020603050405020304" charset="0"/>
                <a:ea typeface="黑体" panose="02010609060101010101" pitchFamily="49" charset="-122"/>
              </a:rPr>
              <a:t>也适用于偏微分方程。</a:t>
            </a:r>
            <a:endParaRPr lang="zh-CN" altLang="en-US" sz="2800" b="1" dirty="0">
              <a:solidFill>
                <a:srgbClr val="0000FF"/>
              </a:solidFill>
              <a:latin typeface="Times New Roman" panose="02020603050405020304" charset="0"/>
              <a:ea typeface="黑体" panose="02010609060101010101" pitchFamily="49" charset="-122"/>
            </a:endParaRPr>
          </a:p>
        </p:txBody>
      </p:sp>
      <p:sp>
        <p:nvSpPr>
          <p:cNvPr id="12292" name="Rectangle 7"/>
          <p:cNvSpPr/>
          <p:nvPr/>
        </p:nvSpPr>
        <p:spPr>
          <a:xfrm>
            <a:off x="1524000" y="2730500"/>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grpSp>
        <p:nvGrpSpPr>
          <p:cNvPr id="25608" name="Group 8"/>
          <p:cNvGrpSpPr/>
          <p:nvPr/>
        </p:nvGrpSpPr>
        <p:grpSpPr>
          <a:xfrm>
            <a:off x="2351088" y="3067051"/>
            <a:ext cx="4876800" cy="2043113"/>
            <a:chOff x="521" y="1932"/>
            <a:chExt cx="3072" cy="1287"/>
          </a:xfrm>
        </p:grpSpPr>
        <p:sp>
          <p:nvSpPr>
            <p:cNvPr id="12298" name="Rectangle 9"/>
            <p:cNvSpPr/>
            <p:nvPr/>
          </p:nvSpPr>
          <p:spPr>
            <a:xfrm>
              <a:off x="521" y="1932"/>
              <a:ext cx="3044" cy="329"/>
            </a:xfrm>
            <a:prstGeom prst="rect">
              <a:avLst/>
            </a:prstGeom>
            <a:noFill/>
            <a:ln w="25400">
              <a:noFill/>
            </a:ln>
          </p:spPr>
          <p:txBody>
            <a:bodyPr wrap="none" anchor="ctr" anchorCtr="0">
              <a:spAutoFit/>
            </a:bodyPr>
            <a:lstStyle/>
            <a:p>
              <a:r>
                <a:rPr lang="zh-CN" altLang="en-US" sz="2800" b="1" dirty="0">
                  <a:solidFill>
                    <a:srgbClr val="0000FF"/>
                  </a:solidFill>
                  <a:latin typeface="黑体" panose="02010609060101010101" pitchFamily="49" charset="-122"/>
                  <a:ea typeface="黑体" panose="02010609060101010101" pitchFamily="49" charset="-122"/>
                </a:rPr>
                <a:t>例 解常微分方程的初值问题</a:t>
              </a:r>
              <a:r>
                <a:rPr lang="en-US" altLang="zh-CN" sz="2800" b="1" dirty="0">
                  <a:solidFill>
                    <a:srgbClr val="0000FF"/>
                  </a:solidFill>
                  <a:latin typeface="黑体" panose="02010609060101010101" pitchFamily="49" charset="-122"/>
                  <a:ea typeface="黑体" panose="02010609060101010101" pitchFamily="49" charset="-122"/>
                </a:rPr>
                <a:t>:</a:t>
              </a:r>
              <a:endParaRPr lang="en-US" altLang="zh-CN" sz="2800" b="1" dirty="0">
                <a:solidFill>
                  <a:srgbClr val="0000FF"/>
                </a:solidFill>
                <a:latin typeface="黑体" panose="02010609060101010101" pitchFamily="49" charset="-122"/>
                <a:ea typeface="黑体" panose="02010609060101010101" pitchFamily="49" charset="-122"/>
              </a:endParaRPr>
            </a:p>
          </p:txBody>
        </p:sp>
        <p:graphicFrame>
          <p:nvGraphicFramePr>
            <p:cNvPr id="12299" name="Object 10"/>
            <p:cNvGraphicFramePr/>
            <p:nvPr/>
          </p:nvGraphicFramePr>
          <p:xfrm>
            <a:off x="1365" y="2432"/>
            <a:ext cx="2228" cy="787"/>
          </p:xfrm>
          <a:graphic>
            <a:graphicData uri="http://schemas.openxmlformats.org/presentationml/2006/ole">
              <mc:AlternateContent xmlns:mc="http://schemas.openxmlformats.org/markup-compatibility/2006">
                <mc:Choice xmlns:v="urn:schemas-microsoft-com:vml" Requires="v">
                  <p:oleObj spid="_x0000_s2" name="" r:id="rId3" imgW="1600200" imgH="533400" progId="Equation.DSMT4">
                    <p:embed/>
                  </p:oleObj>
                </mc:Choice>
                <mc:Fallback>
                  <p:oleObj name="" r:id="rId3" imgW="1600200" imgH="533400" progId="Equation.DSMT4">
                    <p:embed/>
                    <p:pic>
                      <p:nvPicPr>
                        <p:cNvPr id="0" name="图片 3091"/>
                        <p:cNvPicPr/>
                        <p:nvPr/>
                      </p:nvPicPr>
                      <p:blipFill>
                        <a:blip r:embed="rId4"/>
                        <a:stretch>
                          <a:fillRect/>
                        </a:stretch>
                      </p:blipFill>
                      <p:spPr>
                        <a:xfrm>
                          <a:off x="1365" y="2432"/>
                          <a:ext cx="2228" cy="787"/>
                        </a:xfrm>
                        <a:prstGeom prst="rect">
                          <a:avLst/>
                        </a:prstGeom>
                        <a:noFill/>
                        <a:ln w="38100">
                          <a:noFill/>
                          <a:miter/>
                        </a:ln>
                      </p:spPr>
                    </p:pic>
                  </p:oleObj>
                </mc:Fallback>
              </mc:AlternateContent>
            </a:graphicData>
          </a:graphic>
        </p:graphicFrame>
      </p:grpSp>
      <p:sp>
        <p:nvSpPr>
          <p:cNvPr id="25611" name="Rectangle 11"/>
          <p:cNvSpPr/>
          <p:nvPr/>
        </p:nvSpPr>
        <p:spPr>
          <a:xfrm>
            <a:off x="2424113" y="5227797"/>
            <a:ext cx="5379720" cy="521970"/>
          </a:xfrm>
          <a:prstGeom prst="rect">
            <a:avLst/>
          </a:prstGeom>
          <a:noFill/>
          <a:ln w="25400">
            <a:noFill/>
          </a:ln>
        </p:spPr>
        <p:txBody>
          <a:bodyPr wrap="none" anchor="ctr" anchorCtr="0">
            <a:spAutoFit/>
          </a:bodyPr>
          <a:lstStyle/>
          <a:p>
            <a:r>
              <a:rPr lang="zh-CN" altLang="en-US" sz="2800" b="1" dirty="0">
                <a:solidFill>
                  <a:srgbClr val="FF0000"/>
                </a:solidFill>
                <a:latin typeface="黑体" panose="02010609060101010101" pitchFamily="49" charset="-122"/>
                <a:ea typeface="黑体" panose="02010609060101010101" pitchFamily="49" charset="-122"/>
              </a:rPr>
              <a:t>解：</a:t>
            </a:r>
            <a:r>
              <a:rPr lang="zh-CN" altLang="en-US" sz="2800" b="1" dirty="0">
                <a:solidFill>
                  <a:srgbClr val="0000FF"/>
                </a:solidFill>
                <a:latin typeface="黑体" panose="02010609060101010101" pitchFamily="49" charset="-122"/>
                <a:ea typeface="黑体" panose="02010609060101010101" pitchFamily="49" charset="-122"/>
              </a:rPr>
              <a:t>对</a:t>
            </a:r>
            <a:r>
              <a:rPr lang="en-US" altLang="zh-CN" sz="2800" b="1" i="1" dirty="0">
                <a:solidFill>
                  <a:srgbClr val="0000FF"/>
                </a:solidFill>
                <a:latin typeface="Times New Roman" panose="02020603050405020304" charset="0"/>
                <a:ea typeface="黑体" panose="02010609060101010101" pitchFamily="49" charset="-122"/>
              </a:rPr>
              <a:t>t </a:t>
            </a:r>
            <a:r>
              <a:rPr lang="zh-CN" altLang="en-US" sz="2800" b="1" dirty="0">
                <a:solidFill>
                  <a:srgbClr val="0000FF"/>
                </a:solidFill>
                <a:latin typeface="黑体" panose="02010609060101010101" pitchFamily="49" charset="-122"/>
                <a:ea typeface="黑体" panose="02010609060101010101" pitchFamily="49" charset="-122"/>
              </a:rPr>
              <a:t>进行拉普拉斯变换</a:t>
            </a:r>
            <a:r>
              <a:rPr lang="en-US" altLang="zh-CN" sz="2800" b="1" dirty="0">
                <a:solidFill>
                  <a:srgbClr val="0000FF"/>
                </a:solidFill>
                <a:latin typeface="黑体" panose="02010609060101010101" pitchFamily="49" charset="-122"/>
                <a:ea typeface="黑体" panose="02010609060101010101" pitchFamily="49" charset="-122"/>
              </a:rPr>
              <a:t>, </a:t>
            </a:r>
            <a:r>
              <a:rPr lang="zh-CN" altLang="en-US" sz="2800" b="1" dirty="0">
                <a:solidFill>
                  <a:srgbClr val="0000FF"/>
                </a:solidFill>
                <a:latin typeface="黑体" panose="02010609060101010101" pitchFamily="49" charset="-122"/>
                <a:ea typeface="黑体" panose="02010609060101010101" pitchFamily="49" charset="-122"/>
              </a:rPr>
              <a:t>设</a:t>
            </a:r>
            <a:r>
              <a:rPr lang="zh-CN" altLang="en-US" sz="2800" b="1" dirty="0">
                <a:latin typeface="黑体" panose="02010609060101010101" pitchFamily="49" charset="-122"/>
                <a:ea typeface="黑体" panose="02010609060101010101" pitchFamily="49" charset="-122"/>
              </a:rPr>
              <a:t>  </a:t>
            </a:r>
            <a:endParaRPr lang="zh-CN" altLang="en-US" sz="2800" b="1" dirty="0">
              <a:latin typeface="黑体" panose="02010609060101010101" pitchFamily="49" charset="-122"/>
              <a:ea typeface="黑体" panose="02010609060101010101" pitchFamily="49" charset="-122"/>
            </a:endParaRPr>
          </a:p>
        </p:txBody>
      </p:sp>
      <p:grpSp>
        <p:nvGrpSpPr>
          <p:cNvPr id="25612" name="Group 12"/>
          <p:cNvGrpSpPr/>
          <p:nvPr/>
        </p:nvGrpSpPr>
        <p:grpSpPr>
          <a:xfrm>
            <a:off x="6672263" y="479425"/>
            <a:ext cx="3136900" cy="1062038"/>
            <a:chOff x="3243" y="302"/>
            <a:chExt cx="1976" cy="669"/>
          </a:xfrm>
        </p:grpSpPr>
        <p:sp>
          <p:nvSpPr>
            <p:cNvPr id="12296" name="Text Box 13"/>
            <p:cNvSpPr txBox="1"/>
            <p:nvPr/>
          </p:nvSpPr>
          <p:spPr>
            <a:xfrm>
              <a:off x="3243" y="482"/>
              <a:ext cx="953" cy="329"/>
            </a:xfrm>
            <a:prstGeom prst="rect">
              <a:avLst/>
            </a:prstGeom>
            <a:noFill/>
            <a:ln w="25400">
              <a:noFill/>
            </a:ln>
          </p:spPr>
          <p:txBody>
            <a:bodyPr>
              <a:spAutoFit/>
            </a:bodyPr>
            <a:lstStyle/>
            <a:p>
              <a:pPr>
                <a:spcBef>
                  <a:spcPct val="20000"/>
                </a:spcBef>
              </a:pPr>
              <a:r>
                <a:rPr lang="zh-CN" altLang="en-US" sz="2800" b="1" dirty="0">
                  <a:solidFill>
                    <a:srgbClr val="0000FF"/>
                  </a:solidFill>
                  <a:latin typeface="Times New Roman" panose="02020603050405020304" charset="0"/>
                  <a:ea typeface="黑体" panose="02010609060101010101" pitchFamily="49" charset="-122"/>
                </a:rPr>
                <a:t>答案：</a:t>
              </a:r>
              <a:endParaRPr lang="zh-CN" altLang="en-US" sz="2800" b="1" dirty="0">
                <a:solidFill>
                  <a:srgbClr val="0000FF"/>
                </a:solidFill>
                <a:latin typeface="Times New Roman" panose="02020603050405020304" charset="0"/>
                <a:ea typeface="黑体" panose="02010609060101010101" pitchFamily="49" charset="-122"/>
              </a:endParaRPr>
            </a:p>
          </p:txBody>
        </p:sp>
        <p:graphicFrame>
          <p:nvGraphicFramePr>
            <p:cNvPr id="12297" name="Object 14"/>
            <p:cNvGraphicFramePr>
              <a:graphicFrameLocks noChangeAspect="1"/>
            </p:cNvGraphicFramePr>
            <p:nvPr/>
          </p:nvGraphicFramePr>
          <p:xfrm>
            <a:off x="3987" y="302"/>
            <a:ext cx="1232" cy="669"/>
          </p:xfrm>
          <a:graphic>
            <a:graphicData uri="http://schemas.openxmlformats.org/presentationml/2006/ole">
              <mc:AlternateContent xmlns:mc="http://schemas.openxmlformats.org/markup-compatibility/2006">
                <mc:Choice xmlns:v="urn:schemas-microsoft-com:vml" Requires="v">
                  <p:oleObj spid="_x0000_s3" name="" r:id="rId5" imgW="888365" imgH="482600" progId="Equation.DSMT4">
                    <p:embed/>
                  </p:oleObj>
                </mc:Choice>
                <mc:Fallback>
                  <p:oleObj name="" r:id="rId5" imgW="888365" imgH="482600" progId="Equation.DSMT4">
                    <p:embed/>
                    <p:pic>
                      <p:nvPicPr>
                        <p:cNvPr id="0" name="图片 3075"/>
                        <p:cNvPicPr/>
                        <p:nvPr/>
                      </p:nvPicPr>
                      <p:blipFill>
                        <a:blip r:embed="rId6"/>
                        <a:stretch>
                          <a:fillRect/>
                        </a:stretch>
                      </p:blipFill>
                      <p:spPr>
                        <a:xfrm>
                          <a:off x="3987" y="302"/>
                          <a:ext cx="1232" cy="669"/>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5612"/>
                                        </p:tgtEl>
                                        <p:attrNameLst>
                                          <p:attrName>style.visibility</p:attrName>
                                        </p:attrNameLst>
                                      </p:cBhvr>
                                      <p:to>
                                        <p:strVal val="visible"/>
                                      </p:to>
                                    </p:set>
                                    <p:animEffect transition="in" filter="wipe(down)">
                                      <p:cBhvr>
                                        <p:cTn id="7" dur="500"/>
                                        <p:tgtEl>
                                          <p:spTgt spid="2561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5606"/>
                                        </p:tgtEl>
                                        <p:attrNameLst>
                                          <p:attrName>style.visibility</p:attrName>
                                        </p:attrNameLst>
                                      </p:cBhvr>
                                      <p:to>
                                        <p:strVal val="visible"/>
                                      </p:to>
                                    </p:set>
                                    <p:animEffect transition="in" filter="wipe(down)">
                                      <p:cBhvr>
                                        <p:cTn id="12" dur="500"/>
                                        <p:tgtEl>
                                          <p:spTgt spid="256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5608"/>
                                        </p:tgtEl>
                                        <p:attrNameLst>
                                          <p:attrName>style.visibility</p:attrName>
                                        </p:attrNameLst>
                                      </p:cBhvr>
                                      <p:to>
                                        <p:strVal val="visible"/>
                                      </p:to>
                                    </p:set>
                                    <p:animEffect transition="in" filter="wipe(down)">
                                      <p:cBhvr>
                                        <p:cTn id="17" dur="500"/>
                                        <p:tgtEl>
                                          <p:spTgt spid="2560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5611"/>
                                        </p:tgtEl>
                                        <p:attrNameLst>
                                          <p:attrName>style.visibility</p:attrName>
                                        </p:attrNameLst>
                                      </p:cBhvr>
                                      <p:to>
                                        <p:strVal val="visible"/>
                                      </p:to>
                                    </p:set>
                                    <p:animEffect transition="in" filter="wipe(down)">
                                      <p:cBhvr>
                                        <p:cTn id="22" dur="500"/>
                                        <p:tgtEl>
                                          <p:spTgt spid="25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6" grpId="0"/>
      <p:bldP spid="25611"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p:nvPr/>
        </p:nvSpPr>
        <p:spPr>
          <a:xfrm>
            <a:off x="1524000" y="2987675"/>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sp>
        <p:nvSpPr>
          <p:cNvPr id="13315" name="Rectangle 3"/>
          <p:cNvSpPr/>
          <p:nvPr/>
        </p:nvSpPr>
        <p:spPr>
          <a:xfrm>
            <a:off x="1524000" y="3006725"/>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sp>
        <p:nvSpPr>
          <p:cNvPr id="26628" name="Rectangle 4"/>
          <p:cNvSpPr/>
          <p:nvPr/>
        </p:nvSpPr>
        <p:spPr>
          <a:xfrm>
            <a:off x="2495550" y="2563972"/>
            <a:ext cx="2505710" cy="521970"/>
          </a:xfrm>
          <a:prstGeom prst="rect">
            <a:avLst/>
          </a:prstGeom>
          <a:noFill/>
          <a:ln w="25400">
            <a:noFill/>
          </a:ln>
        </p:spPr>
        <p:txBody>
          <a:bodyPr wrap="none" anchor="ctr" anchorCtr="0">
            <a:spAutoFit/>
          </a:bodyPr>
          <a:lstStyle/>
          <a:p>
            <a:r>
              <a:rPr lang="zh-CN" altLang="en-US" sz="2800" b="1" dirty="0">
                <a:solidFill>
                  <a:srgbClr val="0000FF"/>
                </a:solidFill>
                <a:latin typeface="Times New Roman" panose="02020603050405020304" charset="0"/>
                <a:ea typeface="黑体" panose="02010609060101010101" pitchFamily="49" charset="-122"/>
              </a:rPr>
              <a:t>则原方程变为</a:t>
            </a:r>
            <a:r>
              <a:rPr lang="zh-CN" altLang="en-US" sz="2800" b="1" dirty="0">
                <a:latin typeface="Times New Roman" panose="02020603050405020304" charset="0"/>
              </a:rPr>
              <a:t>  </a:t>
            </a:r>
            <a:endParaRPr lang="zh-CN" altLang="en-US" sz="2800" b="1" dirty="0">
              <a:latin typeface="Times New Roman" panose="02020603050405020304" charset="0"/>
            </a:endParaRPr>
          </a:p>
        </p:txBody>
      </p:sp>
      <p:graphicFrame>
        <p:nvGraphicFramePr>
          <p:cNvPr id="26629" name="Object 5"/>
          <p:cNvGraphicFramePr/>
          <p:nvPr/>
        </p:nvGraphicFramePr>
        <p:xfrm>
          <a:off x="5013325" y="2459038"/>
          <a:ext cx="4748213" cy="649287"/>
        </p:xfrm>
        <a:graphic>
          <a:graphicData uri="http://schemas.openxmlformats.org/presentationml/2006/ole">
            <mc:AlternateContent xmlns:mc="http://schemas.openxmlformats.org/markup-compatibility/2006">
              <mc:Choice xmlns:v="urn:schemas-microsoft-com:vml" Requires="v">
                <p:oleObj spid="_x0000_s6" name="" r:id="rId1" imgW="2411730" imgH="292100" progId="Equation.DSMT4">
                  <p:embed/>
                </p:oleObj>
              </mc:Choice>
              <mc:Fallback>
                <p:oleObj name="" r:id="rId1" imgW="2411730" imgH="292100" progId="Equation.DSMT4">
                  <p:embed/>
                  <p:pic>
                    <p:nvPicPr>
                      <p:cNvPr id="0" name="图片 3078"/>
                      <p:cNvPicPr/>
                      <p:nvPr/>
                    </p:nvPicPr>
                    <p:blipFill>
                      <a:blip r:embed="rId2"/>
                      <a:stretch>
                        <a:fillRect/>
                      </a:stretch>
                    </p:blipFill>
                    <p:spPr>
                      <a:xfrm>
                        <a:off x="5013325" y="2459038"/>
                        <a:ext cx="4748213" cy="649287"/>
                      </a:xfrm>
                      <a:prstGeom prst="rect">
                        <a:avLst/>
                      </a:prstGeom>
                      <a:solidFill>
                        <a:srgbClr val="00FFFF"/>
                      </a:solidFill>
                      <a:ln w="38100">
                        <a:noFill/>
                        <a:miter/>
                      </a:ln>
                    </p:spPr>
                  </p:pic>
                </p:oleObj>
              </mc:Fallback>
            </mc:AlternateContent>
          </a:graphicData>
        </a:graphic>
      </p:graphicFrame>
      <p:grpSp>
        <p:nvGrpSpPr>
          <p:cNvPr id="13318" name="Group 6"/>
          <p:cNvGrpSpPr/>
          <p:nvPr/>
        </p:nvGrpSpPr>
        <p:grpSpPr>
          <a:xfrm>
            <a:off x="6096000" y="765175"/>
            <a:ext cx="3384550" cy="1223963"/>
            <a:chOff x="3243" y="346"/>
            <a:chExt cx="2132" cy="771"/>
          </a:xfrm>
        </p:grpSpPr>
        <p:graphicFrame>
          <p:nvGraphicFramePr>
            <p:cNvPr id="13324" name="Object 7"/>
            <p:cNvGraphicFramePr/>
            <p:nvPr/>
          </p:nvGraphicFramePr>
          <p:xfrm>
            <a:off x="3334" y="436"/>
            <a:ext cx="1995" cy="635"/>
          </p:xfrm>
          <a:graphic>
            <a:graphicData uri="http://schemas.openxmlformats.org/presentationml/2006/ole">
              <mc:AlternateContent xmlns:mc="http://schemas.openxmlformats.org/markup-compatibility/2006">
                <mc:Choice xmlns:v="urn:schemas-microsoft-com:vml" Requires="v">
                  <p:oleObj spid="_x0000_s2" name="" r:id="rId3" imgW="1574800" imgH="533400" progId="Equation.DSMT4">
                    <p:embed/>
                  </p:oleObj>
                </mc:Choice>
                <mc:Fallback>
                  <p:oleObj name="" r:id="rId3" imgW="1574800" imgH="533400" progId="Equation.DSMT4">
                    <p:embed/>
                    <p:pic>
                      <p:nvPicPr>
                        <p:cNvPr id="0" name="图片 3076"/>
                        <p:cNvPicPr/>
                        <p:nvPr/>
                      </p:nvPicPr>
                      <p:blipFill>
                        <a:blip r:embed="rId4"/>
                        <a:stretch>
                          <a:fillRect/>
                        </a:stretch>
                      </p:blipFill>
                      <p:spPr>
                        <a:xfrm>
                          <a:off x="3334" y="436"/>
                          <a:ext cx="1995" cy="635"/>
                        </a:xfrm>
                        <a:prstGeom prst="rect">
                          <a:avLst/>
                        </a:prstGeom>
                        <a:noFill/>
                        <a:ln w="38100">
                          <a:noFill/>
                          <a:miter/>
                        </a:ln>
                      </p:spPr>
                    </p:pic>
                  </p:oleObj>
                </mc:Fallback>
              </mc:AlternateContent>
            </a:graphicData>
          </a:graphic>
        </p:graphicFrame>
        <p:sp>
          <p:nvSpPr>
            <p:cNvPr id="13325" name="Rectangle 8"/>
            <p:cNvSpPr/>
            <p:nvPr/>
          </p:nvSpPr>
          <p:spPr>
            <a:xfrm>
              <a:off x="3243" y="346"/>
              <a:ext cx="2132" cy="771"/>
            </a:xfrm>
            <a:prstGeom prst="rect">
              <a:avLst/>
            </a:prstGeom>
            <a:noFill/>
            <a:ln w="25400" cap="flat" cmpd="sng">
              <a:solidFill>
                <a:schemeClr val="tx2"/>
              </a:solidFill>
              <a:prstDash val="solid"/>
              <a:miter/>
              <a:headEnd type="none" w="med" len="med"/>
              <a:tailEnd type="none" w="lg" len="lg"/>
            </a:ln>
          </p:spPr>
          <p:txBody>
            <a:bodyPr wrap="none" anchor="ctr" anchorCtr="0"/>
            <a:lstStyle/>
            <a:p>
              <a:endParaRPr lang="zh-CN" altLang="en-US" dirty="0">
                <a:latin typeface="Arial" panose="020B0604020202020204" pitchFamily="34" charset="0"/>
              </a:endParaRPr>
            </a:p>
          </p:txBody>
        </p:sp>
      </p:grpSp>
      <p:grpSp>
        <p:nvGrpSpPr>
          <p:cNvPr id="13319" name="Group 9"/>
          <p:cNvGrpSpPr/>
          <p:nvPr/>
        </p:nvGrpSpPr>
        <p:grpSpPr bwMode="auto">
          <a:xfrm>
            <a:off x="3006725" y="620713"/>
            <a:ext cx="2565400" cy="1549399"/>
            <a:chOff x="668" y="391"/>
            <a:chExt cx="1616" cy="976"/>
          </a:xfrm>
          <a:solidFill>
            <a:srgbClr val="00FFFF"/>
          </a:solidFill>
        </p:grpSpPr>
        <p:graphicFrame>
          <p:nvGraphicFramePr>
            <p:cNvPr id="3" name="Object 10"/>
            <p:cNvGraphicFramePr>
              <a:graphicFrameLocks noChangeAspect="1"/>
            </p:cNvGraphicFramePr>
            <p:nvPr/>
          </p:nvGraphicFramePr>
          <p:xfrm>
            <a:off x="713" y="391"/>
            <a:ext cx="1534" cy="438"/>
          </p:xfrm>
          <a:graphic>
            <a:graphicData uri="http://schemas.openxmlformats.org/presentationml/2006/ole">
              <mc:AlternateContent xmlns:mc="http://schemas.openxmlformats.org/markup-compatibility/2006">
                <mc:Choice xmlns:v="urn:schemas-microsoft-com:vml" Requires="v">
                  <p:oleObj spid="_x0000_s4" name="Equation" r:id="rId5" imgW="2413000" imgH="685800" progId="Equation.DSMT4">
                    <p:embed/>
                  </p:oleObj>
                </mc:Choice>
                <mc:Fallback>
                  <p:oleObj name="Equation" r:id="rId5" imgW="2413000" imgH="685800" progId="Equation.DSMT4">
                    <p:embed/>
                    <p:pic>
                      <p:nvPicPr>
                        <p:cNvPr id="0" name="图片 314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3" y="391"/>
                          <a:ext cx="1534" cy="438"/>
                        </a:xfrm>
                        <a:prstGeom prst="rect">
                          <a:avLst/>
                        </a:prstGeom>
                        <a:solidFill>
                          <a:srgbClr val="00FFFF"/>
                        </a:solidFill>
                        <a:ln>
                          <a:noFill/>
                        </a:ln>
                      </p:spPr>
                    </p:pic>
                  </p:oleObj>
                </mc:Fallback>
              </mc:AlternateContent>
            </a:graphicData>
          </a:graphic>
        </p:graphicFrame>
        <p:graphicFrame>
          <p:nvGraphicFramePr>
            <p:cNvPr id="5" name="Object 11"/>
            <p:cNvGraphicFramePr>
              <a:graphicFrameLocks noChangeAspect="1"/>
            </p:cNvGraphicFramePr>
            <p:nvPr/>
          </p:nvGraphicFramePr>
          <p:xfrm>
            <a:off x="668" y="935"/>
            <a:ext cx="1616" cy="432"/>
          </p:xfrm>
          <a:graphic>
            <a:graphicData uri="http://schemas.openxmlformats.org/presentationml/2006/ole">
              <mc:AlternateContent xmlns:mc="http://schemas.openxmlformats.org/markup-compatibility/2006">
                <mc:Choice xmlns:v="urn:schemas-microsoft-com:vml" Requires="v">
                  <p:oleObj spid="_x0000_s7" name="Equation" r:id="rId7" imgW="61569600" imgH="16459200" progId="Equation.DSMT4">
                    <p:embed/>
                  </p:oleObj>
                </mc:Choice>
                <mc:Fallback>
                  <p:oleObj name="Equation" r:id="rId7" imgW="61569600" imgH="16459200" progId="Equation.DSMT4">
                    <p:embed/>
                    <p:pic>
                      <p:nvPicPr>
                        <p:cNvPr id="0" name="图片 3"/>
                        <p:cNvPicPr>
                          <a:picLocks noChangeAspect="1" noChangeArrowheads="1"/>
                        </p:cNvPicPr>
                        <p:nvPr/>
                      </p:nvPicPr>
                      <p:blipFill>
                        <a:blip r:embed="rId8"/>
                        <a:srcRect/>
                        <a:stretch>
                          <a:fillRect/>
                        </a:stretch>
                      </p:blipFill>
                      <p:spPr bwMode="auto">
                        <a:xfrm>
                          <a:off x="668" y="935"/>
                          <a:ext cx="1616" cy="432"/>
                        </a:xfrm>
                        <a:prstGeom prst="rect">
                          <a:avLst/>
                        </a:prstGeom>
                        <a:solidFill>
                          <a:srgbClr val="00FFFF"/>
                        </a:solidFill>
                        <a:ln>
                          <a:noFill/>
                        </a:ln>
                        <a:effectLst/>
                      </p:spPr>
                    </p:pic>
                  </p:oleObj>
                </mc:Fallback>
              </mc:AlternateContent>
            </a:graphicData>
          </a:graphic>
        </p:graphicFrame>
      </p:grpSp>
      <p:grpSp>
        <p:nvGrpSpPr>
          <p:cNvPr id="26636" name="Group 12"/>
          <p:cNvGrpSpPr/>
          <p:nvPr/>
        </p:nvGrpSpPr>
        <p:grpSpPr>
          <a:xfrm>
            <a:off x="2711450" y="3357563"/>
            <a:ext cx="6545263" cy="1941512"/>
            <a:chOff x="748" y="2115"/>
            <a:chExt cx="4123" cy="1223"/>
          </a:xfrm>
        </p:grpSpPr>
        <p:graphicFrame>
          <p:nvGraphicFramePr>
            <p:cNvPr id="13322" name="Object 13"/>
            <p:cNvGraphicFramePr/>
            <p:nvPr/>
          </p:nvGraphicFramePr>
          <p:xfrm>
            <a:off x="1298" y="2115"/>
            <a:ext cx="3573" cy="1223"/>
          </p:xfrm>
          <a:graphic>
            <a:graphicData uri="http://schemas.openxmlformats.org/presentationml/2006/ole">
              <mc:AlternateContent xmlns:mc="http://schemas.openxmlformats.org/markup-compatibility/2006">
                <mc:Choice xmlns:v="urn:schemas-microsoft-com:vml" Requires="v">
                  <p:oleObj spid="_x0000_s8" name="" r:id="rId9" imgW="2832100" imgH="838200" progId="Equation.DSMT4">
                    <p:embed/>
                  </p:oleObj>
                </mc:Choice>
                <mc:Fallback>
                  <p:oleObj name="" r:id="rId9" imgW="2832100" imgH="838200" progId="Equation.DSMT4">
                    <p:embed/>
                    <p:pic>
                      <p:nvPicPr>
                        <p:cNvPr id="0" name="图片 3077"/>
                        <p:cNvPicPr/>
                        <p:nvPr/>
                      </p:nvPicPr>
                      <p:blipFill>
                        <a:blip r:embed="rId10"/>
                        <a:stretch>
                          <a:fillRect/>
                        </a:stretch>
                      </p:blipFill>
                      <p:spPr>
                        <a:xfrm>
                          <a:off x="1298" y="2115"/>
                          <a:ext cx="3573" cy="1223"/>
                        </a:xfrm>
                        <a:prstGeom prst="rect">
                          <a:avLst/>
                        </a:prstGeom>
                        <a:solidFill>
                          <a:srgbClr val="00FFFF"/>
                        </a:solidFill>
                        <a:ln w="38100">
                          <a:noFill/>
                          <a:miter/>
                        </a:ln>
                      </p:spPr>
                    </p:pic>
                  </p:oleObj>
                </mc:Fallback>
              </mc:AlternateContent>
            </a:graphicData>
          </a:graphic>
        </p:graphicFrame>
        <p:sp>
          <p:nvSpPr>
            <p:cNvPr id="13323" name="AutoShape 14"/>
            <p:cNvSpPr/>
            <p:nvPr/>
          </p:nvSpPr>
          <p:spPr>
            <a:xfrm>
              <a:off x="748" y="2659"/>
              <a:ext cx="408" cy="91"/>
            </a:xfrm>
            <a:prstGeom prst="rightArrow">
              <a:avLst>
                <a:gd name="adj1" fmla="val 50000"/>
                <a:gd name="adj2" fmla="val 112087"/>
              </a:avLst>
            </a:prstGeom>
            <a:noFill/>
            <a:ln w="25400" cap="flat" cmpd="sng">
              <a:solidFill>
                <a:schemeClr val="tx2"/>
              </a:solidFill>
              <a:prstDash val="solid"/>
              <a:miter/>
              <a:headEnd type="none" w="med" len="med"/>
              <a:tailEnd type="none" w="lg" len="lg"/>
            </a:ln>
          </p:spPr>
          <p:txBody>
            <a:bodyPr wrap="none" anchor="ctr" anchorCtr="0"/>
            <a:lstStyle/>
            <a:p>
              <a:endParaRPr lang="zh-CN" altLang="en-US" dirty="0">
                <a:latin typeface="Arial" panose="020B0604020202020204" pitchFamily="34" charset="0"/>
              </a:endParaRPr>
            </a:p>
          </p:txBody>
        </p:sp>
      </p:grpSp>
      <p:sp>
        <p:nvSpPr>
          <p:cNvPr id="26639" name="Rectangle 15"/>
          <p:cNvSpPr/>
          <p:nvPr/>
        </p:nvSpPr>
        <p:spPr>
          <a:xfrm>
            <a:off x="2566988" y="5659597"/>
            <a:ext cx="4921250" cy="521970"/>
          </a:xfrm>
          <a:prstGeom prst="rect">
            <a:avLst/>
          </a:prstGeom>
          <a:noFill/>
          <a:ln w="25400">
            <a:noFill/>
          </a:ln>
        </p:spPr>
        <p:txBody>
          <a:bodyPr wrap="none" anchor="ctr" anchorCtr="0">
            <a:spAutoFit/>
          </a:bodyPr>
          <a:lstStyle/>
          <a:p>
            <a:r>
              <a:rPr lang="zh-CN" altLang="en-US" sz="2800" b="1" dirty="0">
                <a:solidFill>
                  <a:srgbClr val="0000FF"/>
                </a:solidFill>
                <a:latin typeface="黑体" panose="02010609060101010101" pitchFamily="49" charset="-122"/>
                <a:ea typeface="黑体" panose="02010609060101010101" pitchFamily="49" charset="-122"/>
              </a:rPr>
              <a:t>进行拉普拉斯逆变换</a:t>
            </a:r>
            <a:r>
              <a:rPr lang="en-US" altLang="zh-CN" sz="2800" b="1" dirty="0">
                <a:solidFill>
                  <a:srgbClr val="0000FF"/>
                </a:solidFill>
                <a:latin typeface="黑体" panose="02010609060101010101" pitchFamily="49" charset="-122"/>
                <a:ea typeface="黑体" panose="02010609060101010101" pitchFamily="49" charset="-122"/>
              </a:rPr>
              <a:t>, </a:t>
            </a:r>
            <a:r>
              <a:rPr lang="zh-CN" altLang="en-US" sz="2800" b="1" dirty="0">
                <a:solidFill>
                  <a:srgbClr val="0000FF"/>
                </a:solidFill>
                <a:latin typeface="黑体" panose="02010609060101010101" pitchFamily="49" charset="-122"/>
                <a:ea typeface="黑体" panose="02010609060101010101" pitchFamily="49" charset="-122"/>
              </a:rPr>
              <a:t>考虑到</a:t>
            </a:r>
            <a:r>
              <a:rPr lang="zh-CN" altLang="en-US" sz="2800" b="1" dirty="0">
                <a:solidFill>
                  <a:srgbClr val="0000FF"/>
                </a:solidFill>
                <a:latin typeface="Times New Roman" panose="02020603050405020304" charset="0"/>
              </a:rPr>
              <a:t> </a:t>
            </a:r>
            <a:endParaRPr lang="zh-CN" altLang="en-US" sz="2800" b="1" dirty="0">
              <a:solidFill>
                <a:srgbClr val="0000FF"/>
              </a:solidFill>
              <a:latin typeface="Times New Roman" panose="0202060305040502030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6628"/>
                                        </p:tgtEl>
                                        <p:attrNameLst>
                                          <p:attrName>style.visibility</p:attrName>
                                        </p:attrNameLst>
                                      </p:cBhvr>
                                      <p:to>
                                        <p:strVal val="visible"/>
                                      </p:to>
                                    </p:set>
                                    <p:animEffect transition="in" filter="wipe(down)">
                                      <p:cBhvr>
                                        <p:cTn id="7" dur="500"/>
                                        <p:tgtEl>
                                          <p:spTgt spid="2662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6629"/>
                                        </p:tgtEl>
                                        <p:attrNameLst>
                                          <p:attrName>style.visibility</p:attrName>
                                        </p:attrNameLst>
                                      </p:cBhvr>
                                      <p:to>
                                        <p:strVal val="visible"/>
                                      </p:to>
                                    </p:set>
                                    <p:animEffect transition="in" filter="wipe(down)">
                                      <p:cBhvr>
                                        <p:cTn id="12" dur="500"/>
                                        <p:tgtEl>
                                          <p:spTgt spid="2662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6636"/>
                                        </p:tgtEl>
                                        <p:attrNameLst>
                                          <p:attrName>style.visibility</p:attrName>
                                        </p:attrNameLst>
                                      </p:cBhvr>
                                      <p:to>
                                        <p:strVal val="visible"/>
                                      </p:to>
                                    </p:set>
                                    <p:animEffect transition="in" filter="wipe(down)">
                                      <p:cBhvr>
                                        <p:cTn id="17" dur="500"/>
                                        <p:tgtEl>
                                          <p:spTgt spid="2663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26639"/>
                                        </p:tgtEl>
                                        <p:attrNameLst>
                                          <p:attrName>style.visibility</p:attrName>
                                        </p:attrNameLst>
                                      </p:cBhvr>
                                      <p:to>
                                        <p:strVal val="visible"/>
                                      </p:to>
                                    </p:set>
                                    <p:animEffect transition="in" filter="wipe(down)">
                                      <p:cBhvr>
                                        <p:cTn id="22" dur="500"/>
                                        <p:tgtEl>
                                          <p:spTgt spid="26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P spid="2663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p:nvPr/>
        </p:nvSpPr>
        <p:spPr>
          <a:xfrm>
            <a:off x="1524000" y="2825750"/>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graphicFrame>
        <p:nvGraphicFramePr>
          <p:cNvPr id="14339" name="Object 3"/>
          <p:cNvGraphicFramePr>
            <a:graphicFrameLocks noChangeAspect="1"/>
          </p:cNvGraphicFramePr>
          <p:nvPr/>
        </p:nvGraphicFramePr>
        <p:xfrm>
          <a:off x="2832100" y="717550"/>
          <a:ext cx="6667500" cy="939800"/>
        </p:xfrm>
        <a:graphic>
          <a:graphicData uri="http://schemas.openxmlformats.org/presentationml/2006/ole">
            <mc:AlternateContent xmlns:mc="http://schemas.openxmlformats.org/markup-compatibility/2006">
              <mc:Choice xmlns:v="urn:schemas-microsoft-com:vml" Requires="v">
                <p:oleObj spid="_x0000_s6" name="" r:id="rId1" imgW="6705600" imgH="952500" progId="Equation.DSMT4">
                  <p:embed/>
                </p:oleObj>
              </mc:Choice>
              <mc:Fallback>
                <p:oleObj name="" r:id="rId1" imgW="6705600" imgH="952500" progId="Equation.DSMT4">
                  <p:embed/>
                  <p:pic>
                    <p:nvPicPr>
                      <p:cNvPr id="0" name="图片 3075"/>
                      <p:cNvPicPr/>
                      <p:nvPr/>
                    </p:nvPicPr>
                    <p:blipFill>
                      <a:blip r:embed="rId2"/>
                      <a:stretch>
                        <a:fillRect/>
                      </a:stretch>
                    </p:blipFill>
                    <p:spPr>
                      <a:xfrm>
                        <a:off x="2832100" y="717550"/>
                        <a:ext cx="6667500" cy="939800"/>
                      </a:xfrm>
                      <a:prstGeom prst="rect">
                        <a:avLst/>
                      </a:prstGeom>
                      <a:solidFill>
                        <a:srgbClr val="00FFFF"/>
                      </a:solidFill>
                      <a:ln w="38100">
                        <a:noFill/>
                        <a:miter/>
                      </a:ln>
                    </p:spPr>
                  </p:pic>
                </p:oleObj>
              </mc:Fallback>
            </mc:AlternateContent>
          </a:graphicData>
        </a:graphic>
      </p:graphicFrame>
      <p:sp>
        <p:nvSpPr>
          <p:cNvPr id="27652" name="Rectangle 4"/>
          <p:cNvSpPr/>
          <p:nvPr/>
        </p:nvSpPr>
        <p:spPr>
          <a:xfrm>
            <a:off x="2711450" y="2059147"/>
            <a:ext cx="540385" cy="521970"/>
          </a:xfrm>
          <a:prstGeom prst="rect">
            <a:avLst/>
          </a:prstGeom>
          <a:noFill/>
          <a:ln w="25400">
            <a:noFill/>
          </a:ln>
        </p:spPr>
        <p:txBody>
          <a:bodyPr wrap="none" anchor="ctr" anchorCtr="0">
            <a:spAutoFit/>
          </a:bodyPr>
          <a:lstStyle/>
          <a:p>
            <a:r>
              <a:rPr lang="zh-CN" altLang="en-US" sz="2800" b="1" dirty="0">
                <a:solidFill>
                  <a:srgbClr val="0000FF"/>
                </a:solidFill>
                <a:latin typeface="Times New Roman" panose="02020603050405020304" charset="0"/>
                <a:ea typeface="黑体" panose="02010609060101010101" pitchFamily="49" charset="-122"/>
              </a:rPr>
              <a:t>有</a:t>
            </a:r>
            <a:endParaRPr lang="zh-CN" altLang="en-US" sz="2800" b="1" dirty="0">
              <a:solidFill>
                <a:srgbClr val="0000FF"/>
              </a:solidFill>
              <a:latin typeface="Times New Roman" panose="02020603050405020304" charset="0"/>
              <a:ea typeface="黑体" panose="02010609060101010101" pitchFamily="49" charset="-122"/>
            </a:endParaRPr>
          </a:p>
        </p:txBody>
      </p:sp>
      <p:sp>
        <p:nvSpPr>
          <p:cNvPr id="14341" name="Rectangle 5"/>
          <p:cNvSpPr/>
          <p:nvPr/>
        </p:nvSpPr>
        <p:spPr>
          <a:xfrm>
            <a:off x="1524000" y="2563813"/>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grpSp>
        <p:nvGrpSpPr>
          <p:cNvPr id="14342" name="组合 1"/>
          <p:cNvGrpSpPr/>
          <p:nvPr/>
        </p:nvGrpSpPr>
        <p:grpSpPr>
          <a:xfrm>
            <a:off x="3432175" y="2755900"/>
            <a:ext cx="5905500" cy="2738438"/>
            <a:chOff x="2555776" y="2747963"/>
            <a:chExt cx="5905599" cy="2738437"/>
          </a:xfrm>
        </p:grpSpPr>
        <p:graphicFrame>
          <p:nvGraphicFramePr>
            <p:cNvPr id="14343" name="Object 6"/>
            <p:cNvGraphicFramePr/>
            <p:nvPr/>
          </p:nvGraphicFramePr>
          <p:xfrm>
            <a:off x="2555776" y="2747963"/>
            <a:ext cx="5904656" cy="1668463"/>
          </p:xfrm>
          <a:graphic>
            <a:graphicData uri="http://schemas.openxmlformats.org/presentationml/2006/ole">
              <mc:AlternateContent xmlns:mc="http://schemas.openxmlformats.org/markup-compatibility/2006">
                <mc:Choice xmlns:v="urn:schemas-microsoft-com:vml" Requires="v">
                  <p:oleObj spid="_x0000_s2" name="" r:id="rId3" imgW="2616200" imgH="723900" progId="Equation.DSMT4">
                    <p:embed/>
                  </p:oleObj>
                </mc:Choice>
                <mc:Fallback>
                  <p:oleObj name="" r:id="rId3" imgW="2616200" imgH="723900" progId="Equation.DSMT4">
                    <p:embed/>
                    <p:pic>
                      <p:nvPicPr>
                        <p:cNvPr id="0" name="图片 3082"/>
                        <p:cNvPicPr/>
                        <p:nvPr/>
                      </p:nvPicPr>
                      <p:blipFill>
                        <a:blip r:embed="rId4"/>
                        <a:stretch>
                          <a:fillRect/>
                        </a:stretch>
                      </p:blipFill>
                      <p:spPr>
                        <a:xfrm>
                          <a:off x="2555776" y="2747963"/>
                          <a:ext cx="5904656" cy="1668463"/>
                        </a:xfrm>
                        <a:prstGeom prst="rect">
                          <a:avLst/>
                        </a:prstGeom>
                        <a:solidFill>
                          <a:srgbClr val="00FFFF"/>
                        </a:solidFill>
                        <a:ln w="38100">
                          <a:noFill/>
                          <a:miter/>
                        </a:ln>
                      </p:spPr>
                    </p:pic>
                  </p:oleObj>
                </mc:Fallback>
              </mc:AlternateContent>
            </a:graphicData>
          </a:graphic>
        </p:graphicFrame>
        <p:graphicFrame>
          <p:nvGraphicFramePr>
            <p:cNvPr id="14344" name="Object 7"/>
            <p:cNvGraphicFramePr>
              <a:graphicFrameLocks noChangeAspect="1"/>
            </p:cNvGraphicFramePr>
            <p:nvPr/>
          </p:nvGraphicFramePr>
          <p:xfrm>
            <a:off x="2555875" y="4365625"/>
            <a:ext cx="5905500" cy="1120775"/>
          </p:xfrm>
          <a:graphic>
            <a:graphicData uri="http://schemas.openxmlformats.org/presentationml/2006/ole">
              <mc:AlternateContent xmlns:mc="http://schemas.openxmlformats.org/markup-compatibility/2006">
                <mc:Choice xmlns:v="urn:schemas-microsoft-com:vml" Requires="v">
                  <p:oleObj spid="_x0000_s3" name="" r:id="rId5" imgW="2705100" imgH="469900" progId="Equation.DSMT4">
                    <p:embed/>
                  </p:oleObj>
                </mc:Choice>
                <mc:Fallback>
                  <p:oleObj name="" r:id="rId5" imgW="2705100" imgH="469900" progId="Equation.DSMT4">
                    <p:embed/>
                    <p:pic>
                      <p:nvPicPr>
                        <p:cNvPr id="0" name="图片 3086"/>
                        <p:cNvPicPr/>
                        <p:nvPr/>
                      </p:nvPicPr>
                      <p:blipFill>
                        <a:blip r:embed="rId6"/>
                        <a:stretch>
                          <a:fillRect/>
                        </a:stretch>
                      </p:blipFill>
                      <p:spPr>
                        <a:xfrm>
                          <a:off x="2555875" y="4365625"/>
                          <a:ext cx="5905500" cy="1120775"/>
                        </a:xfrm>
                        <a:prstGeom prst="rect">
                          <a:avLst/>
                        </a:prstGeom>
                        <a:solidFill>
                          <a:srgbClr val="00FFFF"/>
                        </a:solid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7652"/>
                                        </p:tgtEl>
                                        <p:attrNameLst>
                                          <p:attrName>style.visibility</p:attrName>
                                        </p:attrNameLst>
                                      </p:cBhvr>
                                      <p:to>
                                        <p:strVal val="visible"/>
                                      </p:to>
                                    </p:set>
                                    <p:animEffect transition="in" filter="wipe(up)">
                                      <p:cBhvr>
                                        <p:cTn id="7" dur="500"/>
                                        <p:tgtEl>
                                          <p:spTgt spid="276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65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p:nvPr/>
        </p:nvSpPr>
        <p:spPr>
          <a:xfrm>
            <a:off x="2424113" y="690721"/>
            <a:ext cx="5295265" cy="521970"/>
          </a:xfrm>
          <a:prstGeom prst="rect">
            <a:avLst/>
          </a:prstGeom>
          <a:noFill/>
          <a:ln w="25400">
            <a:noFill/>
          </a:ln>
        </p:spPr>
        <p:txBody>
          <a:bodyPr wrap="none" anchor="ctr" anchorCtr="0">
            <a:spAutoFit/>
          </a:bodyPr>
          <a:lstStyle/>
          <a:p>
            <a:r>
              <a:rPr lang="zh-CN" altLang="en-US" sz="2800" b="1" dirty="0">
                <a:solidFill>
                  <a:srgbClr val="0000FF"/>
                </a:solidFill>
                <a:latin typeface="Times New Roman" panose="02020603050405020304" charset="0"/>
                <a:ea typeface="黑体" panose="02010609060101010101" pitchFamily="49" charset="-122"/>
              </a:rPr>
              <a:t>例</a:t>
            </a:r>
            <a:r>
              <a:rPr lang="zh-CN" altLang="en-US" sz="2800" b="1" dirty="0">
                <a:latin typeface="Times New Roman" panose="02020603050405020304" charset="0"/>
              </a:rPr>
              <a:t>：</a:t>
            </a:r>
            <a:r>
              <a:rPr lang="zh-CN" altLang="en-US" sz="2800" b="1" dirty="0">
                <a:solidFill>
                  <a:srgbClr val="0000FF"/>
                </a:solidFill>
                <a:latin typeface="Times New Roman" panose="02020603050405020304" charset="0"/>
                <a:ea typeface="黑体" panose="02010609060101010101" pitchFamily="49" charset="-122"/>
              </a:rPr>
              <a:t>设</a:t>
            </a:r>
            <a:r>
              <a:rPr lang="zh-CN" altLang="en-US" sz="2800" b="1" dirty="0">
                <a:latin typeface="Times New Roman" panose="02020603050405020304" charset="0"/>
              </a:rPr>
              <a:t> </a:t>
            </a:r>
            <a:r>
              <a:rPr lang="en-US" altLang="zh-CN" sz="2800" b="1" i="1" dirty="0">
                <a:solidFill>
                  <a:srgbClr val="0000FF"/>
                </a:solidFill>
                <a:latin typeface="Times New Roman" panose="02020603050405020304" charset="0"/>
              </a:rPr>
              <a:t>x&gt;0,  y&gt;0,</a:t>
            </a:r>
            <a:r>
              <a:rPr lang="en-US" altLang="zh-CN" sz="2800" b="1" i="1" dirty="0">
                <a:latin typeface="Times New Roman" panose="02020603050405020304" charset="0"/>
              </a:rPr>
              <a:t>  </a:t>
            </a:r>
            <a:r>
              <a:rPr lang="zh-CN" altLang="en-US" sz="2800" b="1" dirty="0">
                <a:solidFill>
                  <a:srgbClr val="0000FF"/>
                </a:solidFill>
                <a:latin typeface="Times New Roman" panose="02020603050405020304" charset="0"/>
                <a:ea typeface="黑体" panose="02010609060101010101" pitchFamily="49" charset="-122"/>
              </a:rPr>
              <a:t>求解定解问题</a:t>
            </a:r>
            <a:r>
              <a:rPr lang="zh-CN" altLang="en-US" sz="2800" b="1" dirty="0">
                <a:latin typeface="Times New Roman" panose="02020603050405020304" charset="0"/>
              </a:rPr>
              <a:t>  </a:t>
            </a:r>
            <a:endParaRPr lang="zh-CN" altLang="en-US" sz="2800" b="1" dirty="0">
              <a:latin typeface="Times New Roman" panose="02020603050405020304" charset="0"/>
            </a:endParaRPr>
          </a:p>
        </p:txBody>
      </p:sp>
      <p:sp>
        <p:nvSpPr>
          <p:cNvPr id="15363" name="Rectangle 3"/>
          <p:cNvSpPr/>
          <p:nvPr/>
        </p:nvSpPr>
        <p:spPr>
          <a:xfrm>
            <a:off x="1524000" y="2463800"/>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graphicFrame>
        <p:nvGraphicFramePr>
          <p:cNvPr id="15364" name="Object 4"/>
          <p:cNvGraphicFramePr/>
          <p:nvPr/>
        </p:nvGraphicFramePr>
        <p:xfrm>
          <a:off x="3978275" y="1327150"/>
          <a:ext cx="3662363" cy="1741488"/>
        </p:xfrm>
        <a:graphic>
          <a:graphicData uri="http://schemas.openxmlformats.org/presentationml/2006/ole">
            <mc:AlternateContent xmlns:mc="http://schemas.openxmlformats.org/markup-compatibility/2006">
              <mc:Choice xmlns:v="urn:schemas-microsoft-com:vml" Requires="v">
                <p:oleObj spid="_x0000_s6" name="" r:id="rId1" imgW="1638300" imgH="749300" progId="Equation.DSMT4">
                  <p:embed/>
                </p:oleObj>
              </mc:Choice>
              <mc:Fallback>
                <p:oleObj name="" r:id="rId1" imgW="1638300" imgH="749300" progId="Equation.DSMT4">
                  <p:embed/>
                  <p:pic>
                    <p:nvPicPr>
                      <p:cNvPr id="0" name="图片 3079"/>
                      <p:cNvPicPr/>
                      <p:nvPr/>
                    </p:nvPicPr>
                    <p:blipFill>
                      <a:blip r:embed="rId2"/>
                      <a:stretch>
                        <a:fillRect/>
                      </a:stretch>
                    </p:blipFill>
                    <p:spPr>
                      <a:xfrm>
                        <a:off x="3978275" y="1327150"/>
                        <a:ext cx="3662363" cy="1741488"/>
                      </a:xfrm>
                      <a:prstGeom prst="rect">
                        <a:avLst/>
                      </a:prstGeom>
                      <a:solidFill>
                        <a:srgbClr val="00FFFF"/>
                      </a:solidFill>
                      <a:ln w="38100">
                        <a:noFill/>
                        <a:miter/>
                      </a:ln>
                    </p:spPr>
                  </p:pic>
                </p:oleObj>
              </mc:Fallback>
            </mc:AlternateContent>
          </a:graphicData>
        </a:graphic>
      </p:graphicFrame>
      <p:sp>
        <p:nvSpPr>
          <p:cNvPr id="28677" name="Rectangle 5"/>
          <p:cNvSpPr/>
          <p:nvPr/>
        </p:nvSpPr>
        <p:spPr>
          <a:xfrm>
            <a:off x="2495550" y="3283109"/>
            <a:ext cx="5545138" cy="521970"/>
          </a:xfrm>
          <a:prstGeom prst="rect">
            <a:avLst/>
          </a:prstGeom>
          <a:noFill/>
          <a:ln w="25400">
            <a:noFill/>
          </a:ln>
        </p:spPr>
        <p:txBody>
          <a:bodyPr anchor="ctr" anchorCtr="0">
            <a:spAutoFit/>
          </a:bodyPr>
          <a:lstStyle/>
          <a:p>
            <a:r>
              <a:rPr lang="zh-CN" altLang="en-US" sz="2800" b="1" dirty="0">
                <a:solidFill>
                  <a:srgbClr val="0000FF"/>
                </a:solidFill>
                <a:latin typeface="Times New Roman" panose="02020603050405020304" charset="0"/>
                <a:ea typeface="黑体" panose="02010609060101010101" pitchFamily="49" charset="-122"/>
              </a:rPr>
              <a:t>解：对</a:t>
            </a:r>
            <a:r>
              <a:rPr lang="zh-CN" altLang="en-US" sz="2800" b="1" dirty="0">
                <a:latin typeface="Times New Roman" panose="02020603050405020304" charset="0"/>
              </a:rPr>
              <a:t> </a:t>
            </a:r>
            <a:r>
              <a:rPr lang="en-US" altLang="zh-CN" sz="2800" b="1" i="1" dirty="0">
                <a:solidFill>
                  <a:srgbClr val="0000FF"/>
                </a:solidFill>
                <a:latin typeface="Times New Roman" panose="02020603050405020304" charset="0"/>
              </a:rPr>
              <a:t>y</a:t>
            </a:r>
            <a:r>
              <a:rPr lang="en-US" altLang="zh-CN" sz="2800" b="1" dirty="0">
                <a:solidFill>
                  <a:srgbClr val="0000FF"/>
                </a:solidFill>
                <a:latin typeface="Times New Roman" panose="02020603050405020304" charset="0"/>
              </a:rPr>
              <a:t> </a:t>
            </a:r>
            <a:r>
              <a:rPr lang="zh-CN" altLang="en-US" sz="2800" b="1" dirty="0">
                <a:solidFill>
                  <a:srgbClr val="0000FF"/>
                </a:solidFill>
                <a:latin typeface="Times New Roman" panose="02020603050405020304" charset="0"/>
                <a:ea typeface="黑体" panose="02010609060101010101" pitchFamily="49" charset="-122"/>
              </a:rPr>
              <a:t>进行拉普拉斯变换。设</a:t>
            </a:r>
            <a:r>
              <a:rPr lang="en-US" altLang="zh-CN" sz="2800" b="1" dirty="0">
                <a:solidFill>
                  <a:srgbClr val="0000FF"/>
                </a:solidFill>
                <a:latin typeface="Times New Roman" panose="02020603050405020304" charset="0"/>
                <a:ea typeface="黑体" panose="02010609060101010101" pitchFamily="49" charset="-122"/>
              </a:rPr>
              <a:t>:</a:t>
            </a:r>
            <a:endParaRPr lang="zh-CN" altLang="en-US" sz="2800" b="1" dirty="0">
              <a:solidFill>
                <a:srgbClr val="0000FF"/>
              </a:solidFill>
              <a:latin typeface="Times New Roman" panose="02020603050405020304" charset="0"/>
              <a:ea typeface="黑体" panose="02010609060101010101" pitchFamily="49" charset="-122"/>
            </a:endParaRPr>
          </a:p>
        </p:txBody>
      </p:sp>
      <p:sp>
        <p:nvSpPr>
          <p:cNvPr id="15366" name="Rectangle 7"/>
          <p:cNvSpPr/>
          <p:nvPr/>
        </p:nvSpPr>
        <p:spPr>
          <a:xfrm>
            <a:off x="1524000" y="2806700"/>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sp>
        <p:nvSpPr>
          <p:cNvPr id="15367" name="Rectangle 9"/>
          <p:cNvSpPr/>
          <p:nvPr/>
        </p:nvSpPr>
        <p:spPr>
          <a:xfrm>
            <a:off x="2566988" y="4795997"/>
            <a:ext cx="2416810" cy="521970"/>
          </a:xfrm>
          <a:prstGeom prst="rect">
            <a:avLst/>
          </a:prstGeom>
          <a:noFill/>
          <a:ln w="25400">
            <a:noFill/>
          </a:ln>
        </p:spPr>
        <p:txBody>
          <a:bodyPr wrap="none" anchor="ctr" anchorCtr="0">
            <a:spAutoFit/>
          </a:bodyPr>
          <a:lstStyle/>
          <a:p>
            <a:r>
              <a:rPr lang="zh-CN" altLang="en-US" sz="2800" b="1" dirty="0">
                <a:solidFill>
                  <a:srgbClr val="0000FF"/>
                </a:solidFill>
                <a:latin typeface="Times New Roman" panose="02020603050405020304" charset="0"/>
                <a:ea typeface="黑体" panose="02010609060101010101" pitchFamily="49" charset="-122"/>
              </a:rPr>
              <a:t>则方程变为：</a:t>
            </a:r>
            <a:r>
              <a:rPr lang="zh-CN" altLang="en-US" sz="2800" b="1" dirty="0">
                <a:latin typeface="Times New Roman" panose="02020603050405020304" charset="0"/>
              </a:rPr>
              <a:t> </a:t>
            </a:r>
            <a:endParaRPr lang="zh-CN" altLang="en-US" sz="2800" b="1" dirty="0">
              <a:latin typeface="Times New Roman" panose="02020603050405020304" charset="0"/>
            </a:endParaRPr>
          </a:p>
        </p:txBody>
      </p:sp>
      <p:graphicFrame>
        <p:nvGraphicFramePr>
          <p:cNvPr id="15368" name="Object 10"/>
          <p:cNvGraphicFramePr>
            <a:graphicFrameLocks noChangeAspect="1"/>
          </p:cNvGraphicFramePr>
          <p:nvPr/>
        </p:nvGraphicFramePr>
        <p:xfrm>
          <a:off x="4892675" y="4759325"/>
          <a:ext cx="3630613" cy="765175"/>
        </p:xfrm>
        <a:graphic>
          <a:graphicData uri="http://schemas.openxmlformats.org/presentationml/2006/ole">
            <mc:AlternateContent xmlns:mc="http://schemas.openxmlformats.org/markup-compatibility/2006">
              <mc:Choice xmlns:v="urn:schemas-microsoft-com:vml" Requires="v">
                <p:oleObj spid="_x0000_s2" name="" r:id="rId3" imgW="3975100" imgH="838200" progId="Equation.DSMT4">
                  <p:embed/>
                </p:oleObj>
              </mc:Choice>
              <mc:Fallback>
                <p:oleObj name="" r:id="rId3" imgW="3975100" imgH="838200" progId="Equation.DSMT4">
                  <p:embed/>
                  <p:pic>
                    <p:nvPicPr>
                      <p:cNvPr id="0" name="图片 3085"/>
                      <p:cNvPicPr/>
                      <p:nvPr/>
                    </p:nvPicPr>
                    <p:blipFill>
                      <a:blip r:embed="rId4"/>
                      <a:stretch>
                        <a:fillRect/>
                      </a:stretch>
                    </p:blipFill>
                    <p:spPr>
                      <a:xfrm>
                        <a:off x="4892675" y="4759325"/>
                        <a:ext cx="3630613" cy="765175"/>
                      </a:xfrm>
                      <a:prstGeom prst="rect">
                        <a:avLst/>
                      </a:prstGeom>
                      <a:solidFill>
                        <a:srgbClr val="00FFFF"/>
                      </a:solidFill>
                      <a:ln w="38100">
                        <a:noFill/>
                        <a:miter/>
                      </a:ln>
                    </p:spPr>
                  </p:pic>
                </p:oleObj>
              </mc:Fallback>
            </mc:AlternateContent>
          </a:graphicData>
        </a:graphic>
      </p:graphicFrame>
      <p:graphicFrame>
        <p:nvGraphicFramePr>
          <p:cNvPr id="15369" name="Object 12"/>
          <p:cNvGraphicFramePr>
            <a:graphicFrameLocks noChangeAspect="1"/>
          </p:cNvGraphicFramePr>
          <p:nvPr/>
        </p:nvGraphicFramePr>
        <p:xfrm>
          <a:off x="4437063" y="4005263"/>
          <a:ext cx="2886075" cy="407987"/>
        </p:xfrm>
        <a:graphic>
          <a:graphicData uri="http://schemas.openxmlformats.org/presentationml/2006/ole">
            <mc:AlternateContent xmlns:mc="http://schemas.openxmlformats.org/markup-compatibility/2006">
              <mc:Choice xmlns:v="urn:schemas-microsoft-com:vml" Requires="v">
                <p:oleObj spid="_x0000_s3" name="" r:id="rId5" imgW="2755900" imgH="495300" progId="Equation.DSMT4">
                  <p:embed/>
                </p:oleObj>
              </mc:Choice>
              <mc:Fallback>
                <p:oleObj name="" r:id="rId5" imgW="2755900" imgH="495300" progId="Equation.DSMT4">
                  <p:embed/>
                  <p:pic>
                    <p:nvPicPr>
                      <p:cNvPr id="0" name="图片 3080"/>
                      <p:cNvPicPr/>
                      <p:nvPr/>
                    </p:nvPicPr>
                    <p:blipFill>
                      <a:blip r:embed="rId6"/>
                      <a:stretch>
                        <a:fillRect/>
                      </a:stretch>
                    </p:blipFill>
                    <p:spPr>
                      <a:xfrm>
                        <a:off x="4437063" y="4005263"/>
                        <a:ext cx="2886075" cy="407987"/>
                      </a:xfrm>
                      <a:prstGeom prst="rect">
                        <a:avLst/>
                      </a:prstGeom>
                      <a:solidFill>
                        <a:srgbClr val="00FFFF"/>
                      </a:solidFill>
                      <a:ln w="38100">
                        <a:noFill/>
                        <a:miter/>
                      </a:ln>
                    </p:spPr>
                  </p:pic>
                </p:oleObj>
              </mc:Fallback>
            </mc:AlternateContent>
          </a:graphicData>
        </a:graphic>
      </p:graphicFrame>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wipe(down)">
                                      <p:cBhvr>
                                        <p:cTn id="7" dur="500"/>
                                        <p:tgtEl>
                                          <p:spTgt spid="286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p:nvPr/>
        </p:nvSpPr>
        <p:spPr>
          <a:xfrm>
            <a:off x="1524000" y="2820988"/>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grpSp>
        <p:nvGrpSpPr>
          <p:cNvPr id="16387" name="Group 3"/>
          <p:cNvGrpSpPr/>
          <p:nvPr/>
        </p:nvGrpSpPr>
        <p:grpSpPr>
          <a:xfrm>
            <a:off x="2784475" y="506413"/>
            <a:ext cx="3435350" cy="950912"/>
            <a:chOff x="930" y="500"/>
            <a:chExt cx="2164" cy="599"/>
          </a:xfrm>
        </p:grpSpPr>
        <p:graphicFrame>
          <p:nvGraphicFramePr>
            <p:cNvPr id="16402" name="Object 4"/>
            <p:cNvGraphicFramePr/>
            <p:nvPr/>
          </p:nvGraphicFramePr>
          <p:xfrm>
            <a:off x="1601" y="500"/>
            <a:ext cx="1493" cy="599"/>
          </p:xfrm>
          <a:graphic>
            <a:graphicData uri="http://schemas.openxmlformats.org/presentationml/2006/ole">
              <mc:AlternateContent xmlns:mc="http://schemas.openxmlformats.org/markup-compatibility/2006">
                <mc:Choice xmlns:v="urn:schemas-microsoft-com:vml" Requires="v">
                  <p:oleObj spid="_x0000_s6" name="" r:id="rId1" imgW="1028700" imgH="419100" progId="Equation.DSMT4">
                    <p:embed/>
                  </p:oleObj>
                </mc:Choice>
                <mc:Fallback>
                  <p:oleObj name="" r:id="rId1" imgW="1028700" imgH="419100" progId="Equation.DSMT4">
                    <p:embed/>
                    <p:pic>
                      <p:nvPicPr>
                        <p:cNvPr id="0" name="图片 3083"/>
                        <p:cNvPicPr/>
                        <p:nvPr/>
                      </p:nvPicPr>
                      <p:blipFill>
                        <a:blip r:embed="rId2"/>
                        <a:stretch>
                          <a:fillRect/>
                        </a:stretch>
                      </p:blipFill>
                      <p:spPr>
                        <a:xfrm>
                          <a:off x="1601" y="500"/>
                          <a:ext cx="1493" cy="599"/>
                        </a:xfrm>
                        <a:prstGeom prst="rect">
                          <a:avLst/>
                        </a:prstGeom>
                        <a:noFill/>
                        <a:ln w="38100">
                          <a:noFill/>
                          <a:miter/>
                        </a:ln>
                      </p:spPr>
                    </p:pic>
                  </p:oleObj>
                </mc:Fallback>
              </mc:AlternateContent>
            </a:graphicData>
          </a:graphic>
        </p:graphicFrame>
        <p:sp>
          <p:nvSpPr>
            <p:cNvPr id="16403" name="AutoShape 5"/>
            <p:cNvSpPr/>
            <p:nvPr/>
          </p:nvSpPr>
          <p:spPr>
            <a:xfrm>
              <a:off x="930" y="709"/>
              <a:ext cx="317" cy="136"/>
            </a:xfrm>
            <a:prstGeom prst="rightArrow">
              <a:avLst>
                <a:gd name="adj1" fmla="val 50000"/>
                <a:gd name="adj2" fmla="val 58272"/>
              </a:avLst>
            </a:prstGeom>
            <a:noFill/>
            <a:ln w="25400" cap="flat" cmpd="sng">
              <a:solidFill>
                <a:schemeClr val="tx2"/>
              </a:solidFill>
              <a:prstDash val="solid"/>
              <a:miter/>
              <a:headEnd type="none" w="med" len="med"/>
              <a:tailEnd type="none" w="lg" len="lg"/>
            </a:ln>
          </p:spPr>
          <p:txBody>
            <a:bodyPr wrap="none" anchor="ctr" anchorCtr="0"/>
            <a:lstStyle/>
            <a:p>
              <a:endParaRPr lang="zh-CN" altLang="en-US" dirty="0">
                <a:latin typeface="Arial" panose="020B0604020202020204" pitchFamily="34" charset="0"/>
              </a:endParaRPr>
            </a:p>
          </p:txBody>
        </p:sp>
      </p:grpSp>
      <p:grpSp>
        <p:nvGrpSpPr>
          <p:cNvPr id="29702" name="Group 6"/>
          <p:cNvGrpSpPr/>
          <p:nvPr/>
        </p:nvGrpSpPr>
        <p:grpSpPr>
          <a:xfrm>
            <a:off x="2640013" y="1771651"/>
            <a:ext cx="3860799" cy="530224"/>
            <a:chOff x="839" y="1252"/>
            <a:chExt cx="2432" cy="334"/>
          </a:xfrm>
        </p:grpSpPr>
        <p:sp>
          <p:nvSpPr>
            <p:cNvPr id="16400" name="Rectangle 7"/>
            <p:cNvSpPr/>
            <p:nvPr/>
          </p:nvSpPr>
          <p:spPr>
            <a:xfrm>
              <a:off x="839" y="1252"/>
              <a:ext cx="2432" cy="329"/>
            </a:xfrm>
            <a:prstGeom prst="rect">
              <a:avLst/>
            </a:prstGeom>
            <a:noFill/>
            <a:ln w="25400">
              <a:noFill/>
            </a:ln>
          </p:spPr>
          <p:txBody>
            <a:bodyPr wrap="none" anchor="ctr" anchorCtr="0">
              <a:spAutoFit/>
            </a:bodyPr>
            <a:lstStyle/>
            <a:p>
              <a:r>
                <a:rPr lang="zh-CN" altLang="en-US" sz="2800" b="1" dirty="0">
                  <a:solidFill>
                    <a:srgbClr val="0000FF"/>
                  </a:solidFill>
                  <a:latin typeface="黑体" panose="02010609060101010101" pitchFamily="49" charset="-122"/>
                  <a:ea typeface="黑体" panose="02010609060101010101" pitchFamily="49" charset="-122"/>
                </a:rPr>
                <a:t>而 </a:t>
              </a:r>
              <a:r>
                <a:rPr lang="zh-CN" altLang="en-US" sz="2800" b="1" dirty="0">
                  <a:latin typeface="宋体" panose="02010600030101010101" pitchFamily="2" charset="-122"/>
                </a:rPr>
                <a:t>            </a:t>
              </a:r>
              <a:r>
                <a:rPr lang="zh-CN" altLang="en-US" sz="2800" b="1" dirty="0">
                  <a:solidFill>
                    <a:srgbClr val="0000FF"/>
                  </a:solidFill>
                  <a:latin typeface="黑体" panose="02010609060101010101" pitchFamily="49" charset="-122"/>
                  <a:ea typeface="黑体" panose="02010609060101010101" pitchFamily="49" charset="-122"/>
                </a:rPr>
                <a:t>变为</a:t>
              </a:r>
              <a:r>
                <a:rPr lang="zh-CN" altLang="en-US" sz="2800" b="1" dirty="0">
                  <a:latin typeface="Times New Roman" panose="02020603050405020304" charset="0"/>
                </a:rPr>
                <a:t> </a:t>
              </a:r>
              <a:r>
                <a:rPr lang="zh-CN" altLang="en-US" sz="2800" b="1" dirty="0">
                  <a:latin typeface="宋体" panose="02010600030101010101" pitchFamily="2" charset="-122"/>
                </a:rPr>
                <a:t> </a:t>
              </a:r>
              <a:endParaRPr lang="zh-CN" altLang="en-US" sz="2800" b="1" dirty="0">
                <a:latin typeface="宋体" panose="02010600030101010101" pitchFamily="2" charset="-122"/>
              </a:endParaRPr>
            </a:p>
          </p:txBody>
        </p:sp>
        <p:graphicFrame>
          <p:nvGraphicFramePr>
            <p:cNvPr id="16401" name="Object 8"/>
            <p:cNvGraphicFramePr>
              <a:graphicFrameLocks noChangeAspect="1"/>
            </p:cNvGraphicFramePr>
            <p:nvPr/>
          </p:nvGraphicFramePr>
          <p:xfrm>
            <a:off x="1247" y="1298"/>
            <a:ext cx="1179" cy="288"/>
          </p:xfrm>
          <a:graphic>
            <a:graphicData uri="http://schemas.openxmlformats.org/presentationml/2006/ole">
              <mc:AlternateContent xmlns:mc="http://schemas.openxmlformats.org/markup-compatibility/2006">
                <mc:Choice xmlns:v="urn:schemas-microsoft-com:vml" Requires="v">
                  <p:oleObj spid="_x0000_s2" name="" r:id="rId3" imgW="1777365" imgH="431800" progId="Equation.DSMT4">
                    <p:embed/>
                  </p:oleObj>
                </mc:Choice>
                <mc:Fallback>
                  <p:oleObj name="" r:id="rId3" imgW="1777365" imgH="431800" progId="Equation.DSMT4">
                    <p:embed/>
                    <p:pic>
                      <p:nvPicPr>
                        <p:cNvPr id="0" name="图片 3081"/>
                        <p:cNvPicPr/>
                        <p:nvPr/>
                      </p:nvPicPr>
                      <p:blipFill>
                        <a:blip r:embed="rId4"/>
                        <a:stretch>
                          <a:fillRect/>
                        </a:stretch>
                      </p:blipFill>
                      <p:spPr>
                        <a:xfrm>
                          <a:off x="1247" y="1298"/>
                          <a:ext cx="1179" cy="288"/>
                        </a:xfrm>
                        <a:prstGeom prst="rect">
                          <a:avLst/>
                        </a:prstGeom>
                        <a:noFill/>
                        <a:ln w="38100">
                          <a:noFill/>
                          <a:miter/>
                        </a:ln>
                      </p:spPr>
                    </p:pic>
                  </p:oleObj>
                </mc:Fallback>
              </mc:AlternateContent>
            </a:graphicData>
          </a:graphic>
        </p:graphicFrame>
      </p:grpSp>
      <p:graphicFrame>
        <p:nvGraphicFramePr>
          <p:cNvPr id="29706" name="Object 10"/>
          <p:cNvGraphicFramePr/>
          <p:nvPr/>
        </p:nvGraphicFramePr>
        <p:xfrm>
          <a:off x="6423025" y="1514475"/>
          <a:ext cx="2838450" cy="958850"/>
        </p:xfrm>
        <a:graphic>
          <a:graphicData uri="http://schemas.openxmlformats.org/presentationml/2006/ole">
            <mc:AlternateContent xmlns:mc="http://schemas.openxmlformats.org/markup-compatibility/2006">
              <mc:Choice xmlns:v="urn:schemas-microsoft-com:vml" Requires="v">
                <p:oleObj spid="_x0000_s3" name="" r:id="rId5" imgW="1320165" imgH="406400" progId="Equation.DSMT4">
                  <p:embed/>
                </p:oleObj>
              </mc:Choice>
              <mc:Fallback>
                <p:oleObj name="" r:id="rId5" imgW="1320165" imgH="406400" progId="Equation.DSMT4">
                  <p:embed/>
                  <p:pic>
                    <p:nvPicPr>
                      <p:cNvPr id="0" name="图片 3084"/>
                      <p:cNvPicPr/>
                      <p:nvPr/>
                    </p:nvPicPr>
                    <p:blipFill>
                      <a:blip r:embed="rId6"/>
                      <a:stretch>
                        <a:fillRect/>
                      </a:stretch>
                    </p:blipFill>
                    <p:spPr>
                      <a:xfrm>
                        <a:off x="6423025" y="1514475"/>
                        <a:ext cx="2838450" cy="958850"/>
                      </a:xfrm>
                      <a:prstGeom prst="rect">
                        <a:avLst/>
                      </a:prstGeom>
                      <a:noFill/>
                      <a:ln w="38100">
                        <a:noFill/>
                        <a:miter/>
                      </a:ln>
                    </p:spPr>
                  </p:pic>
                </p:oleObj>
              </mc:Fallback>
            </mc:AlternateContent>
          </a:graphicData>
        </a:graphic>
      </p:graphicFrame>
      <p:sp>
        <p:nvSpPr>
          <p:cNvPr id="29707" name="Rectangle 11"/>
          <p:cNvSpPr/>
          <p:nvPr/>
        </p:nvSpPr>
        <p:spPr>
          <a:xfrm>
            <a:off x="2640013" y="3283109"/>
            <a:ext cx="2865120" cy="521970"/>
          </a:xfrm>
          <a:prstGeom prst="rect">
            <a:avLst/>
          </a:prstGeom>
          <a:noFill/>
          <a:ln w="25400">
            <a:noFill/>
          </a:ln>
        </p:spPr>
        <p:txBody>
          <a:bodyPr wrap="none" anchor="ctr" anchorCtr="0">
            <a:spAutoFit/>
          </a:bodyPr>
          <a:lstStyle/>
          <a:p>
            <a:r>
              <a:rPr lang="zh-CN" altLang="en-US" sz="2800" b="1" dirty="0">
                <a:solidFill>
                  <a:srgbClr val="0000FF"/>
                </a:solidFill>
                <a:latin typeface="黑体" panose="02010609060101010101" pitchFamily="49" charset="-122"/>
                <a:ea typeface="黑体" panose="02010609060101010101" pitchFamily="49" charset="-122"/>
              </a:rPr>
              <a:t>解常微分方程得</a:t>
            </a:r>
            <a:r>
              <a:rPr lang="zh-CN" altLang="en-US" sz="2800" b="1" dirty="0">
                <a:latin typeface="宋体" panose="02010600030101010101" pitchFamily="2" charset="-122"/>
              </a:rPr>
              <a:t> </a:t>
            </a:r>
            <a:endParaRPr lang="zh-CN" altLang="en-US" sz="2800" b="1" dirty="0">
              <a:latin typeface="宋体" panose="02010600030101010101" pitchFamily="2" charset="-122"/>
            </a:endParaRPr>
          </a:p>
        </p:txBody>
      </p:sp>
      <p:sp>
        <p:nvSpPr>
          <p:cNvPr id="29708" name="Line 12"/>
          <p:cNvSpPr/>
          <p:nvPr/>
        </p:nvSpPr>
        <p:spPr>
          <a:xfrm>
            <a:off x="3935413" y="1557338"/>
            <a:ext cx="2232025" cy="0"/>
          </a:xfrm>
          <a:prstGeom prst="line">
            <a:avLst/>
          </a:prstGeom>
          <a:ln w="25400" cap="flat" cmpd="sng">
            <a:solidFill>
              <a:schemeClr val="tx2"/>
            </a:solidFill>
            <a:prstDash val="solid"/>
            <a:headEnd type="none" w="med" len="med"/>
            <a:tailEnd type="none" w="lg" len="lg"/>
          </a:ln>
        </p:spPr>
        <p:txBody>
          <a:bodyPr/>
          <a:lstStyle/>
          <a:p>
            <a:endParaRPr lang="zh-CN" altLang="en-US"/>
          </a:p>
        </p:txBody>
      </p:sp>
      <p:sp>
        <p:nvSpPr>
          <p:cNvPr id="29709" name="Line 13"/>
          <p:cNvSpPr/>
          <p:nvPr/>
        </p:nvSpPr>
        <p:spPr>
          <a:xfrm>
            <a:off x="6456363" y="2492375"/>
            <a:ext cx="2735262" cy="0"/>
          </a:xfrm>
          <a:prstGeom prst="line">
            <a:avLst/>
          </a:prstGeom>
          <a:ln w="25400" cap="flat" cmpd="sng">
            <a:solidFill>
              <a:schemeClr val="tx2"/>
            </a:solidFill>
            <a:prstDash val="solid"/>
            <a:headEnd type="none" w="med" len="med"/>
            <a:tailEnd type="none" w="lg" len="lg"/>
          </a:ln>
        </p:spPr>
        <p:txBody>
          <a:bodyPr/>
          <a:lstStyle/>
          <a:p>
            <a:endParaRPr lang="zh-CN" altLang="en-US"/>
          </a:p>
        </p:txBody>
      </p:sp>
      <p:graphicFrame>
        <p:nvGraphicFramePr>
          <p:cNvPr id="29710" name="Object 14"/>
          <p:cNvGraphicFramePr/>
          <p:nvPr/>
        </p:nvGraphicFramePr>
        <p:xfrm>
          <a:off x="5740400" y="2952750"/>
          <a:ext cx="4240213" cy="1525588"/>
        </p:xfrm>
        <a:graphic>
          <a:graphicData uri="http://schemas.openxmlformats.org/presentationml/2006/ole">
            <mc:AlternateContent xmlns:mc="http://schemas.openxmlformats.org/markup-compatibility/2006">
              <mc:Choice xmlns:v="urn:schemas-microsoft-com:vml" Requires="v">
                <p:oleObj spid="_x0000_s4" name="" r:id="rId7" imgW="2108200" imgH="660400" progId="Equation.DSMT4">
                  <p:embed/>
                </p:oleObj>
              </mc:Choice>
              <mc:Fallback>
                <p:oleObj name="" r:id="rId7" imgW="2108200" imgH="660400" progId="Equation.DSMT4">
                  <p:embed/>
                  <p:pic>
                    <p:nvPicPr>
                      <p:cNvPr id="0" name="图片 3088"/>
                      <p:cNvPicPr/>
                      <p:nvPr/>
                    </p:nvPicPr>
                    <p:blipFill>
                      <a:blip r:embed="rId8"/>
                      <a:stretch>
                        <a:fillRect/>
                      </a:stretch>
                    </p:blipFill>
                    <p:spPr>
                      <a:xfrm>
                        <a:off x="5740400" y="2952750"/>
                        <a:ext cx="4240213" cy="1525588"/>
                      </a:xfrm>
                      <a:prstGeom prst="rect">
                        <a:avLst/>
                      </a:prstGeom>
                      <a:noFill/>
                      <a:ln w="38100">
                        <a:noFill/>
                        <a:miter/>
                      </a:ln>
                    </p:spPr>
                  </p:pic>
                </p:oleObj>
              </mc:Fallback>
            </mc:AlternateContent>
          </a:graphicData>
        </a:graphic>
      </p:graphicFrame>
      <p:sp>
        <p:nvSpPr>
          <p:cNvPr id="29711" name="Rectangle 15"/>
          <p:cNvSpPr/>
          <p:nvPr/>
        </p:nvSpPr>
        <p:spPr>
          <a:xfrm>
            <a:off x="2640013" y="4795997"/>
            <a:ext cx="3757930" cy="521970"/>
          </a:xfrm>
          <a:prstGeom prst="rect">
            <a:avLst/>
          </a:prstGeom>
          <a:noFill/>
          <a:ln w="25400">
            <a:noFill/>
          </a:ln>
        </p:spPr>
        <p:txBody>
          <a:bodyPr wrap="none" anchor="ctr" anchorCtr="0">
            <a:spAutoFit/>
          </a:bodyPr>
          <a:lstStyle/>
          <a:p>
            <a:r>
              <a:rPr lang="zh-CN" altLang="en-US" sz="2800" b="1" dirty="0">
                <a:solidFill>
                  <a:srgbClr val="0000FF"/>
                </a:solidFill>
                <a:latin typeface="黑体" panose="02010609060101010101" pitchFamily="49" charset="-122"/>
                <a:ea typeface="黑体" panose="02010609060101010101" pitchFamily="49" charset="-122"/>
              </a:rPr>
              <a:t>取拉普拉斯逆变换，得</a:t>
            </a:r>
            <a:endParaRPr lang="zh-CN" altLang="en-US" sz="2800" b="1" dirty="0">
              <a:solidFill>
                <a:srgbClr val="0000FF"/>
              </a:solidFill>
              <a:latin typeface="黑体" panose="02010609060101010101" pitchFamily="49" charset="-122"/>
              <a:ea typeface="黑体" panose="02010609060101010101" pitchFamily="49" charset="-122"/>
            </a:endParaRPr>
          </a:p>
        </p:txBody>
      </p:sp>
      <p:grpSp>
        <p:nvGrpSpPr>
          <p:cNvPr id="29713" name="Group 17"/>
          <p:cNvGrpSpPr/>
          <p:nvPr/>
        </p:nvGrpSpPr>
        <p:grpSpPr>
          <a:xfrm>
            <a:off x="2711450" y="4676775"/>
            <a:ext cx="7705725" cy="1636713"/>
            <a:chOff x="748" y="2946"/>
            <a:chExt cx="4854" cy="1031"/>
          </a:xfrm>
        </p:grpSpPr>
        <p:graphicFrame>
          <p:nvGraphicFramePr>
            <p:cNvPr id="16396" name="Object 18"/>
            <p:cNvGraphicFramePr>
              <a:graphicFrameLocks noChangeAspect="1"/>
            </p:cNvGraphicFramePr>
            <p:nvPr/>
          </p:nvGraphicFramePr>
          <p:xfrm>
            <a:off x="748" y="3430"/>
            <a:ext cx="3692" cy="547"/>
          </p:xfrm>
          <a:graphic>
            <a:graphicData uri="http://schemas.openxmlformats.org/presentationml/2006/ole">
              <mc:AlternateContent xmlns:mc="http://schemas.openxmlformats.org/markup-compatibility/2006">
                <mc:Choice xmlns:v="urn:schemas-microsoft-com:vml" Requires="v">
                  <p:oleObj spid="_x0000_s5" name="" r:id="rId9" imgW="5676900" imgH="838200" progId="Equation.DSMT4">
                    <p:embed/>
                  </p:oleObj>
                </mc:Choice>
                <mc:Fallback>
                  <p:oleObj name="" r:id="rId9" imgW="5676900" imgH="838200" progId="Equation.DSMT4">
                    <p:embed/>
                    <p:pic>
                      <p:nvPicPr>
                        <p:cNvPr id="0" name="图片 3087"/>
                        <p:cNvPicPr/>
                        <p:nvPr/>
                      </p:nvPicPr>
                      <p:blipFill>
                        <a:blip r:embed="rId10"/>
                        <a:stretch>
                          <a:fillRect/>
                        </a:stretch>
                      </p:blipFill>
                      <p:spPr>
                        <a:xfrm>
                          <a:off x="748" y="3430"/>
                          <a:ext cx="3692" cy="547"/>
                        </a:xfrm>
                        <a:prstGeom prst="rect">
                          <a:avLst/>
                        </a:prstGeom>
                        <a:noFill/>
                        <a:ln w="38100">
                          <a:noFill/>
                          <a:miter/>
                        </a:ln>
                      </p:spPr>
                    </p:pic>
                  </p:oleObj>
                </mc:Fallback>
              </mc:AlternateContent>
            </a:graphicData>
          </a:graphic>
        </p:graphicFrame>
        <p:grpSp>
          <p:nvGrpSpPr>
            <p:cNvPr id="16397" name="Group 19"/>
            <p:cNvGrpSpPr/>
            <p:nvPr/>
          </p:nvGrpSpPr>
          <p:grpSpPr>
            <a:xfrm>
              <a:off x="3696" y="2946"/>
              <a:ext cx="1906" cy="484"/>
              <a:chOff x="3696" y="2991"/>
              <a:chExt cx="1906" cy="484"/>
            </a:xfrm>
          </p:grpSpPr>
          <p:graphicFrame>
            <p:nvGraphicFramePr>
              <p:cNvPr id="16398" name="Object 20"/>
              <p:cNvGraphicFramePr/>
              <p:nvPr/>
            </p:nvGraphicFramePr>
            <p:xfrm>
              <a:off x="3696" y="2991"/>
              <a:ext cx="1839" cy="469"/>
            </p:xfrm>
            <a:graphic>
              <a:graphicData uri="http://schemas.openxmlformats.org/presentationml/2006/ole">
                <mc:AlternateContent xmlns:mc="http://schemas.openxmlformats.org/markup-compatibility/2006">
                  <mc:Choice xmlns:v="urn:schemas-microsoft-com:vml" Requires="v">
                    <p:oleObj spid="_x0000_s7" name="" r:id="rId11" imgW="1536065" imgH="406400" progId="Equation.DSMT4">
                      <p:embed/>
                    </p:oleObj>
                  </mc:Choice>
                  <mc:Fallback>
                    <p:oleObj name="" r:id="rId11" imgW="1536065" imgH="406400" progId="Equation.DSMT4">
                      <p:embed/>
                      <p:pic>
                        <p:nvPicPr>
                          <p:cNvPr id="0" name="图片 3089"/>
                          <p:cNvPicPr/>
                          <p:nvPr/>
                        </p:nvPicPr>
                        <p:blipFill>
                          <a:blip r:embed="rId12"/>
                          <a:stretch>
                            <a:fillRect/>
                          </a:stretch>
                        </p:blipFill>
                        <p:spPr>
                          <a:xfrm>
                            <a:off x="3696" y="2991"/>
                            <a:ext cx="1839" cy="469"/>
                          </a:xfrm>
                          <a:prstGeom prst="rect">
                            <a:avLst/>
                          </a:prstGeom>
                          <a:solidFill>
                            <a:srgbClr val="00FFFF"/>
                          </a:solidFill>
                          <a:ln w="38100">
                            <a:noFill/>
                            <a:miter/>
                          </a:ln>
                        </p:spPr>
                      </p:pic>
                    </p:oleObj>
                  </mc:Fallback>
                </mc:AlternateContent>
              </a:graphicData>
            </a:graphic>
          </p:graphicFrame>
          <p:sp>
            <p:nvSpPr>
              <p:cNvPr id="16399" name="Rectangle 21"/>
              <p:cNvSpPr/>
              <p:nvPr/>
            </p:nvSpPr>
            <p:spPr>
              <a:xfrm>
                <a:off x="3696" y="3022"/>
                <a:ext cx="1906" cy="453"/>
              </a:xfrm>
              <a:prstGeom prst="rect">
                <a:avLst/>
              </a:prstGeom>
              <a:noFill/>
              <a:ln w="25400" cap="flat" cmpd="sng">
                <a:solidFill>
                  <a:schemeClr val="tx2"/>
                </a:solidFill>
                <a:prstDash val="solid"/>
                <a:miter/>
                <a:headEnd type="none" w="med" len="med"/>
                <a:tailEnd type="none" w="lg" len="lg"/>
              </a:ln>
            </p:spPr>
            <p:txBody>
              <a:bodyPr wrap="none" anchor="ctr" anchorCtr="0"/>
              <a:lstStyle/>
              <a:p>
                <a:endParaRPr lang="zh-CN" altLang="en-US" dirty="0">
                  <a:latin typeface="Arial" panose="020B0604020202020204" pitchFamily="34" charset="0"/>
                </a:endParaRPr>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29702"/>
                                        </p:tgtEl>
                                        <p:attrNameLst>
                                          <p:attrName>style.visibility</p:attrName>
                                        </p:attrNameLst>
                                      </p:cBhvr>
                                      <p:to>
                                        <p:strVal val="visible"/>
                                      </p:to>
                                    </p:set>
                                    <p:animEffect transition="in" filter="wipe(down)">
                                      <p:cBhvr>
                                        <p:cTn id="7" dur="500"/>
                                        <p:tgtEl>
                                          <p:spTgt spid="2970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29706"/>
                                        </p:tgtEl>
                                        <p:attrNameLst>
                                          <p:attrName>style.visibility</p:attrName>
                                        </p:attrNameLst>
                                      </p:cBhvr>
                                      <p:to>
                                        <p:strVal val="visible"/>
                                      </p:to>
                                    </p:set>
                                    <p:animEffect transition="in" filter="wipe(down)">
                                      <p:cBhvr>
                                        <p:cTn id="12" dur="500"/>
                                        <p:tgtEl>
                                          <p:spTgt spid="2970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9708"/>
                                        </p:tgtEl>
                                        <p:attrNameLst>
                                          <p:attrName>style.visibility</p:attrName>
                                        </p:attrNameLst>
                                      </p:cBhvr>
                                      <p:to>
                                        <p:strVal val="visible"/>
                                      </p:to>
                                    </p:set>
                                    <p:animEffect transition="in" filter="wipe(down)">
                                      <p:cBhvr>
                                        <p:cTn id="17" dur="500"/>
                                        <p:tgtEl>
                                          <p:spTgt spid="2970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29709"/>
                                        </p:tgtEl>
                                        <p:attrNameLst>
                                          <p:attrName>style.visibility</p:attrName>
                                        </p:attrNameLst>
                                      </p:cBhvr>
                                      <p:to>
                                        <p:strVal val="visible"/>
                                      </p:to>
                                    </p:set>
                                    <p:animEffect transition="in" filter="wipe(down)">
                                      <p:cBhvr>
                                        <p:cTn id="22" dur="500"/>
                                        <p:tgtEl>
                                          <p:spTgt spid="2970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29707"/>
                                        </p:tgtEl>
                                        <p:attrNameLst>
                                          <p:attrName>style.visibility</p:attrName>
                                        </p:attrNameLst>
                                      </p:cBhvr>
                                      <p:to>
                                        <p:strVal val="visible"/>
                                      </p:to>
                                    </p:set>
                                    <p:animEffect transition="in" filter="wipe(down)">
                                      <p:cBhvr>
                                        <p:cTn id="27" dur="500"/>
                                        <p:tgtEl>
                                          <p:spTgt spid="2970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1" fill="hold" nodeType="clickEffect">
                                  <p:stCondLst>
                                    <p:cond delay="0"/>
                                  </p:stCondLst>
                                  <p:childTnLst>
                                    <p:set>
                                      <p:cBhvr>
                                        <p:cTn id="31" dur="1" fill="hold">
                                          <p:stCondLst>
                                            <p:cond delay="0"/>
                                          </p:stCondLst>
                                        </p:cTn>
                                        <p:tgtEl>
                                          <p:spTgt spid="29710"/>
                                        </p:tgtEl>
                                        <p:attrNameLst>
                                          <p:attrName>style.visibility</p:attrName>
                                        </p:attrNameLst>
                                      </p:cBhvr>
                                      <p:to>
                                        <p:strVal val="visible"/>
                                      </p:to>
                                    </p:set>
                                    <p:animEffect transition="in" filter="wipe(up)">
                                      <p:cBhvr>
                                        <p:cTn id="32" dur="500"/>
                                        <p:tgtEl>
                                          <p:spTgt spid="29710"/>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29711"/>
                                        </p:tgtEl>
                                        <p:attrNameLst>
                                          <p:attrName>style.visibility</p:attrName>
                                        </p:attrNameLst>
                                      </p:cBhvr>
                                      <p:to>
                                        <p:strVal val="visible"/>
                                      </p:to>
                                    </p:set>
                                    <p:animEffect transition="in" filter="wipe(down)">
                                      <p:cBhvr>
                                        <p:cTn id="37" dur="500"/>
                                        <p:tgtEl>
                                          <p:spTgt spid="29711"/>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29713"/>
                                        </p:tgtEl>
                                        <p:attrNameLst>
                                          <p:attrName>style.visibility</p:attrName>
                                        </p:attrNameLst>
                                      </p:cBhvr>
                                      <p:to>
                                        <p:strVal val="visible"/>
                                      </p:to>
                                    </p:set>
                                    <p:animEffect transition="in" filter="wipe(down)">
                                      <p:cBhvr>
                                        <p:cTn id="42" dur="500"/>
                                        <p:tgtEl>
                                          <p:spTgt spid="297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707" grpId="0"/>
      <p:bldP spid="29711"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p:nvPr/>
        </p:nvSpPr>
        <p:spPr>
          <a:xfrm>
            <a:off x="2279650" y="617221"/>
            <a:ext cx="8120063" cy="953135"/>
          </a:xfrm>
          <a:prstGeom prst="rect">
            <a:avLst/>
          </a:prstGeom>
          <a:noFill/>
          <a:ln w="25400">
            <a:noFill/>
          </a:ln>
        </p:spPr>
        <p:txBody>
          <a:bodyPr anchor="ctr" anchorCtr="0">
            <a:spAutoFit/>
          </a:bodyPr>
          <a:lstStyle/>
          <a:p>
            <a:pPr defTabSz="914400">
              <a:spcBef>
                <a:spcPct val="20000"/>
              </a:spcBef>
              <a:tabLst>
                <a:tab pos="485775" algn="l"/>
              </a:tabLst>
            </a:pPr>
            <a:r>
              <a:rPr lang="zh-CN" altLang="en-US" sz="2800" b="1" dirty="0">
                <a:solidFill>
                  <a:srgbClr val="0000FF"/>
                </a:solidFill>
                <a:latin typeface="黑体" panose="02010609060101010101" pitchFamily="49" charset="-122"/>
                <a:ea typeface="黑体" panose="02010609060101010101" pitchFamily="49" charset="-122"/>
              </a:rPr>
              <a:t>例：一条半无限长的杆，端点温度变化已知，杆的初始温度为</a:t>
            </a:r>
            <a:r>
              <a:rPr lang="en-US" altLang="zh-CN" sz="2800" b="1" dirty="0">
                <a:solidFill>
                  <a:srgbClr val="0000FF"/>
                </a:solidFill>
                <a:latin typeface="黑体" panose="02010609060101010101" pitchFamily="49" charset="-122"/>
                <a:ea typeface="黑体" panose="02010609060101010101" pitchFamily="49" charset="-122"/>
              </a:rPr>
              <a:t>0</a:t>
            </a:r>
            <a:r>
              <a:rPr lang="zh-CN" altLang="en-US" sz="2800" b="1" dirty="0">
                <a:solidFill>
                  <a:srgbClr val="0000FF"/>
                </a:solidFill>
                <a:latin typeface="黑体" panose="02010609060101010101" pitchFamily="49" charset="-122"/>
                <a:ea typeface="黑体" panose="02010609060101010101" pitchFamily="49" charset="-122"/>
              </a:rPr>
              <a:t>。求杆上温度分布规律。</a:t>
            </a:r>
            <a:endParaRPr lang="zh-CN" altLang="en-US" sz="2800" b="1" dirty="0">
              <a:solidFill>
                <a:srgbClr val="0000FF"/>
              </a:solidFill>
              <a:latin typeface="黑体" panose="02010609060101010101" pitchFamily="49" charset="-122"/>
              <a:ea typeface="黑体" panose="02010609060101010101" pitchFamily="49" charset="-122"/>
            </a:endParaRPr>
          </a:p>
        </p:txBody>
      </p:sp>
      <p:grpSp>
        <p:nvGrpSpPr>
          <p:cNvPr id="30723" name="Group 3"/>
          <p:cNvGrpSpPr/>
          <p:nvPr/>
        </p:nvGrpSpPr>
        <p:grpSpPr>
          <a:xfrm>
            <a:off x="2351088" y="1914526"/>
            <a:ext cx="5691187" cy="3171824"/>
            <a:chOff x="521" y="1206"/>
            <a:chExt cx="3585" cy="1998"/>
          </a:xfrm>
        </p:grpSpPr>
        <p:sp>
          <p:nvSpPr>
            <p:cNvPr id="17415" name="Rectangle 4"/>
            <p:cNvSpPr/>
            <p:nvPr/>
          </p:nvSpPr>
          <p:spPr>
            <a:xfrm>
              <a:off x="521" y="1206"/>
              <a:ext cx="2480" cy="329"/>
            </a:xfrm>
            <a:prstGeom prst="rect">
              <a:avLst/>
            </a:prstGeom>
            <a:noFill/>
            <a:ln w="25400">
              <a:noFill/>
            </a:ln>
          </p:spPr>
          <p:txBody>
            <a:bodyPr wrap="none" anchor="ctr" anchorCtr="0">
              <a:spAutoFit/>
            </a:bodyPr>
            <a:lstStyle/>
            <a:p>
              <a:pPr defTabSz="914400">
                <a:spcBef>
                  <a:spcPct val="20000"/>
                </a:spcBef>
                <a:tabLst>
                  <a:tab pos="485775" algn="l"/>
                </a:tabLst>
              </a:pPr>
              <a:r>
                <a:rPr lang="zh-CN" altLang="en-US" sz="2800" b="1" dirty="0">
                  <a:solidFill>
                    <a:srgbClr val="0000FF"/>
                  </a:solidFill>
                  <a:latin typeface="黑体" panose="02010609060101010101" pitchFamily="49" charset="-122"/>
                  <a:ea typeface="黑体" panose="02010609060101010101" pitchFamily="49" charset="-122"/>
                </a:rPr>
                <a:t>解： 需要求解定解问题</a:t>
              </a:r>
              <a:endParaRPr lang="zh-CN" altLang="en-US" sz="2800" b="1" dirty="0">
                <a:solidFill>
                  <a:srgbClr val="0000FF"/>
                </a:solidFill>
                <a:latin typeface="黑体" panose="02010609060101010101" pitchFamily="49" charset="-122"/>
                <a:ea typeface="黑体" panose="02010609060101010101" pitchFamily="49" charset="-122"/>
              </a:endParaRPr>
            </a:p>
          </p:txBody>
        </p:sp>
        <p:grpSp>
          <p:nvGrpSpPr>
            <p:cNvPr id="17416" name="Group 5"/>
            <p:cNvGrpSpPr/>
            <p:nvPr/>
          </p:nvGrpSpPr>
          <p:grpSpPr>
            <a:xfrm>
              <a:off x="1429" y="1661"/>
              <a:ext cx="2677" cy="1543"/>
              <a:chOff x="1565" y="1797"/>
              <a:chExt cx="2677" cy="1543"/>
            </a:xfrm>
          </p:grpSpPr>
          <p:graphicFrame>
            <p:nvGraphicFramePr>
              <p:cNvPr id="17417" name="Object 6"/>
              <p:cNvGraphicFramePr/>
              <p:nvPr/>
            </p:nvGraphicFramePr>
            <p:xfrm>
              <a:off x="1565" y="1797"/>
              <a:ext cx="2677" cy="1543"/>
            </p:xfrm>
            <a:graphic>
              <a:graphicData uri="http://schemas.openxmlformats.org/presentationml/2006/ole">
                <mc:AlternateContent xmlns:mc="http://schemas.openxmlformats.org/markup-compatibility/2006">
                  <mc:Choice xmlns:v="urn:schemas-microsoft-com:vml" Requires="v">
                    <p:oleObj spid="_x0000_s6" name="" r:id="rId1" imgW="1752600" imgH="1104900" progId="Equation.DSMT4">
                      <p:embed/>
                    </p:oleObj>
                  </mc:Choice>
                  <mc:Fallback>
                    <p:oleObj name="" r:id="rId1" imgW="1752600" imgH="1104900" progId="Equation.DSMT4">
                      <p:embed/>
                      <p:pic>
                        <p:nvPicPr>
                          <p:cNvPr id="0" name="图片 3090"/>
                          <p:cNvPicPr/>
                          <p:nvPr/>
                        </p:nvPicPr>
                        <p:blipFill>
                          <a:blip r:embed="rId2"/>
                          <a:stretch>
                            <a:fillRect/>
                          </a:stretch>
                        </p:blipFill>
                        <p:spPr>
                          <a:xfrm>
                            <a:off x="1565" y="1797"/>
                            <a:ext cx="2677" cy="1543"/>
                          </a:xfrm>
                          <a:prstGeom prst="rect">
                            <a:avLst/>
                          </a:prstGeom>
                          <a:solidFill>
                            <a:srgbClr val="00FFFF"/>
                          </a:solidFill>
                          <a:ln w="38100">
                            <a:noFill/>
                            <a:miter/>
                          </a:ln>
                        </p:spPr>
                      </p:pic>
                    </p:oleObj>
                  </mc:Fallback>
                </mc:AlternateContent>
              </a:graphicData>
            </a:graphic>
          </p:graphicFrame>
          <p:graphicFrame>
            <p:nvGraphicFramePr>
              <p:cNvPr id="17418" name="Object 7"/>
              <p:cNvGraphicFramePr>
                <a:graphicFrameLocks noChangeAspect="1"/>
              </p:cNvGraphicFramePr>
              <p:nvPr/>
            </p:nvGraphicFramePr>
            <p:xfrm>
              <a:off x="1701" y="2840"/>
              <a:ext cx="1270" cy="374"/>
            </p:xfrm>
            <a:graphic>
              <a:graphicData uri="http://schemas.openxmlformats.org/presentationml/2006/ole">
                <mc:AlternateContent xmlns:mc="http://schemas.openxmlformats.org/markup-compatibility/2006">
                  <mc:Choice xmlns:v="urn:schemas-microsoft-com:vml" Requires="v">
                    <p:oleObj spid="_x0000_s2" name="" r:id="rId3" imgW="862965" imgH="254000" progId="Equation.DSMT4">
                      <p:embed/>
                    </p:oleObj>
                  </mc:Choice>
                  <mc:Fallback>
                    <p:oleObj name="" r:id="rId3" imgW="862965" imgH="254000" progId="Equation.DSMT4">
                      <p:embed/>
                      <p:pic>
                        <p:nvPicPr>
                          <p:cNvPr id="0" name="图片 3093"/>
                          <p:cNvPicPr/>
                          <p:nvPr/>
                        </p:nvPicPr>
                        <p:blipFill>
                          <a:blip r:embed="rId4"/>
                          <a:stretch>
                            <a:fillRect/>
                          </a:stretch>
                        </p:blipFill>
                        <p:spPr>
                          <a:xfrm>
                            <a:off x="1701" y="2840"/>
                            <a:ext cx="1270" cy="374"/>
                          </a:xfrm>
                          <a:prstGeom prst="rect">
                            <a:avLst/>
                          </a:prstGeom>
                          <a:noFill/>
                          <a:ln w="38100">
                            <a:noFill/>
                            <a:miter/>
                          </a:ln>
                        </p:spPr>
                      </p:pic>
                    </p:oleObj>
                  </mc:Fallback>
                </mc:AlternateContent>
              </a:graphicData>
            </a:graphic>
          </p:graphicFrame>
        </p:grpSp>
      </p:grpSp>
      <p:sp>
        <p:nvSpPr>
          <p:cNvPr id="30728" name="Line 8"/>
          <p:cNvSpPr/>
          <p:nvPr/>
        </p:nvSpPr>
        <p:spPr>
          <a:xfrm>
            <a:off x="6240463" y="3357563"/>
            <a:ext cx="1727200" cy="0"/>
          </a:xfrm>
          <a:prstGeom prst="line">
            <a:avLst/>
          </a:prstGeom>
          <a:ln w="25400" cap="flat" cmpd="sng">
            <a:solidFill>
              <a:schemeClr val="tx2"/>
            </a:solidFill>
            <a:prstDash val="solid"/>
            <a:headEnd type="none" w="med" len="med"/>
            <a:tailEnd type="none" w="lg" len="lg"/>
          </a:ln>
        </p:spPr>
        <p:txBody>
          <a:bodyPr/>
          <a:lstStyle/>
          <a:p>
            <a:endParaRPr lang="zh-CN" altLang="en-US"/>
          </a:p>
        </p:txBody>
      </p:sp>
      <p:sp>
        <p:nvSpPr>
          <p:cNvPr id="30729" name="Line 9"/>
          <p:cNvSpPr/>
          <p:nvPr/>
        </p:nvSpPr>
        <p:spPr>
          <a:xfrm>
            <a:off x="4079875" y="4941888"/>
            <a:ext cx="1800225" cy="0"/>
          </a:xfrm>
          <a:prstGeom prst="line">
            <a:avLst/>
          </a:prstGeom>
          <a:ln w="25400" cap="flat" cmpd="sng">
            <a:solidFill>
              <a:schemeClr val="tx2"/>
            </a:solidFill>
            <a:prstDash val="solid"/>
            <a:headEnd type="none" w="med" len="med"/>
            <a:tailEnd type="none" w="lg" len="lg"/>
          </a:ln>
        </p:spPr>
        <p:txBody>
          <a:bodyPr/>
          <a:lstStyle/>
          <a:p>
            <a:endParaRPr lang="zh-CN" altLang="en-US"/>
          </a:p>
        </p:txBody>
      </p:sp>
      <p:sp>
        <p:nvSpPr>
          <p:cNvPr id="30730" name="Rectangle 10"/>
          <p:cNvSpPr/>
          <p:nvPr/>
        </p:nvSpPr>
        <p:spPr>
          <a:xfrm>
            <a:off x="2424113" y="5372259"/>
            <a:ext cx="8047990" cy="521970"/>
          </a:xfrm>
          <a:prstGeom prst="rect">
            <a:avLst/>
          </a:prstGeom>
          <a:noFill/>
          <a:ln w="25400">
            <a:noFill/>
          </a:ln>
        </p:spPr>
        <p:txBody>
          <a:bodyPr wrap="none" anchor="ctr" anchorCtr="0">
            <a:spAutoFit/>
          </a:bodyPr>
          <a:lstStyle/>
          <a:p>
            <a:r>
              <a:rPr lang="zh-CN" altLang="en-US" sz="2800" b="1" dirty="0">
                <a:solidFill>
                  <a:srgbClr val="0000FF"/>
                </a:solidFill>
                <a:latin typeface="黑体" panose="02010609060101010101" pitchFamily="49" charset="-122"/>
                <a:ea typeface="黑体" panose="02010609060101010101" pitchFamily="49" charset="-122"/>
              </a:rPr>
              <a:t>思考：需要对哪一个自变量进行哪一种积分变换？</a:t>
            </a:r>
            <a:endParaRPr lang="zh-CN" altLang="en-US" sz="28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0723"/>
                                        </p:tgtEl>
                                        <p:attrNameLst>
                                          <p:attrName>style.visibility</p:attrName>
                                        </p:attrNameLst>
                                      </p:cBhvr>
                                      <p:to>
                                        <p:strVal val="visible"/>
                                      </p:to>
                                    </p:set>
                                    <p:animEffect transition="in" filter="wipe(down)">
                                      <p:cBhvr>
                                        <p:cTn id="7" dur="500"/>
                                        <p:tgtEl>
                                          <p:spTgt spid="307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0730"/>
                                        </p:tgtEl>
                                        <p:attrNameLst>
                                          <p:attrName>style.visibility</p:attrName>
                                        </p:attrNameLst>
                                      </p:cBhvr>
                                      <p:to>
                                        <p:strVal val="visible"/>
                                      </p:to>
                                    </p:set>
                                    <p:animEffect transition="in" filter="wipe(down)">
                                      <p:cBhvr>
                                        <p:cTn id="12" dur="500"/>
                                        <p:tgtEl>
                                          <p:spTgt spid="3073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30728"/>
                                        </p:tgtEl>
                                        <p:attrNameLst>
                                          <p:attrName>style.visibility</p:attrName>
                                        </p:attrNameLst>
                                      </p:cBhvr>
                                      <p:to>
                                        <p:strVal val="visible"/>
                                      </p:to>
                                    </p:set>
                                    <p:animEffect transition="in" filter="wipe(down)">
                                      <p:cBhvr>
                                        <p:cTn id="17" dur="500"/>
                                        <p:tgtEl>
                                          <p:spTgt spid="3072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30729"/>
                                        </p:tgtEl>
                                        <p:attrNameLst>
                                          <p:attrName>style.visibility</p:attrName>
                                        </p:attrNameLst>
                                      </p:cBhvr>
                                      <p:to>
                                        <p:strVal val="visible"/>
                                      </p:to>
                                    </p:set>
                                    <p:animEffect transition="in" filter="wipe(down)">
                                      <p:cBhvr>
                                        <p:cTn id="22" dur="500"/>
                                        <p:tgtEl>
                                          <p:spTgt spid="307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p:nvPr/>
        </p:nvSpPr>
        <p:spPr>
          <a:xfrm>
            <a:off x="2566988" y="763746"/>
            <a:ext cx="4481195" cy="521970"/>
          </a:xfrm>
          <a:prstGeom prst="rect">
            <a:avLst/>
          </a:prstGeom>
          <a:noFill/>
          <a:ln w="25400">
            <a:noFill/>
          </a:ln>
        </p:spPr>
        <p:txBody>
          <a:bodyPr wrap="none" anchor="ctr" anchorCtr="0">
            <a:spAutoFit/>
          </a:bodyPr>
          <a:lstStyle/>
          <a:p>
            <a:r>
              <a:rPr lang="zh-CN" altLang="en-US" sz="2800" b="1" dirty="0">
                <a:solidFill>
                  <a:srgbClr val="0000FF"/>
                </a:solidFill>
                <a:latin typeface="Times New Roman" panose="02020603050405020304" charset="0"/>
                <a:ea typeface="黑体" panose="02010609060101010101" pitchFamily="49" charset="-122"/>
              </a:rPr>
              <a:t>对</a:t>
            </a:r>
            <a:r>
              <a:rPr lang="zh-CN" altLang="en-US" sz="2800" b="1" dirty="0">
                <a:latin typeface="Times New Roman" panose="02020603050405020304" charset="0"/>
              </a:rPr>
              <a:t> </a:t>
            </a:r>
            <a:r>
              <a:rPr lang="en-US" altLang="zh-CN" sz="2800" b="1" i="1" dirty="0">
                <a:solidFill>
                  <a:srgbClr val="0000FF"/>
                </a:solidFill>
                <a:latin typeface="Times New Roman" panose="02020603050405020304" charset="0"/>
              </a:rPr>
              <a:t>t</a:t>
            </a:r>
            <a:r>
              <a:rPr lang="en-US" altLang="zh-CN" sz="2800" b="1" dirty="0">
                <a:solidFill>
                  <a:schemeClr val="tx2"/>
                </a:solidFill>
                <a:latin typeface="Times New Roman" panose="02020603050405020304" charset="0"/>
              </a:rPr>
              <a:t> </a:t>
            </a:r>
            <a:r>
              <a:rPr lang="zh-CN" altLang="en-US" sz="2800" b="1" dirty="0">
                <a:solidFill>
                  <a:srgbClr val="0000FF"/>
                </a:solidFill>
                <a:latin typeface="Times New Roman" panose="02020603050405020304" charset="0"/>
                <a:ea typeface="黑体" panose="02010609060101010101" pitchFamily="49" charset="-122"/>
              </a:rPr>
              <a:t>进行拉普拉斯变换，设</a:t>
            </a:r>
            <a:r>
              <a:rPr lang="zh-CN" altLang="en-US" sz="2800" b="1" dirty="0">
                <a:latin typeface="Times New Roman" panose="02020603050405020304" charset="0"/>
              </a:rPr>
              <a:t> </a:t>
            </a:r>
            <a:endParaRPr lang="zh-CN" altLang="en-US" sz="2800" b="1" dirty="0">
              <a:latin typeface="Times New Roman" panose="02020603050405020304" charset="0"/>
            </a:endParaRPr>
          </a:p>
        </p:txBody>
      </p:sp>
      <p:graphicFrame>
        <p:nvGraphicFramePr>
          <p:cNvPr id="18435" name="Object 4"/>
          <p:cNvGraphicFramePr/>
          <p:nvPr/>
        </p:nvGraphicFramePr>
        <p:xfrm>
          <a:off x="3706813" y="1557338"/>
          <a:ext cx="4237037" cy="576262"/>
        </p:xfrm>
        <a:graphic>
          <a:graphicData uri="http://schemas.openxmlformats.org/presentationml/2006/ole">
            <mc:AlternateContent xmlns:mc="http://schemas.openxmlformats.org/markup-compatibility/2006">
              <mc:Choice xmlns:v="urn:schemas-microsoft-com:vml" Requires="v">
                <p:oleObj spid="_x0000_s6" name="" r:id="rId1" imgW="2296795" imgH="254000" progId="Equation.DSMT4">
                  <p:embed/>
                </p:oleObj>
              </mc:Choice>
              <mc:Fallback>
                <p:oleObj name="" r:id="rId1" imgW="2296795" imgH="254000" progId="Equation.DSMT4">
                  <p:embed/>
                  <p:pic>
                    <p:nvPicPr>
                      <p:cNvPr id="0" name="图片 3091"/>
                      <p:cNvPicPr/>
                      <p:nvPr/>
                    </p:nvPicPr>
                    <p:blipFill>
                      <a:blip r:embed="rId2"/>
                      <a:stretch>
                        <a:fillRect/>
                      </a:stretch>
                    </p:blipFill>
                    <p:spPr>
                      <a:xfrm>
                        <a:off x="3706813" y="1557338"/>
                        <a:ext cx="4237037" cy="576262"/>
                      </a:xfrm>
                      <a:prstGeom prst="rect">
                        <a:avLst/>
                      </a:prstGeom>
                      <a:solidFill>
                        <a:srgbClr val="00FFFF"/>
                      </a:solidFill>
                      <a:ln w="38100">
                        <a:noFill/>
                        <a:miter/>
                      </a:ln>
                    </p:spPr>
                  </p:pic>
                </p:oleObj>
              </mc:Fallback>
            </mc:AlternateContent>
          </a:graphicData>
        </a:graphic>
      </p:graphicFrame>
      <p:sp>
        <p:nvSpPr>
          <p:cNvPr id="18436" name="Rectangle 5"/>
          <p:cNvSpPr/>
          <p:nvPr/>
        </p:nvSpPr>
        <p:spPr>
          <a:xfrm>
            <a:off x="1524000" y="2540000"/>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grpSp>
        <p:nvGrpSpPr>
          <p:cNvPr id="31750" name="Group 6"/>
          <p:cNvGrpSpPr/>
          <p:nvPr/>
        </p:nvGrpSpPr>
        <p:grpSpPr>
          <a:xfrm>
            <a:off x="2566988" y="2447925"/>
            <a:ext cx="6226175" cy="1512888"/>
            <a:chOff x="657" y="1525"/>
            <a:chExt cx="3922" cy="953"/>
          </a:xfrm>
        </p:grpSpPr>
        <p:sp>
          <p:nvSpPr>
            <p:cNvPr id="18442" name="Rectangle 7"/>
            <p:cNvSpPr/>
            <p:nvPr/>
          </p:nvSpPr>
          <p:spPr>
            <a:xfrm>
              <a:off x="657" y="1705"/>
              <a:ext cx="1580" cy="329"/>
            </a:xfrm>
            <a:prstGeom prst="rect">
              <a:avLst/>
            </a:prstGeom>
            <a:noFill/>
            <a:ln w="25400">
              <a:noFill/>
            </a:ln>
          </p:spPr>
          <p:txBody>
            <a:bodyPr wrap="none" anchor="ctr" anchorCtr="0">
              <a:spAutoFit/>
            </a:bodyPr>
            <a:lstStyle/>
            <a:p>
              <a:r>
                <a:rPr lang="zh-CN" altLang="en-US" sz="2800" b="1" dirty="0">
                  <a:solidFill>
                    <a:srgbClr val="0000FF"/>
                  </a:solidFill>
                  <a:latin typeface="Times New Roman" panose="02020603050405020304" charset="0"/>
                  <a:ea typeface="黑体" panose="02010609060101010101" pitchFamily="49" charset="-122"/>
                </a:rPr>
                <a:t>于是方程变为</a:t>
              </a:r>
              <a:r>
                <a:rPr lang="zh-CN" altLang="en-US" sz="2800" b="1" dirty="0">
                  <a:latin typeface="宋体" panose="02010600030101010101" pitchFamily="2" charset="-122"/>
                </a:rPr>
                <a:t> </a:t>
              </a:r>
              <a:endParaRPr lang="zh-CN" altLang="en-US" sz="2800" b="1" dirty="0">
                <a:latin typeface="宋体" panose="02010600030101010101" pitchFamily="2" charset="-122"/>
              </a:endParaRPr>
            </a:p>
          </p:txBody>
        </p:sp>
        <p:graphicFrame>
          <p:nvGraphicFramePr>
            <p:cNvPr id="18443" name="Object 8"/>
            <p:cNvGraphicFramePr/>
            <p:nvPr/>
          </p:nvGraphicFramePr>
          <p:xfrm>
            <a:off x="2314" y="1525"/>
            <a:ext cx="2265" cy="953"/>
          </p:xfrm>
          <a:graphic>
            <a:graphicData uri="http://schemas.openxmlformats.org/presentationml/2006/ole">
              <mc:AlternateContent xmlns:mc="http://schemas.openxmlformats.org/markup-compatibility/2006">
                <mc:Choice xmlns:v="urn:schemas-microsoft-com:vml" Requires="v">
                  <p:oleObj spid="_x0000_s2" name="" r:id="rId3" imgW="1663065" imgH="711200" progId="Equation.DSMT4">
                    <p:embed/>
                  </p:oleObj>
                </mc:Choice>
                <mc:Fallback>
                  <p:oleObj name="" r:id="rId3" imgW="1663065" imgH="711200" progId="Equation.DSMT4">
                    <p:embed/>
                    <p:pic>
                      <p:nvPicPr>
                        <p:cNvPr id="0" name="图片 3092"/>
                        <p:cNvPicPr/>
                        <p:nvPr/>
                      </p:nvPicPr>
                      <p:blipFill>
                        <a:blip r:embed="rId4"/>
                        <a:stretch>
                          <a:fillRect/>
                        </a:stretch>
                      </p:blipFill>
                      <p:spPr>
                        <a:xfrm>
                          <a:off x="2314" y="1525"/>
                          <a:ext cx="2265" cy="953"/>
                        </a:xfrm>
                        <a:prstGeom prst="rect">
                          <a:avLst/>
                        </a:prstGeom>
                        <a:solidFill>
                          <a:srgbClr val="00FFFF"/>
                        </a:solidFill>
                        <a:ln w="38100">
                          <a:noFill/>
                          <a:miter/>
                        </a:ln>
                      </p:spPr>
                    </p:pic>
                  </p:oleObj>
                </mc:Fallback>
              </mc:AlternateContent>
            </a:graphicData>
          </a:graphic>
        </p:graphicFrame>
      </p:grpSp>
      <p:sp>
        <p:nvSpPr>
          <p:cNvPr id="18438" name="Rectangle 9"/>
          <p:cNvSpPr/>
          <p:nvPr/>
        </p:nvSpPr>
        <p:spPr>
          <a:xfrm>
            <a:off x="1524000" y="2849563"/>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grpSp>
        <p:nvGrpSpPr>
          <p:cNvPr id="31754" name="Group 10"/>
          <p:cNvGrpSpPr/>
          <p:nvPr/>
        </p:nvGrpSpPr>
        <p:grpSpPr>
          <a:xfrm>
            <a:off x="2640013" y="4219576"/>
            <a:ext cx="7421563" cy="1658938"/>
            <a:chOff x="703" y="2658"/>
            <a:chExt cx="4675" cy="1045"/>
          </a:xfrm>
        </p:grpSpPr>
        <p:sp>
          <p:nvSpPr>
            <p:cNvPr id="18440" name="Rectangle 11"/>
            <p:cNvSpPr/>
            <p:nvPr/>
          </p:nvSpPr>
          <p:spPr>
            <a:xfrm>
              <a:off x="703" y="2658"/>
              <a:ext cx="4675" cy="329"/>
            </a:xfrm>
            <a:prstGeom prst="rect">
              <a:avLst/>
            </a:prstGeom>
            <a:noFill/>
            <a:ln w="25400">
              <a:noFill/>
            </a:ln>
          </p:spPr>
          <p:txBody>
            <a:bodyPr wrap="none" anchor="ctr" anchorCtr="0">
              <a:spAutoFit/>
            </a:bodyPr>
            <a:lstStyle/>
            <a:p>
              <a:r>
                <a:rPr lang="zh-CN" altLang="en-US" sz="2800" b="1" dirty="0">
                  <a:solidFill>
                    <a:srgbClr val="0000FF"/>
                  </a:solidFill>
                  <a:latin typeface="Times New Roman" panose="02020603050405020304" charset="0"/>
                  <a:ea typeface="黑体" panose="02010609060101010101" pitchFamily="49" charset="-122"/>
                </a:rPr>
                <a:t>这是二阶常微分方程的边值问题，它的通解为 </a:t>
              </a:r>
              <a:endParaRPr lang="zh-CN" altLang="en-US" sz="2800" b="1" dirty="0">
                <a:solidFill>
                  <a:srgbClr val="0000FF"/>
                </a:solidFill>
                <a:latin typeface="Times New Roman" panose="02020603050405020304" charset="0"/>
                <a:ea typeface="黑体" panose="02010609060101010101" pitchFamily="49" charset="-122"/>
              </a:endParaRPr>
            </a:p>
          </p:txBody>
        </p:sp>
        <p:graphicFrame>
          <p:nvGraphicFramePr>
            <p:cNvPr id="18441" name="Object 12"/>
            <p:cNvGraphicFramePr/>
            <p:nvPr/>
          </p:nvGraphicFramePr>
          <p:xfrm>
            <a:off x="1545" y="3113"/>
            <a:ext cx="2437" cy="590"/>
          </p:xfrm>
          <a:graphic>
            <a:graphicData uri="http://schemas.openxmlformats.org/presentationml/2006/ole">
              <mc:AlternateContent xmlns:mc="http://schemas.openxmlformats.org/markup-compatibility/2006">
                <mc:Choice xmlns:v="urn:schemas-microsoft-com:vml" Requires="v">
                  <p:oleObj spid="_x0000_s3" name="" r:id="rId5" imgW="1739900" imgH="381000" progId="Equation.DSMT4">
                    <p:embed/>
                  </p:oleObj>
                </mc:Choice>
                <mc:Fallback>
                  <p:oleObj name="" r:id="rId5" imgW="1739900" imgH="381000" progId="Equation.DSMT4">
                    <p:embed/>
                    <p:pic>
                      <p:nvPicPr>
                        <p:cNvPr id="0" name="图片 3094"/>
                        <p:cNvPicPr/>
                        <p:nvPr/>
                      </p:nvPicPr>
                      <p:blipFill>
                        <a:blip r:embed="rId6"/>
                        <a:stretch>
                          <a:fillRect/>
                        </a:stretch>
                      </p:blipFill>
                      <p:spPr>
                        <a:xfrm>
                          <a:off x="1545" y="3113"/>
                          <a:ext cx="2437" cy="590"/>
                        </a:xfrm>
                        <a:prstGeom prst="rect">
                          <a:avLst/>
                        </a:prstGeom>
                        <a:solidFill>
                          <a:srgbClr val="00FFFF"/>
                        </a:solid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1750"/>
                                        </p:tgtEl>
                                        <p:attrNameLst>
                                          <p:attrName>style.visibility</p:attrName>
                                        </p:attrNameLst>
                                      </p:cBhvr>
                                      <p:to>
                                        <p:strVal val="visible"/>
                                      </p:to>
                                    </p:set>
                                    <p:animEffect transition="in" filter="wipe(down)">
                                      <p:cBhvr>
                                        <p:cTn id="7" dur="500"/>
                                        <p:tgtEl>
                                          <p:spTgt spid="3175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1754"/>
                                        </p:tgtEl>
                                        <p:attrNameLst>
                                          <p:attrName>style.visibility</p:attrName>
                                        </p:attrNameLst>
                                      </p:cBhvr>
                                      <p:to>
                                        <p:strVal val="visible"/>
                                      </p:to>
                                    </p:set>
                                    <p:animEffect transition="in" filter="wipe(down)">
                                      <p:cBhvr>
                                        <p:cTn id="12" dur="500"/>
                                        <p:tgtEl>
                                          <p:spTgt spid="317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58" name="Group 2"/>
          <p:cNvGrpSpPr/>
          <p:nvPr/>
        </p:nvGrpSpPr>
        <p:grpSpPr bwMode="auto">
          <a:xfrm>
            <a:off x="6240463" y="836613"/>
            <a:ext cx="3887787" cy="1008062"/>
            <a:chOff x="2925" y="346"/>
            <a:chExt cx="2404" cy="544"/>
          </a:xfrm>
          <a:solidFill>
            <a:srgbClr val="00FFFF"/>
          </a:solidFill>
        </p:grpSpPr>
        <p:sp>
          <p:nvSpPr>
            <p:cNvPr id="19470" name="Rectangle 4"/>
            <p:cNvSpPr>
              <a:spLocks noChangeArrowheads="1"/>
            </p:cNvSpPr>
            <p:nvPr/>
          </p:nvSpPr>
          <p:spPr bwMode="auto">
            <a:xfrm>
              <a:off x="2925" y="346"/>
              <a:ext cx="2404" cy="544"/>
            </a:xfrm>
            <a:prstGeom prst="rect">
              <a:avLst/>
            </a:prstGeom>
            <a:grpFill/>
            <a:ln w="25400">
              <a:solidFill>
                <a:schemeClr val="tx2"/>
              </a:solidFill>
              <a:miter lim="800000"/>
              <a:tailEnd type="none" w="lg" len="lg"/>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18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graphicFrame>
          <p:nvGraphicFramePr>
            <p:cNvPr id="19469" name="Object 3"/>
            <p:cNvGraphicFramePr/>
            <p:nvPr/>
          </p:nvGraphicFramePr>
          <p:xfrm>
            <a:off x="2979" y="391"/>
            <a:ext cx="2341" cy="454"/>
          </p:xfrm>
          <a:graphic>
            <a:graphicData uri="http://schemas.openxmlformats.org/presentationml/2006/ole">
              <mc:AlternateContent xmlns:mc="http://schemas.openxmlformats.org/markup-compatibility/2006">
                <mc:Choice xmlns:v="urn:schemas-microsoft-com:vml" Requires="v">
                  <p:oleObj spid="_x0000_s6" name="Equation" r:id="rId1" imgW="1765300" imgH="381000" progId="Equation.DSMT4">
                    <p:embed/>
                  </p:oleObj>
                </mc:Choice>
                <mc:Fallback>
                  <p:oleObj name="Equation" r:id="rId1" imgW="1765300" imgH="381000" progId="Equation.DSMT4">
                    <p:embed/>
                    <p:pic>
                      <p:nvPicPr>
                        <p:cNvPr id="0" name="图片 3143"/>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9" y="391"/>
                          <a:ext cx="2341" cy="4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32773" name="Rectangle 5"/>
          <p:cNvSpPr/>
          <p:nvPr/>
        </p:nvSpPr>
        <p:spPr>
          <a:xfrm>
            <a:off x="2351088" y="904558"/>
            <a:ext cx="3400425" cy="953135"/>
          </a:xfrm>
          <a:prstGeom prst="rect">
            <a:avLst/>
          </a:prstGeom>
          <a:noFill/>
          <a:ln w="25400">
            <a:noFill/>
          </a:ln>
        </p:spPr>
        <p:txBody>
          <a:bodyPr wrap="none" anchor="ctr" anchorCtr="0">
            <a:spAutoFit/>
          </a:bodyPr>
          <a:lstStyle/>
          <a:p>
            <a:r>
              <a:rPr lang="zh-CN" altLang="en-US" sz="2800" b="1" dirty="0">
                <a:solidFill>
                  <a:srgbClr val="0000FF"/>
                </a:solidFill>
                <a:latin typeface="Times New Roman" panose="02020603050405020304" charset="0"/>
                <a:ea typeface="黑体" panose="02010609060101010101" pitchFamily="49" charset="-122"/>
              </a:rPr>
              <a:t>二阶方程，但是仅有</a:t>
            </a:r>
            <a:endParaRPr lang="zh-CN" altLang="en-US" sz="2800" b="1" dirty="0">
              <a:solidFill>
                <a:srgbClr val="0000FF"/>
              </a:solidFill>
              <a:latin typeface="Times New Roman" panose="02020603050405020304" charset="0"/>
              <a:ea typeface="黑体" panose="02010609060101010101" pitchFamily="49" charset="-122"/>
            </a:endParaRPr>
          </a:p>
          <a:p>
            <a:r>
              <a:rPr lang="zh-CN" altLang="en-US" sz="2800" b="1" dirty="0">
                <a:solidFill>
                  <a:srgbClr val="0000FF"/>
                </a:solidFill>
                <a:latin typeface="Times New Roman" panose="02020603050405020304" charset="0"/>
                <a:ea typeface="黑体" panose="02010609060101010101" pitchFamily="49" charset="-122"/>
              </a:rPr>
              <a:t>一个边界条件！</a:t>
            </a:r>
            <a:endParaRPr lang="zh-CN" altLang="en-US" sz="2800" b="1" dirty="0">
              <a:solidFill>
                <a:srgbClr val="0000FF"/>
              </a:solidFill>
              <a:latin typeface="Times New Roman" panose="02020603050405020304" charset="0"/>
              <a:ea typeface="黑体" panose="02010609060101010101" pitchFamily="49" charset="-122"/>
            </a:endParaRPr>
          </a:p>
        </p:txBody>
      </p:sp>
      <p:sp>
        <p:nvSpPr>
          <p:cNvPr id="32774" name="Rectangle 6"/>
          <p:cNvSpPr/>
          <p:nvPr/>
        </p:nvSpPr>
        <p:spPr>
          <a:xfrm>
            <a:off x="2351088" y="2275047"/>
            <a:ext cx="7593330" cy="521970"/>
          </a:xfrm>
          <a:prstGeom prst="rect">
            <a:avLst/>
          </a:prstGeom>
          <a:noFill/>
          <a:ln w="25400">
            <a:noFill/>
          </a:ln>
        </p:spPr>
        <p:txBody>
          <a:bodyPr wrap="none" anchor="ctr" anchorCtr="0">
            <a:spAutoFit/>
          </a:bodyPr>
          <a:lstStyle/>
          <a:p>
            <a:r>
              <a:rPr lang="zh-CN" altLang="en-US" sz="2800" b="1" dirty="0">
                <a:solidFill>
                  <a:srgbClr val="0000FF"/>
                </a:solidFill>
                <a:latin typeface="Times New Roman" panose="02020603050405020304" charset="0"/>
                <a:ea typeface="黑体" panose="02010609060101010101" pitchFamily="49" charset="-122"/>
              </a:rPr>
              <a:t>考虑到具体问题的物理意义</a:t>
            </a:r>
            <a:r>
              <a:rPr lang="zh-CN" altLang="en-US" sz="2800" b="1" dirty="0">
                <a:solidFill>
                  <a:srgbClr val="0000FF"/>
                </a:solidFill>
                <a:latin typeface="Times New Roman" panose="02020603050405020304" charset="0"/>
              </a:rPr>
              <a:t>：</a:t>
            </a:r>
            <a:r>
              <a:rPr lang="en-US" altLang="zh-CN" sz="2800" b="1" i="1" dirty="0">
                <a:solidFill>
                  <a:srgbClr val="0000FF"/>
                </a:solidFill>
                <a:latin typeface="Times New Roman" panose="02020603050405020304" charset="0"/>
              </a:rPr>
              <a:t>u</a:t>
            </a:r>
            <a:r>
              <a:rPr lang="en-US" altLang="zh-CN" sz="2800" b="1" dirty="0">
                <a:solidFill>
                  <a:srgbClr val="0000FF"/>
                </a:solidFill>
                <a:latin typeface="Times New Roman" panose="02020603050405020304" charset="0"/>
              </a:rPr>
              <a:t>(</a:t>
            </a:r>
            <a:r>
              <a:rPr lang="en-US" altLang="zh-CN" sz="2800" b="1" i="1" dirty="0">
                <a:solidFill>
                  <a:srgbClr val="0000FF"/>
                </a:solidFill>
                <a:latin typeface="Times New Roman" panose="02020603050405020304" charset="0"/>
              </a:rPr>
              <a:t>x, t</a:t>
            </a:r>
            <a:r>
              <a:rPr lang="en-US" altLang="zh-CN" sz="2800" b="1" dirty="0">
                <a:solidFill>
                  <a:srgbClr val="0000FF"/>
                </a:solidFill>
                <a:latin typeface="Times New Roman" panose="02020603050405020304" charset="0"/>
              </a:rPr>
              <a:t>)</a:t>
            </a:r>
            <a:r>
              <a:rPr lang="en-US" altLang="zh-CN" sz="2800" b="1" dirty="0">
                <a:latin typeface="Times New Roman" panose="02020603050405020304" charset="0"/>
              </a:rPr>
              <a:t> </a:t>
            </a:r>
            <a:r>
              <a:rPr lang="zh-CN" altLang="en-US" sz="2800" b="1" dirty="0">
                <a:solidFill>
                  <a:srgbClr val="0000FF"/>
                </a:solidFill>
                <a:latin typeface="Times New Roman" panose="02020603050405020304" charset="0"/>
                <a:ea typeface="黑体" panose="02010609060101010101" pitchFamily="49" charset="-122"/>
              </a:rPr>
              <a:t>表示温度，</a:t>
            </a:r>
            <a:endParaRPr lang="zh-CN" altLang="en-US" sz="2800" b="1" dirty="0">
              <a:solidFill>
                <a:srgbClr val="0000FF"/>
              </a:solidFill>
              <a:latin typeface="Times New Roman" panose="02020603050405020304" charset="0"/>
              <a:ea typeface="黑体" panose="02010609060101010101" pitchFamily="49" charset="-122"/>
            </a:endParaRPr>
          </a:p>
        </p:txBody>
      </p:sp>
      <p:graphicFrame>
        <p:nvGraphicFramePr>
          <p:cNvPr id="32775" name="Object 7"/>
          <p:cNvGraphicFramePr>
            <a:graphicFrameLocks noChangeAspect="1"/>
          </p:cNvGraphicFramePr>
          <p:nvPr/>
        </p:nvGraphicFramePr>
        <p:xfrm>
          <a:off x="2514600" y="2997200"/>
          <a:ext cx="6870700" cy="977900"/>
        </p:xfrm>
        <a:graphic>
          <a:graphicData uri="http://schemas.openxmlformats.org/presentationml/2006/ole">
            <mc:AlternateContent xmlns:mc="http://schemas.openxmlformats.org/markup-compatibility/2006">
              <mc:Choice xmlns:v="urn:schemas-microsoft-com:vml" Requires="v">
                <p:oleObj spid="_x0000_s2" name="" r:id="rId3" imgW="6870700" imgH="977900" progId="Equation.DSMT4">
                  <p:embed/>
                </p:oleObj>
              </mc:Choice>
              <mc:Fallback>
                <p:oleObj name="" r:id="rId3" imgW="6870700" imgH="977900" progId="Equation.DSMT4">
                  <p:embed/>
                  <p:pic>
                    <p:nvPicPr>
                      <p:cNvPr id="0" name="图片 3104"/>
                      <p:cNvPicPr/>
                      <p:nvPr/>
                    </p:nvPicPr>
                    <p:blipFill>
                      <a:blip r:embed="rId4"/>
                      <a:stretch>
                        <a:fillRect/>
                      </a:stretch>
                    </p:blipFill>
                    <p:spPr>
                      <a:xfrm>
                        <a:off x="2514600" y="2997200"/>
                        <a:ext cx="6870700" cy="977900"/>
                      </a:xfrm>
                      <a:prstGeom prst="rect">
                        <a:avLst/>
                      </a:prstGeom>
                      <a:noFill/>
                      <a:ln w="38100">
                        <a:noFill/>
                        <a:miter/>
                      </a:ln>
                    </p:spPr>
                  </p:pic>
                </p:oleObj>
              </mc:Fallback>
            </mc:AlternateContent>
          </a:graphicData>
        </a:graphic>
      </p:graphicFrame>
      <p:sp>
        <p:nvSpPr>
          <p:cNvPr id="32776" name="Rectangle 8"/>
          <p:cNvSpPr/>
          <p:nvPr/>
        </p:nvSpPr>
        <p:spPr>
          <a:xfrm>
            <a:off x="7175500" y="3499009"/>
            <a:ext cx="1532890" cy="521970"/>
          </a:xfrm>
          <a:prstGeom prst="rect">
            <a:avLst/>
          </a:prstGeom>
          <a:noFill/>
          <a:ln w="25400">
            <a:noFill/>
          </a:ln>
        </p:spPr>
        <p:txBody>
          <a:bodyPr wrap="none" anchor="ctr" anchorCtr="0">
            <a:spAutoFit/>
          </a:bodyPr>
          <a:lstStyle/>
          <a:p>
            <a:r>
              <a:rPr lang="zh-CN" altLang="en-US" sz="2800" b="1" dirty="0">
                <a:latin typeface="宋体" panose="02010600030101010101" pitchFamily="2" charset="-122"/>
              </a:rPr>
              <a:t>故</a:t>
            </a:r>
            <a:r>
              <a:rPr lang="zh-CN" altLang="en-US" sz="2800" b="1" i="1" dirty="0">
                <a:latin typeface="宋体" panose="02010600030101010101" pitchFamily="2" charset="-122"/>
              </a:rPr>
              <a:t> </a:t>
            </a:r>
            <a:r>
              <a:rPr lang="en-US" altLang="zh-CN" sz="2800" b="1" i="1" dirty="0">
                <a:latin typeface="Times New Roman" panose="02020603050405020304" charset="0"/>
              </a:rPr>
              <a:t>D=</a:t>
            </a:r>
            <a:r>
              <a:rPr lang="en-US" altLang="zh-CN" sz="2800" b="1" dirty="0">
                <a:latin typeface="Times New Roman" panose="02020603050405020304" charset="0"/>
              </a:rPr>
              <a:t>0.</a:t>
            </a:r>
            <a:r>
              <a:rPr lang="en-US" altLang="zh-CN" sz="2800" b="1" i="1" dirty="0">
                <a:latin typeface="Times New Roman" panose="02020603050405020304" charset="0"/>
              </a:rPr>
              <a:t> </a:t>
            </a:r>
            <a:endParaRPr lang="en-US" altLang="zh-CN" sz="2800" b="1" i="1" dirty="0">
              <a:latin typeface="Times New Roman" panose="02020603050405020304" charset="0"/>
            </a:endParaRPr>
          </a:p>
        </p:txBody>
      </p:sp>
      <p:grpSp>
        <p:nvGrpSpPr>
          <p:cNvPr id="32777" name="Group 9"/>
          <p:cNvGrpSpPr/>
          <p:nvPr/>
        </p:nvGrpSpPr>
        <p:grpSpPr>
          <a:xfrm>
            <a:off x="2351088" y="4221163"/>
            <a:ext cx="7475537" cy="576263"/>
            <a:chOff x="521" y="2523"/>
            <a:chExt cx="4709" cy="363"/>
          </a:xfrm>
        </p:grpSpPr>
        <p:sp>
          <p:nvSpPr>
            <p:cNvPr id="19466" name="Rectangle 10"/>
            <p:cNvSpPr/>
            <p:nvPr/>
          </p:nvSpPr>
          <p:spPr>
            <a:xfrm>
              <a:off x="521" y="2523"/>
              <a:ext cx="4709" cy="329"/>
            </a:xfrm>
            <a:prstGeom prst="rect">
              <a:avLst/>
            </a:prstGeom>
            <a:noFill/>
            <a:ln w="25400">
              <a:noFill/>
            </a:ln>
          </p:spPr>
          <p:txBody>
            <a:bodyPr wrap="none" anchor="ctr" anchorCtr="0">
              <a:spAutoFit/>
            </a:bodyPr>
            <a:lstStyle/>
            <a:p>
              <a:r>
                <a:rPr lang="zh-CN" altLang="en-US" sz="2800" b="1" dirty="0">
                  <a:solidFill>
                    <a:srgbClr val="0000FF"/>
                  </a:solidFill>
                  <a:latin typeface="Times New Roman" panose="02020603050405020304" charset="0"/>
                  <a:ea typeface="黑体" panose="02010609060101010101" pitchFamily="49" charset="-122"/>
                </a:rPr>
                <a:t>再由边值条件</a:t>
              </a:r>
              <a:r>
                <a:rPr lang="zh-CN" altLang="en-US" sz="2800" b="1" dirty="0">
                  <a:latin typeface="Times New Roman" panose="02020603050405020304" charset="0"/>
                </a:rPr>
                <a:t>                              </a:t>
              </a:r>
              <a:r>
                <a:rPr lang="zh-CN" altLang="en-US" sz="2800" b="1" dirty="0">
                  <a:solidFill>
                    <a:srgbClr val="0000FF"/>
                  </a:solidFill>
                  <a:latin typeface="Times New Roman" panose="02020603050405020304" charset="0"/>
                  <a:ea typeface="黑体" panose="02010609060101010101" pitchFamily="49" charset="-122"/>
                </a:rPr>
                <a:t>可知，</a:t>
              </a:r>
              <a:r>
                <a:rPr lang="en-US" altLang="zh-CN" sz="2800" b="1" i="1" dirty="0">
                  <a:latin typeface="Times New Roman" panose="02020603050405020304" charset="0"/>
                </a:rPr>
                <a:t>C </a:t>
              </a:r>
              <a:r>
                <a:rPr lang="en-US" altLang="zh-CN" sz="2800" b="1" dirty="0">
                  <a:latin typeface="Times New Roman" panose="02020603050405020304" charset="0"/>
                </a:rPr>
                <a:t>= </a:t>
              </a:r>
              <a:r>
                <a:rPr lang="en-US" altLang="zh-CN" sz="2800" b="1" i="1" dirty="0">
                  <a:latin typeface="Times New Roman" panose="02020603050405020304" charset="0"/>
                </a:rPr>
                <a:t>F</a:t>
              </a:r>
              <a:r>
                <a:rPr lang="en-US" altLang="zh-CN" sz="2800" b="1" dirty="0">
                  <a:latin typeface="Times New Roman" panose="02020603050405020304" charset="0"/>
                </a:rPr>
                <a:t>(s)</a:t>
              </a:r>
              <a:r>
                <a:rPr lang="en-US" altLang="zh-CN" sz="2800" b="1" i="1" dirty="0">
                  <a:latin typeface="Times New Roman" panose="02020603050405020304" charset="0"/>
                </a:rPr>
                <a:t>.</a:t>
              </a:r>
              <a:r>
                <a:rPr lang="en-US" altLang="zh-CN" sz="2800" b="1" dirty="0">
                  <a:latin typeface="Times New Roman" panose="02020603050405020304" charset="0"/>
                </a:rPr>
                <a:t> </a:t>
              </a:r>
              <a:endParaRPr lang="en-US" altLang="zh-CN" sz="2800" b="1" dirty="0">
                <a:latin typeface="Times New Roman" panose="02020603050405020304" charset="0"/>
              </a:endParaRPr>
            </a:p>
          </p:txBody>
        </p:sp>
        <p:graphicFrame>
          <p:nvGraphicFramePr>
            <p:cNvPr id="19467" name="Object 11"/>
            <p:cNvGraphicFramePr>
              <a:graphicFrameLocks noChangeAspect="1"/>
            </p:cNvGraphicFramePr>
            <p:nvPr/>
          </p:nvGraphicFramePr>
          <p:xfrm>
            <a:off x="1995" y="2523"/>
            <a:ext cx="1497" cy="363"/>
          </p:xfrm>
          <a:graphic>
            <a:graphicData uri="http://schemas.openxmlformats.org/presentationml/2006/ole">
              <mc:AlternateContent xmlns:mc="http://schemas.openxmlformats.org/markup-compatibility/2006">
                <mc:Choice xmlns:v="urn:schemas-microsoft-com:vml" Requires="v">
                  <p:oleObj spid="_x0000_s3" name="" r:id="rId5" imgW="1244600" imgH="254000" progId="Equation.DSMT4">
                    <p:embed/>
                  </p:oleObj>
                </mc:Choice>
                <mc:Fallback>
                  <p:oleObj name="" r:id="rId5" imgW="1244600" imgH="254000" progId="Equation.DSMT4">
                    <p:embed/>
                    <p:pic>
                      <p:nvPicPr>
                        <p:cNvPr id="0" name="图片 3102"/>
                        <p:cNvPicPr/>
                        <p:nvPr/>
                      </p:nvPicPr>
                      <p:blipFill>
                        <a:blip r:embed="rId6"/>
                        <a:stretch>
                          <a:fillRect/>
                        </a:stretch>
                      </p:blipFill>
                      <p:spPr>
                        <a:xfrm>
                          <a:off x="1995" y="2523"/>
                          <a:ext cx="1497" cy="363"/>
                        </a:xfrm>
                        <a:prstGeom prst="rect">
                          <a:avLst/>
                        </a:prstGeom>
                        <a:noFill/>
                        <a:ln w="38100">
                          <a:noFill/>
                          <a:miter/>
                        </a:ln>
                      </p:spPr>
                    </p:pic>
                  </p:oleObj>
                </mc:Fallback>
              </mc:AlternateContent>
            </a:graphicData>
          </a:graphic>
        </p:graphicFrame>
      </p:grpSp>
      <p:graphicFrame>
        <p:nvGraphicFramePr>
          <p:cNvPr id="19464" name="Object 13"/>
          <p:cNvGraphicFramePr>
            <a:graphicFrameLocks noChangeAspect="1"/>
          </p:cNvGraphicFramePr>
          <p:nvPr/>
        </p:nvGraphicFramePr>
        <p:xfrm>
          <a:off x="4217988" y="4973638"/>
          <a:ext cx="3063875" cy="801687"/>
        </p:xfrm>
        <a:graphic>
          <a:graphicData uri="http://schemas.openxmlformats.org/presentationml/2006/ole">
            <mc:AlternateContent xmlns:mc="http://schemas.openxmlformats.org/markup-compatibility/2006">
              <mc:Choice xmlns:v="urn:schemas-microsoft-com:vml" Requires="v">
                <p:oleObj spid="_x0000_s4" name="" r:id="rId7" imgW="3084830" imgH="812165" progId="Equation.DSMT4">
                  <p:embed/>
                </p:oleObj>
              </mc:Choice>
              <mc:Fallback>
                <p:oleObj name="" r:id="rId7" imgW="3084830" imgH="812165" progId="Equation.DSMT4">
                  <p:embed/>
                  <p:pic>
                    <p:nvPicPr>
                      <p:cNvPr id="0" name="图片 3099"/>
                      <p:cNvPicPr/>
                      <p:nvPr/>
                    </p:nvPicPr>
                    <p:blipFill>
                      <a:blip r:embed="rId8"/>
                      <a:stretch>
                        <a:fillRect/>
                      </a:stretch>
                    </p:blipFill>
                    <p:spPr>
                      <a:xfrm>
                        <a:off x="4217988" y="4973638"/>
                        <a:ext cx="3063875" cy="801687"/>
                      </a:xfrm>
                      <a:prstGeom prst="rect">
                        <a:avLst/>
                      </a:prstGeom>
                      <a:solidFill>
                        <a:srgbClr val="00FFFF"/>
                      </a:solidFill>
                      <a:ln w="38100">
                        <a:noFill/>
                        <a:miter/>
                      </a:ln>
                    </p:spPr>
                  </p:pic>
                </p:oleObj>
              </mc:Fallback>
            </mc:AlternateContent>
          </a:graphicData>
        </a:graphic>
      </p:graphicFrame>
      <p:sp>
        <p:nvSpPr>
          <p:cNvPr id="19465" name="AutoShape 14"/>
          <p:cNvSpPr/>
          <p:nvPr/>
        </p:nvSpPr>
        <p:spPr>
          <a:xfrm>
            <a:off x="2711450" y="5373688"/>
            <a:ext cx="576263" cy="215900"/>
          </a:xfrm>
          <a:prstGeom prst="rightArrow">
            <a:avLst>
              <a:gd name="adj1" fmla="val 50000"/>
              <a:gd name="adj2" fmla="val 66727"/>
            </a:avLst>
          </a:prstGeom>
          <a:noFill/>
          <a:ln w="25400" cap="flat" cmpd="sng">
            <a:solidFill>
              <a:schemeClr val="tx2"/>
            </a:solidFill>
            <a:prstDash val="solid"/>
            <a:miter/>
            <a:headEnd type="none" w="med" len="med"/>
            <a:tailEnd type="none" w="lg" len="lg"/>
          </a:ln>
        </p:spPr>
        <p:txBody>
          <a:bodyPr wrap="none" anchor="ctr" anchorCtr="0"/>
          <a:lstStyle/>
          <a:p>
            <a:endParaRPr lang="zh-CN" altLang="en-US" dirty="0">
              <a:latin typeface="Arial" panose="020B0604020202020204" pitchFamily="34" charset="0"/>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2773"/>
                                        </p:tgtEl>
                                        <p:attrNameLst>
                                          <p:attrName>style.visibility</p:attrName>
                                        </p:attrNameLst>
                                      </p:cBhvr>
                                      <p:to>
                                        <p:strVal val="visible"/>
                                      </p:to>
                                    </p:set>
                                    <p:animEffect transition="in" filter="wipe(up)">
                                      <p:cBhvr>
                                        <p:cTn id="7" dur="500"/>
                                        <p:tgtEl>
                                          <p:spTgt spid="3277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2774"/>
                                        </p:tgtEl>
                                        <p:attrNameLst>
                                          <p:attrName>style.visibility</p:attrName>
                                        </p:attrNameLst>
                                      </p:cBhvr>
                                      <p:to>
                                        <p:strVal val="visible"/>
                                      </p:to>
                                    </p:set>
                                    <p:animEffect transition="in" filter="wipe(down)">
                                      <p:cBhvr>
                                        <p:cTn id="12" dur="500"/>
                                        <p:tgtEl>
                                          <p:spTgt spid="3277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32775"/>
                                        </p:tgtEl>
                                        <p:attrNameLst>
                                          <p:attrName>style.visibility</p:attrName>
                                        </p:attrNameLst>
                                      </p:cBhvr>
                                      <p:to>
                                        <p:strVal val="visible"/>
                                      </p:to>
                                    </p:set>
                                    <p:animEffect transition="in" filter="wipe(up)">
                                      <p:cBhvr>
                                        <p:cTn id="17" dur="500"/>
                                        <p:tgtEl>
                                          <p:spTgt spid="3277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2776"/>
                                        </p:tgtEl>
                                        <p:attrNameLst>
                                          <p:attrName>style.visibility</p:attrName>
                                        </p:attrNameLst>
                                      </p:cBhvr>
                                      <p:to>
                                        <p:strVal val="visible"/>
                                      </p:to>
                                    </p:set>
                                    <p:animEffect transition="in" filter="wipe(left)">
                                      <p:cBhvr>
                                        <p:cTn id="22" dur="500"/>
                                        <p:tgtEl>
                                          <p:spTgt spid="3277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32777"/>
                                        </p:tgtEl>
                                        <p:attrNameLst>
                                          <p:attrName>style.visibility</p:attrName>
                                        </p:attrNameLst>
                                      </p:cBhvr>
                                      <p:to>
                                        <p:strVal val="visible"/>
                                      </p:to>
                                    </p:set>
                                    <p:animEffect transition="in" filter="wipe(down)">
                                      <p:cBhvr>
                                        <p:cTn id="27" dur="500"/>
                                        <p:tgtEl>
                                          <p:spTgt spid="327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3" grpId="0"/>
      <p:bldP spid="32774" grpId="0"/>
      <p:bldP spid="3277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0482" name="Group 2"/>
          <p:cNvGrpSpPr/>
          <p:nvPr/>
        </p:nvGrpSpPr>
        <p:grpSpPr>
          <a:xfrm>
            <a:off x="6743700" y="512763"/>
            <a:ext cx="3455988" cy="1008062"/>
            <a:chOff x="3198" y="346"/>
            <a:chExt cx="2177" cy="635"/>
          </a:xfrm>
        </p:grpSpPr>
        <p:graphicFrame>
          <p:nvGraphicFramePr>
            <p:cNvPr id="20490" name="Object 3"/>
            <p:cNvGraphicFramePr>
              <a:graphicFrameLocks noChangeAspect="1"/>
            </p:cNvGraphicFramePr>
            <p:nvPr/>
          </p:nvGraphicFramePr>
          <p:xfrm>
            <a:off x="3375" y="436"/>
            <a:ext cx="1865" cy="488"/>
          </p:xfrm>
          <a:graphic>
            <a:graphicData uri="http://schemas.openxmlformats.org/presentationml/2006/ole">
              <mc:AlternateContent xmlns:mc="http://schemas.openxmlformats.org/markup-compatibility/2006">
                <mc:Choice xmlns:v="urn:schemas-microsoft-com:vml" Requires="v">
                  <p:oleObj spid="_x0000_s6" name="" r:id="rId1" imgW="3084830" imgH="812165" progId="Equation.DSMT4">
                    <p:embed/>
                  </p:oleObj>
                </mc:Choice>
                <mc:Fallback>
                  <p:oleObj name="" r:id="rId1" imgW="3084830" imgH="812165" progId="Equation.DSMT4">
                    <p:embed/>
                    <p:pic>
                      <p:nvPicPr>
                        <p:cNvPr id="0" name="图片 3101"/>
                        <p:cNvPicPr/>
                        <p:nvPr/>
                      </p:nvPicPr>
                      <p:blipFill>
                        <a:blip r:embed="rId2"/>
                        <a:stretch>
                          <a:fillRect/>
                        </a:stretch>
                      </p:blipFill>
                      <p:spPr>
                        <a:xfrm>
                          <a:off x="3375" y="436"/>
                          <a:ext cx="1865" cy="488"/>
                        </a:xfrm>
                        <a:prstGeom prst="rect">
                          <a:avLst/>
                        </a:prstGeom>
                        <a:noFill/>
                        <a:ln w="38100">
                          <a:noFill/>
                          <a:miter/>
                        </a:ln>
                      </p:spPr>
                    </p:pic>
                  </p:oleObj>
                </mc:Fallback>
              </mc:AlternateContent>
            </a:graphicData>
          </a:graphic>
        </p:graphicFrame>
        <p:sp>
          <p:nvSpPr>
            <p:cNvPr id="20491" name="Rectangle 4"/>
            <p:cNvSpPr/>
            <p:nvPr/>
          </p:nvSpPr>
          <p:spPr>
            <a:xfrm>
              <a:off x="3198" y="346"/>
              <a:ext cx="2177" cy="635"/>
            </a:xfrm>
            <a:prstGeom prst="rect">
              <a:avLst/>
            </a:prstGeom>
            <a:noFill/>
            <a:ln w="25400" cap="flat" cmpd="sng">
              <a:solidFill>
                <a:schemeClr val="tx2"/>
              </a:solidFill>
              <a:prstDash val="solid"/>
              <a:miter/>
              <a:headEnd type="none" w="med" len="med"/>
              <a:tailEnd type="none" w="lg" len="lg"/>
            </a:ln>
          </p:spPr>
          <p:txBody>
            <a:bodyPr wrap="none" anchor="ctr" anchorCtr="0"/>
            <a:lstStyle/>
            <a:p>
              <a:endParaRPr lang="zh-CN" altLang="en-US" dirty="0">
                <a:latin typeface="Arial" panose="020B0604020202020204" pitchFamily="34" charset="0"/>
              </a:endParaRPr>
            </a:p>
          </p:txBody>
        </p:sp>
      </p:grpSp>
      <p:sp>
        <p:nvSpPr>
          <p:cNvPr id="20483" name="Rectangle 5"/>
          <p:cNvSpPr/>
          <p:nvPr/>
        </p:nvSpPr>
        <p:spPr>
          <a:xfrm>
            <a:off x="1524000" y="2020888"/>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graphicFrame>
        <p:nvGraphicFramePr>
          <p:cNvPr id="33798" name="Object 6"/>
          <p:cNvGraphicFramePr/>
          <p:nvPr/>
        </p:nvGraphicFramePr>
        <p:xfrm>
          <a:off x="3919538" y="1873250"/>
          <a:ext cx="4767262" cy="2417763"/>
        </p:xfrm>
        <a:graphic>
          <a:graphicData uri="http://schemas.openxmlformats.org/presentationml/2006/ole">
            <mc:AlternateContent xmlns:mc="http://schemas.openxmlformats.org/markup-compatibility/2006">
              <mc:Choice xmlns:v="urn:schemas-microsoft-com:vml" Requires="v">
                <p:oleObj spid="_x0000_s2" name="" r:id="rId3" imgW="2146300" imgH="1054100" progId="Equation.DSMT4">
                  <p:embed/>
                </p:oleObj>
              </mc:Choice>
              <mc:Fallback>
                <p:oleObj name="" r:id="rId3" imgW="2146300" imgH="1054100" progId="Equation.DSMT4">
                  <p:embed/>
                  <p:pic>
                    <p:nvPicPr>
                      <p:cNvPr id="0" name="图片 3100"/>
                      <p:cNvPicPr/>
                      <p:nvPr/>
                    </p:nvPicPr>
                    <p:blipFill>
                      <a:blip r:embed="rId4"/>
                      <a:stretch>
                        <a:fillRect/>
                      </a:stretch>
                    </p:blipFill>
                    <p:spPr>
                      <a:xfrm>
                        <a:off x="3919538" y="1873250"/>
                        <a:ext cx="4767262" cy="2417763"/>
                      </a:xfrm>
                      <a:prstGeom prst="rect">
                        <a:avLst/>
                      </a:prstGeom>
                      <a:noFill/>
                      <a:ln w="38100">
                        <a:noFill/>
                        <a:miter/>
                      </a:ln>
                    </p:spPr>
                  </p:pic>
                </p:oleObj>
              </mc:Fallback>
            </mc:AlternateContent>
          </a:graphicData>
        </a:graphic>
      </p:graphicFrame>
      <p:sp>
        <p:nvSpPr>
          <p:cNvPr id="20485" name="Rectangle 7"/>
          <p:cNvSpPr/>
          <p:nvPr/>
        </p:nvSpPr>
        <p:spPr>
          <a:xfrm>
            <a:off x="2135188" y="667226"/>
            <a:ext cx="4392612" cy="1137285"/>
          </a:xfrm>
          <a:prstGeom prst="rect">
            <a:avLst/>
          </a:prstGeom>
          <a:noFill/>
          <a:ln w="25400">
            <a:noFill/>
          </a:ln>
        </p:spPr>
        <p:txBody>
          <a:bodyPr anchor="ctr" anchorCtr="0">
            <a:spAutoFit/>
          </a:bodyPr>
          <a:lstStyle/>
          <a:p>
            <a:r>
              <a:rPr lang="zh-CN" altLang="en-US" sz="2800" b="1" dirty="0">
                <a:solidFill>
                  <a:srgbClr val="0000FF"/>
                </a:solidFill>
                <a:latin typeface="Times New Roman" panose="02020603050405020304" charset="0"/>
                <a:ea typeface="黑体" panose="02010609060101010101" pitchFamily="49" charset="-122"/>
              </a:rPr>
              <a:t>为求出</a:t>
            </a:r>
            <a:r>
              <a:rPr lang="zh-CN" altLang="en-US" sz="2800" b="1" dirty="0">
                <a:latin typeface="Times New Roman" panose="02020603050405020304" charset="0"/>
              </a:rPr>
              <a:t> </a:t>
            </a:r>
            <a:r>
              <a:rPr lang="en-US" altLang="zh-CN" sz="2800" b="1" i="1" dirty="0">
                <a:solidFill>
                  <a:srgbClr val="0000FF"/>
                </a:solidFill>
                <a:latin typeface="Times New Roman" panose="02020603050405020304" charset="0"/>
              </a:rPr>
              <a:t>u</a:t>
            </a:r>
            <a:r>
              <a:rPr lang="en-US" altLang="zh-CN" sz="2800" b="1" dirty="0">
                <a:solidFill>
                  <a:srgbClr val="0000FF"/>
                </a:solidFill>
                <a:latin typeface="Times New Roman" panose="02020603050405020304" charset="0"/>
              </a:rPr>
              <a:t>(</a:t>
            </a:r>
            <a:r>
              <a:rPr lang="en-US" altLang="zh-CN" sz="2800" b="1" i="1" dirty="0">
                <a:solidFill>
                  <a:srgbClr val="0000FF"/>
                </a:solidFill>
                <a:latin typeface="Times New Roman" panose="02020603050405020304" charset="0"/>
              </a:rPr>
              <a:t>x,t</a:t>
            </a:r>
            <a:r>
              <a:rPr lang="en-US" altLang="zh-CN" sz="2800" b="1" dirty="0">
                <a:solidFill>
                  <a:srgbClr val="0000FF"/>
                </a:solidFill>
                <a:latin typeface="Times New Roman" panose="02020603050405020304" charset="0"/>
              </a:rPr>
              <a:t>)</a:t>
            </a:r>
            <a:r>
              <a:rPr lang="en-US" altLang="zh-CN" sz="2800" b="1" i="1" dirty="0">
                <a:solidFill>
                  <a:srgbClr val="0000FF"/>
                </a:solidFill>
                <a:latin typeface="Times New Roman" panose="02020603050405020304" charset="0"/>
              </a:rPr>
              <a:t>,</a:t>
            </a:r>
            <a:r>
              <a:rPr lang="en-US" altLang="zh-CN" sz="2800" b="1" dirty="0">
                <a:latin typeface="Times New Roman" panose="02020603050405020304" charset="0"/>
              </a:rPr>
              <a:t>  </a:t>
            </a:r>
            <a:r>
              <a:rPr lang="zh-CN" altLang="en-US" sz="2800" b="1" dirty="0">
                <a:solidFill>
                  <a:srgbClr val="0000FF"/>
                </a:solidFill>
                <a:latin typeface="Times New Roman" panose="02020603050405020304" charset="0"/>
                <a:ea typeface="黑体" panose="02010609060101010101" pitchFamily="49" charset="-122"/>
              </a:rPr>
              <a:t>需要对</a:t>
            </a:r>
            <a:r>
              <a:rPr lang="en-US" altLang="zh-CN" sz="2800" b="1" i="1" dirty="0">
                <a:solidFill>
                  <a:srgbClr val="0000FF"/>
                </a:solidFill>
                <a:latin typeface="Times New Roman" panose="02020603050405020304" charset="0"/>
                <a:ea typeface="黑体" panose="02010609060101010101" pitchFamily="49" charset="-122"/>
              </a:rPr>
              <a:t>U</a:t>
            </a:r>
            <a:r>
              <a:rPr lang="en-US" altLang="zh-CN" sz="2800" b="1" dirty="0">
                <a:solidFill>
                  <a:srgbClr val="0000FF"/>
                </a:solidFill>
                <a:latin typeface="Times New Roman" panose="02020603050405020304" charset="0"/>
              </a:rPr>
              <a:t>(</a:t>
            </a:r>
            <a:r>
              <a:rPr lang="en-US" altLang="zh-CN" sz="2800" b="1" i="1" dirty="0">
                <a:solidFill>
                  <a:srgbClr val="0000FF"/>
                </a:solidFill>
                <a:latin typeface="Times New Roman" panose="02020603050405020304" charset="0"/>
              </a:rPr>
              <a:t>x,s</a:t>
            </a:r>
            <a:r>
              <a:rPr lang="en-US" altLang="zh-CN" sz="2800" b="1" dirty="0">
                <a:solidFill>
                  <a:srgbClr val="0000FF"/>
                </a:solidFill>
                <a:latin typeface="Times New Roman" panose="02020603050405020304" charset="0"/>
              </a:rPr>
              <a:t>)</a:t>
            </a:r>
            <a:endParaRPr lang="en-US" altLang="zh-CN" sz="2800" b="1" dirty="0">
              <a:solidFill>
                <a:srgbClr val="0000FF"/>
              </a:solidFill>
              <a:latin typeface="Times New Roman" panose="02020603050405020304" charset="0"/>
            </a:endParaRPr>
          </a:p>
          <a:p>
            <a:endParaRPr lang="en-US" altLang="zh-CN" sz="1200" b="1" dirty="0">
              <a:solidFill>
                <a:srgbClr val="0000FF"/>
              </a:solidFill>
              <a:latin typeface="Times New Roman" panose="02020603050405020304" charset="0"/>
              <a:ea typeface="黑体" panose="02010609060101010101" pitchFamily="49" charset="-122"/>
            </a:endParaRPr>
          </a:p>
          <a:p>
            <a:r>
              <a:rPr lang="zh-CN" altLang="en-US" sz="2800" b="1" dirty="0">
                <a:solidFill>
                  <a:srgbClr val="0000FF"/>
                </a:solidFill>
                <a:latin typeface="Times New Roman" panose="02020603050405020304" charset="0"/>
                <a:ea typeface="黑体" panose="02010609060101010101" pitchFamily="49" charset="-122"/>
              </a:rPr>
              <a:t>进行</a:t>
            </a:r>
            <a:r>
              <a:rPr lang="en-US" altLang="zh-CN" sz="2800" b="1" dirty="0">
                <a:solidFill>
                  <a:srgbClr val="0000FF"/>
                </a:solidFill>
                <a:latin typeface="Times New Roman" panose="02020603050405020304" charset="0"/>
                <a:ea typeface="黑体" panose="02010609060101010101" pitchFamily="49" charset="-122"/>
              </a:rPr>
              <a:t>Laplace</a:t>
            </a:r>
            <a:r>
              <a:rPr lang="zh-CN" altLang="en-US" sz="2800" b="1" dirty="0">
                <a:solidFill>
                  <a:srgbClr val="0000FF"/>
                </a:solidFill>
                <a:latin typeface="Times New Roman" panose="02020603050405020304" charset="0"/>
                <a:ea typeface="黑体" panose="02010609060101010101" pitchFamily="49" charset="-122"/>
              </a:rPr>
              <a:t>逆变换</a:t>
            </a:r>
            <a:r>
              <a:rPr lang="en-US" altLang="zh-CN" sz="2800" b="1" dirty="0">
                <a:solidFill>
                  <a:srgbClr val="0000FF"/>
                </a:solidFill>
                <a:latin typeface="Times New Roman" panose="02020603050405020304" charset="0"/>
                <a:ea typeface="黑体" panose="02010609060101010101" pitchFamily="49" charset="-122"/>
              </a:rPr>
              <a:t>:</a:t>
            </a:r>
            <a:r>
              <a:rPr lang="zh-CN" altLang="en-US" sz="2800" b="1" dirty="0">
                <a:solidFill>
                  <a:srgbClr val="0000FF"/>
                </a:solidFill>
                <a:latin typeface="Times New Roman" panose="02020603050405020304" charset="0"/>
                <a:ea typeface="黑体" panose="02010609060101010101" pitchFamily="49" charset="-122"/>
              </a:rPr>
              <a:t>  </a:t>
            </a:r>
            <a:endParaRPr lang="zh-CN" altLang="en-US" sz="2800" b="1" dirty="0">
              <a:solidFill>
                <a:srgbClr val="0000FF"/>
              </a:solidFill>
              <a:latin typeface="Times New Roman" panose="02020603050405020304" charset="0"/>
              <a:ea typeface="黑体" panose="02010609060101010101" pitchFamily="49" charset="-122"/>
            </a:endParaRPr>
          </a:p>
        </p:txBody>
      </p:sp>
      <p:sp>
        <p:nvSpPr>
          <p:cNvPr id="20486" name="Rectangle 8"/>
          <p:cNvSpPr/>
          <p:nvPr/>
        </p:nvSpPr>
        <p:spPr>
          <a:xfrm>
            <a:off x="1524000" y="2673350"/>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grpSp>
        <p:nvGrpSpPr>
          <p:cNvPr id="33801" name="Group 9"/>
          <p:cNvGrpSpPr/>
          <p:nvPr/>
        </p:nvGrpSpPr>
        <p:grpSpPr>
          <a:xfrm>
            <a:off x="2351088" y="4221163"/>
            <a:ext cx="6756400" cy="1798637"/>
            <a:chOff x="521" y="2659"/>
            <a:chExt cx="4256" cy="1133"/>
          </a:xfrm>
        </p:grpSpPr>
        <p:sp>
          <p:nvSpPr>
            <p:cNvPr id="20488" name="Rectangle 10"/>
            <p:cNvSpPr/>
            <p:nvPr/>
          </p:nvSpPr>
          <p:spPr>
            <a:xfrm>
              <a:off x="521" y="2659"/>
              <a:ext cx="2405" cy="329"/>
            </a:xfrm>
            <a:prstGeom prst="rect">
              <a:avLst/>
            </a:prstGeom>
            <a:noFill/>
            <a:ln w="25400">
              <a:noFill/>
            </a:ln>
          </p:spPr>
          <p:txBody>
            <a:bodyPr>
              <a:spAutoFit/>
            </a:bodyPr>
            <a:lstStyle/>
            <a:p>
              <a:pPr>
                <a:spcBef>
                  <a:spcPct val="20000"/>
                </a:spcBef>
              </a:pPr>
              <a:r>
                <a:rPr lang="zh-CN" altLang="en-US" sz="2800" b="1" dirty="0">
                  <a:solidFill>
                    <a:srgbClr val="0000FF"/>
                  </a:solidFill>
                  <a:latin typeface="Times New Roman" panose="02020603050405020304" charset="0"/>
                  <a:ea typeface="黑体" panose="02010609060101010101" pitchFamily="49" charset="-122"/>
                </a:rPr>
                <a:t>由</a:t>
              </a:r>
              <a:r>
                <a:rPr lang="en-US" altLang="zh-CN" sz="2800" b="1" dirty="0">
                  <a:solidFill>
                    <a:srgbClr val="0000FF"/>
                  </a:solidFill>
                  <a:latin typeface="Times New Roman" panose="02020603050405020304" charset="0"/>
                  <a:ea typeface="黑体" panose="02010609060101010101" pitchFamily="49" charset="-122"/>
                </a:rPr>
                <a:t>Laplace</a:t>
              </a:r>
              <a:r>
                <a:rPr lang="zh-CN" altLang="en-US" sz="2800" b="1" dirty="0">
                  <a:solidFill>
                    <a:srgbClr val="0000FF"/>
                  </a:solidFill>
                  <a:latin typeface="Times New Roman" panose="02020603050405020304" charset="0"/>
                  <a:ea typeface="黑体" panose="02010609060101010101" pitchFamily="49" charset="-122"/>
                </a:rPr>
                <a:t>变换表知：</a:t>
              </a:r>
              <a:endParaRPr lang="zh-CN" altLang="en-US" sz="2800" b="1" dirty="0">
                <a:solidFill>
                  <a:srgbClr val="0000FF"/>
                </a:solidFill>
                <a:latin typeface="Times New Roman" panose="02020603050405020304" charset="0"/>
                <a:ea typeface="黑体" panose="02010609060101010101" pitchFamily="49" charset="-122"/>
              </a:endParaRPr>
            </a:p>
          </p:txBody>
        </p:sp>
        <p:graphicFrame>
          <p:nvGraphicFramePr>
            <p:cNvPr id="20489" name="Object 11"/>
            <p:cNvGraphicFramePr>
              <a:graphicFrameLocks noChangeAspect="1"/>
            </p:cNvGraphicFramePr>
            <p:nvPr/>
          </p:nvGraphicFramePr>
          <p:xfrm>
            <a:off x="847" y="3113"/>
            <a:ext cx="3930" cy="679"/>
          </p:xfrm>
          <a:graphic>
            <a:graphicData uri="http://schemas.openxmlformats.org/presentationml/2006/ole">
              <mc:AlternateContent xmlns:mc="http://schemas.openxmlformats.org/markup-compatibility/2006">
                <mc:Choice xmlns:v="urn:schemas-microsoft-com:vml" Requires="v">
                  <p:oleObj spid="_x0000_s3" name="" r:id="rId5" imgW="6299200" imgH="1092200" progId="Equation.DSMT4">
                    <p:embed/>
                  </p:oleObj>
                </mc:Choice>
                <mc:Fallback>
                  <p:oleObj name="" r:id="rId5" imgW="6299200" imgH="1092200" progId="Equation.DSMT4">
                    <p:embed/>
                    <p:pic>
                      <p:nvPicPr>
                        <p:cNvPr id="0" name="图片 3103"/>
                        <p:cNvPicPr/>
                        <p:nvPr/>
                      </p:nvPicPr>
                      <p:blipFill>
                        <a:blip r:embed="rId6"/>
                        <a:stretch>
                          <a:fillRect/>
                        </a:stretch>
                      </p:blipFill>
                      <p:spPr>
                        <a:xfrm>
                          <a:off x="847" y="3113"/>
                          <a:ext cx="3930" cy="679"/>
                        </a:xfrm>
                        <a:prstGeom prst="rect">
                          <a:avLst/>
                        </a:prstGeom>
                        <a:noFill/>
                        <a:ln w="38100">
                          <a:noFill/>
                          <a:miter/>
                        </a:ln>
                      </p:spPr>
                    </p:pic>
                  </p:oleObj>
                </mc:Fallback>
              </mc:AlternateContent>
            </a:graphicData>
          </a:graphic>
        </p:graphicFrame>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3798"/>
                                        </p:tgtEl>
                                        <p:attrNameLst>
                                          <p:attrName>style.visibility</p:attrName>
                                        </p:attrNameLst>
                                      </p:cBhvr>
                                      <p:to>
                                        <p:strVal val="visible"/>
                                      </p:to>
                                    </p:set>
                                    <p:animEffect transition="in" filter="wipe(down)">
                                      <p:cBhvr>
                                        <p:cTn id="7" dur="500"/>
                                        <p:tgtEl>
                                          <p:spTgt spid="3379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33801"/>
                                        </p:tgtEl>
                                        <p:attrNameLst>
                                          <p:attrName>style.visibility</p:attrName>
                                        </p:attrNameLst>
                                      </p:cBhvr>
                                      <p:to>
                                        <p:strVal val="visible"/>
                                      </p:to>
                                    </p:set>
                                    <p:animEffect transition="in" filter="wipe(down)">
                                      <p:cBhvr>
                                        <p:cTn id="12" dur="500"/>
                                        <p:tgtEl>
                                          <p:spTgt spid="338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4818" name="Object 2"/>
          <p:cNvGraphicFramePr>
            <a:graphicFrameLocks noChangeAspect="1"/>
          </p:cNvGraphicFramePr>
          <p:nvPr/>
        </p:nvGraphicFramePr>
        <p:xfrm>
          <a:off x="2601913" y="1700213"/>
          <a:ext cx="6665912" cy="1052512"/>
        </p:xfrm>
        <a:graphic>
          <a:graphicData uri="http://schemas.openxmlformats.org/presentationml/2006/ole">
            <mc:AlternateContent xmlns:mc="http://schemas.openxmlformats.org/markup-compatibility/2006">
              <mc:Choice xmlns:v="urn:schemas-microsoft-com:vml" Requires="v">
                <p:oleObj spid="_x0000_s6" name="" r:id="rId1" imgW="6731000" imgH="1066800" progId="Equation.DSMT4">
                  <p:embed/>
                </p:oleObj>
              </mc:Choice>
              <mc:Fallback>
                <p:oleObj name="" r:id="rId1" imgW="6731000" imgH="1066800" progId="Equation.DSMT4">
                  <p:embed/>
                  <p:pic>
                    <p:nvPicPr>
                      <p:cNvPr id="0" name="图片 3106"/>
                      <p:cNvPicPr/>
                      <p:nvPr/>
                    </p:nvPicPr>
                    <p:blipFill>
                      <a:blip r:embed="rId2"/>
                      <a:stretch>
                        <a:fillRect/>
                      </a:stretch>
                    </p:blipFill>
                    <p:spPr>
                      <a:xfrm>
                        <a:off x="2601913" y="1700213"/>
                        <a:ext cx="6665912" cy="1052512"/>
                      </a:xfrm>
                      <a:prstGeom prst="rect">
                        <a:avLst/>
                      </a:prstGeom>
                      <a:noFill/>
                      <a:ln w="38100">
                        <a:noFill/>
                        <a:miter/>
                      </a:ln>
                    </p:spPr>
                  </p:pic>
                </p:oleObj>
              </mc:Fallback>
            </mc:AlternateContent>
          </a:graphicData>
        </a:graphic>
      </p:graphicFrame>
      <p:graphicFrame>
        <p:nvGraphicFramePr>
          <p:cNvPr id="34819" name="Object 3"/>
          <p:cNvGraphicFramePr>
            <a:graphicFrameLocks noChangeAspect="1"/>
          </p:cNvGraphicFramePr>
          <p:nvPr/>
        </p:nvGraphicFramePr>
        <p:xfrm>
          <a:off x="2449513" y="2997200"/>
          <a:ext cx="6375400" cy="1346200"/>
        </p:xfrm>
        <a:graphic>
          <a:graphicData uri="http://schemas.openxmlformats.org/presentationml/2006/ole">
            <mc:AlternateContent xmlns:mc="http://schemas.openxmlformats.org/markup-compatibility/2006">
              <mc:Choice xmlns:v="urn:schemas-microsoft-com:vml" Requires="v">
                <p:oleObj spid="_x0000_s2" name="" r:id="rId3" imgW="6375400" imgH="1346200" progId="Equation.DSMT4">
                  <p:embed/>
                </p:oleObj>
              </mc:Choice>
              <mc:Fallback>
                <p:oleObj name="" r:id="rId3" imgW="6375400" imgH="1346200" progId="Equation.DSMT4">
                  <p:embed/>
                  <p:pic>
                    <p:nvPicPr>
                      <p:cNvPr id="0" name="图片 3107"/>
                      <p:cNvPicPr/>
                      <p:nvPr/>
                    </p:nvPicPr>
                    <p:blipFill>
                      <a:blip r:embed="rId4"/>
                      <a:stretch>
                        <a:fillRect/>
                      </a:stretch>
                    </p:blipFill>
                    <p:spPr>
                      <a:xfrm>
                        <a:off x="2449513" y="2997200"/>
                        <a:ext cx="6375400" cy="1346200"/>
                      </a:xfrm>
                      <a:prstGeom prst="rect">
                        <a:avLst/>
                      </a:prstGeom>
                      <a:noFill/>
                      <a:ln w="38100">
                        <a:noFill/>
                        <a:miter/>
                      </a:ln>
                    </p:spPr>
                  </p:pic>
                </p:oleObj>
              </mc:Fallback>
            </mc:AlternateContent>
          </a:graphicData>
        </a:graphic>
      </p:graphicFrame>
      <p:grpSp>
        <p:nvGrpSpPr>
          <p:cNvPr id="21508" name="Group 4"/>
          <p:cNvGrpSpPr/>
          <p:nvPr/>
        </p:nvGrpSpPr>
        <p:grpSpPr>
          <a:xfrm>
            <a:off x="6527800" y="404813"/>
            <a:ext cx="3671888" cy="1079500"/>
            <a:chOff x="3152" y="255"/>
            <a:chExt cx="2313" cy="680"/>
          </a:xfrm>
        </p:grpSpPr>
        <p:graphicFrame>
          <p:nvGraphicFramePr>
            <p:cNvPr id="21512" name="Object 5"/>
            <p:cNvGraphicFramePr>
              <a:graphicFrameLocks noChangeAspect="1"/>
            </p:cNvGraphicFramePr>
            <p:nvPr/>
          </p:nvGraphicFramePr>
          <p:xfrm>
            <a:off x="3288" y="300"/>
            <a:ext cx="2080" cy="608"/>
          </p:xfrm>
          <a:graphic>
            <a:graphicData uri="http://schemas.openxmlformats.org/presentationml/2006/ole">
              <mc:AlternateContent xmlns:mc="http://schemas.openxmlformats.org/markup-compatibility/2006">
                <mc:Choice xmlns:v="urn:schemas-microsoft-com:vml" Requires="v">
                  <p:oleObj spid="_x0000_s3" name="" r:id="rId5" imgW="3302000" imgH="965200" progId="Equation.DSMT4">
                    <p:embed/>
                  </p:oleObj>
                </mc:Choice>
                <mc:Fallback>
                  <p:oleObj name="" r:id="rId5" imgW="3302000" imgH="965200" progId="Equation.DSMT4">
                    <p:embed/>
                    <p:pic>
                      <p:nvPicPr>
                        <p:cNvPr id="0" name="图片 3105"/>
                        <p:cNvPicPr/>
                        <p:nvPr/>
                      </p:nvPicPr>
                      <p:blipFill>
                        <a:blip r:embed="rId6"/>
                        <a:stretch>
                          <a:fillRect/>
                        </a:stretch>
                      </p:blipFill>
                      <p:spPr>
                        <a:xfrm>
                          <a:off x="3288" y="300"/>
                          <a:ext cx="2080" cy="608"/>
                        </a:xfrm>
                        <a:prstGeom prst="rect">
                          <a:avLst/>
                        </a:prstGeom>
                        <a:noFill/>
                        <a:ln w="38100">
                          <a:noFill/>
                          <a:miter/>
                        </a:ln>
                      </p:spPr>
                    </p:pic>
                  </p:oleObj>
                </mc:Fallback>
              </mc:AlternateContent>
            </a:graphicData>
          </a:graphic>
        </p:graphicFrame>
        <p:sp>
          <p:nvSpPr>
            <p:cNvPr id="21513" name="Rectangle 6"/>
            <p:cNvSpPr/>
            <p:nvPr/>
          </p:nvSpPr>
          <p:spPr>
            <a:xfrm>
              <a:off x="3152" y="255"/>
              <a:ext cx="2313" cy="680"/>
            </a:xfrm>
            <a:prstGeom prst="rect">
              <a:avLst/>
            </a:prstGeom>
            <a:noFill/>
            <a:ln w="25400" cap="flat" cmpd="sng">
              <a:solidFill>
                <a:schemeClr val="tx2"/>
              </a:solidFill>
              <a:prstDash val="solid"/>
              <a:miter/>
              <a:headEnd type="none" w="med" len="med"/>
              <a:tailEnd type="none" w="lg" len="lg"/>
            </a:ln>
          </p:spPr>
          <p:txBody>
            <a:bodyPr wrap="none" anchor="ctr" anchorCtr="0"/>
            <a:lstStyle/>
            <a:p>
              <a:endParaRPr lang="zh-CN" altLang="en-US" dirty="0">
                <a:latin typeface="Arial" panose="020B0604020202020204" pitchFamily="34" charset="0"/>
              </a:endParaRPr>
            </a:p>
          </p:txBody>
        </p:sp>
      </p:grpSp>
      <p:grpSp>
        <p:nvGrpSpPr>
          <p:cNvPr id="34823" name="Group 7"/>
          <p:cNvGrpSpPr/>
          <p:nvPr/>
        </p:nvGrpSpPr>
        <p:grpSpPr>
          <a:xfrm>
            <a:off x="2566988" y="4581525"/>
            <a:ext cx="7200900" cy="1420813"/>
            <a:chOff x="657" y="2886"/>
            <a:chExt cx="4536" cy="895"/>
          </a:xfrm>
        </p:grpSpPr>
        <p:graphicFrame>
          <p:nvGraphicFramePr>
            <p:cNvPr id="21510" name="Object 8"/>
            <p:cNvGraphicFramePr>
              <a:graphicFrameLocks noChangeAspect="1"/>
            </p:cNvGraphicFramePr>
            <p:nvPr/>
          </p:nvGraphicFramePr>
          <p:xfrm>
            <a:off x="1156" y="2886"/>
            <a:ext cx="4037" cy="895"/>
          </p:xfrm>
          <a:graphic>
            <a:graphicData uri="http://schemas.openxmlformats.org/presentationml/2006/ole">
              <mc:AlternateContent xmlns:mc="http://schemas.openxmlformats.org/markup-compatibility/2006">
                <mc:Choice xmlns:v="urn:schemas-microsoft-com:vml" Requires="v">
                  <p:oleObj spid="_x0000_s4" name="" r:id="rId7" imgW="6070600" imgH="1346200" progId="Equation.DSMT4">
                    <p:embed/>
                  </p:oleObj>
                </mc:Choice>
                <mc:Fallback>
                  <p:oleObj name="" r:id="rId7" imgW="6070600" imgH="1346200" progId="Equation.DSMT4">
                    <p:embed/>
                    <p:pic>
                      <p:nvPicPr>
                        <p:cNvPr id="0" name="图片 3097"/>
                        <p:cNvPicPr/>
                        <p:nvPr/>
                      </p:nvPicPr>
                      <p:blipFill>
                        <a:blip r:embed="rId8"/>
                        <a:stretch>
                          <a:fillRect/>
                        </a:stretch>
                      </p:blipFill>
                      <p:spPr>
                        <a:xfrm>
                          <a:off x="1156" y="2886"/>
                          <a:ext cx="4037" cy="895"/>
                        </a:xfrm>
                        <a:prstGeom prst="rect">
                          <a:avLst/>
                        </a:prstGeom>
                        <a:noFill/>
                        <a:ln w="38100">
                          <a:noFill/>
                          <a:miter/>
                        </a:ln>
                      </p:spPr>
                    </p:pic>
                  </p:oleObj>
                </mc:Fallback>
              </mc:AlternateContent>
            </a:graphicData>
          </a:graphic>
        </p:graphicFrame>
        <p:sp>
          <p:nvSpPr>
            <p:cNvPr id="21511" name="AutoShape 9"/>
            <p:cNvSpPr/>
            <p:nvPr/>
          </p:nvSpPr>
          <p:spPr>
            <a:xfrm>
              <a:off x="657" y="3203"/>
              <a:ext cx="317" cy="136"/>
            </a:xfrm>
            <a:prstGeom prst="rightArrow">
              <a:avLst>
                <a:gd name="adj1" fmla="val 50000"/>
                <a:gd name="adj2" fmla="val 58272"/>
              </a:avLst>
            </a:prstGeom>
            <a:noFill/>
            <a:ln w="25400" cap="flat" cmpd="sng">
              <a:solidFill>
                <a:schemeClr val="tx2"/>
              </a:solidFill>
              <a:prstDash val="solid"/>
              <a:miter/>
              <a:headEnd type="none" w="med" len="med"/>
              <a:tailEnd type="none" w="lg" len="lg"/>
            </a:ln>
          </p:spPr>
          <p:txBody>
            <a:bodyPr wrap="none" anchor="ctr" anchorCtr="0"/>
            <a:lstStyle/>
            <a:p>
              <a:endParaRPr lang="zh-CN" altLang="en-US" dirty="0">
                <a:latin typeface="Arial" panose="020B0604020202020204" pitchFamily="34" charset="0"/>
              </a:endParaRPr>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4818"/>
                                        </p:tgtEl>
                                        <p:attrNameLst>
                                          <p:attrName>style.visibility</p:attrName>
                                        </p:attrNameLst>
                                      </p:cBhvr>
                                      <p:to>
                                        <p:strVal val="visible"/>
                                      </p:to>
                                    </p:set>
                                    <p:animEffect transition="in" filter="wipe(down)">
                                      <p:cBhvr>
                                        <p:cTn id="7" dur="500"/>
                                        <p:tgtEl>
                                          <p:spTgt spid="348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34819"/>
                                        </p:tgtEl>
                                        <p:attrNameLst>
                                          <p:attrName>style.visibility</p:attrName>
                                        </p:attrNameLst>
                                      </p:cBhvr>
                                      <p:to>
                                        <p:strVal val="visible"/>
                                      </p:to>
                                    </p:set>
                                    <p:animEffect transition="in" filter="wipe(up)">
                                      <p:cBhvr>
                                        <p:cTn id="12" dur="500"/>
                                        <p:tgtEl>
                                          <p:spTgt spid="348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34823"/>
                                        </p:tgtEl>
                                        <p:attrNameLst>
                                          <p:attrName>style.visibility</p:attrName>
                                        </p:attrNameLst>
                                      </p:cBhvr>
                                      <p:to>
                                        <p:strVal val="visible"/>
                                      </p:to>
                                    </p:set>
                                    <p:animEffect transition="in" filter="wipe(left)">
                                      <p:cBhvr>
                                        <p:cTn id="17" dur="500"/>
                                        <p:tgtEl>
                                          <p:spTgt spid="348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p:nvPr/>
        </p:nvSpPr>
        <p:spPr>
          <a:xfrm>
            <a:off x="2351088" y="763746"/>
            <a:ext cx="6440170" cy="521970"/>
          </a:xfrm>
          <a:prstGeom prst="rect">
            <a:avLst/>
          </a:prstGeom>
          <a:noFill/>
          <a:ln w="25400">
            <a:noFill/>
          </a:ln>
        </p:spPr>
        <p:txBody>
          <a:bodyPr wrap="none" anchor="ctr" anchorCtr="0">
            <a:spAutoFit/>
          </a:bodyPr>
          <a:lstStyle/>
          <a:p>
            <a:r>
              <a:rPr lang="zh-CN" altLang="en-US" sz="2800" b="1" dirty="0">
                <a:solidFill>
                  <a:srgbClr val="0000FF"/>
                </a:solidFill>
                <a:latin typeface="黑体" panose="02010609060101010101" pitchFamily="49" charset="-122"/>
                <a:ea typeface="黑体" panose="02010609060101010101" pitchFamily="49" charset="-122"/>
              </a:rPr>
              <a:t>积分变换法求解定解问题的基本步骤： </a:t>
            </a:r>
            <a:endParaRPr lang="zh-CN" altLang="en-US" sz="2800" b="1" dirty="0">
              <a:solidFill>
                <a:srgbClr val="0000FF"/>
              </a:solidFill>
              <a:latin typeface="黑体" panose="02010609060101010101" pitchFamily="49" charset="-122"/>
              <a:ea typeface="黑体" panose="02010609060101010101" pitchFamily="49" charset="-122"/>
            </a:endParaRPr>
          </a:p>
        </p:txBody>
      </p:sp>
      <p:sp>
        <p:nvSpPr>
          <p:cNvPr id="22531" name="Rectangle 4"/>
          <p:cNvSpPr/>
          <p:nvPr/>
        </p:nvSpPr>
        <p:spPr>
          <a:xfrm>
            <a:off x="2424113" y="1557338"/>
            <a:ext cx="7921625" cy="1383665"/>
          </a:xfrm>
          <a:prstGeom prst="rect">
            <a:avLst/>
          </a:prstGeom>
          <a:noFill/>
          <a:ln w="25400">
            <a:noFill/>
          </a:ln>
        </p:spPr>
        <p:txBody>
          <a:bodyPr>
            <a:spAutoFit/>
          </a:bodyPr>
          <a:lstStyle/>
          <a:p>
            <a:r>
              <a:rPr lang="en-US" altLang="zh-CN" sz="2800" b="1" dirty="0">
                <a:solidFill>
                  <a:srgbClr val="0000FF"/>
                </a:solidFill>
                <a:latin typeface="黑体" panose="02010609060101010101" pitchFamily="49" charset="-122"/>
                <a:ea typeface="黑体" panose="02010609060101010101" pitchFamily="49" charset="-122"/>
              </a:rPr>
              <a:t>1) </a:t>
            </a:r>
            <a:r>
              <a:rPr lang="zh-CN" altLang="en-US" sz="2800" b="1" dirty="0">
                <a:solidFill>
                  <a:srgbClr val="0000FF"/>
                </a:solidFill>
                <a:latin typeface="黑体" panose="02010609060101010101" pitchFamily="49" charset="-122"/>
                <a:ea typeface="黑体" panose="02010609060101010101" pitchFamily="49" charset="-122"/>
              </a:rPr>
              <a:t>选取恰当的积分变换。主要考虑自变量取值范围，傅立叶变换要求取值范围        ，拉普拉斯变换要求取值范围是 </a:t>
            </a:r>
            <a:endParaRPr lang="zh-CN" altLang="en-US" sz="2800" b="1" dirty="0">
              <a:solidFill>
                <a:srgbClr val="0000FF"/>
              </a:solidFill>
              <a:latin typeface="黑体" panose="02010609060101010101" pitchFamily="49" charset="-122"/>
              <a:ea typeface="黑体" panose="02010609060101010101" pitchFamily="49" charset="-122"/>
            </a:endParaRPr>
          </a:p>
        </p:txBody>
      </p:sp>
      <p:graphicFrame>
        <p:nvGraphicFramePr>
          <p:cNvPr id="22532" name="Object 5"/>
          <p:cNvGraphicFramePr>
            <a:graphicFrameLocks noChangeAspect="1"/>
          </p:cNvGraphicFramePr>
          <p:nvPr/>
        </p:nvGraphicFramePr>
        <p:xfrm>
          <a:off x="7248525" y="2060575"/>
          <a:ext cx="1333500" cy="393700"/>
        </p:xfrm>
        <a:graphic>
          <a:graphicData uri="http://schemas.openxmlformats.org/presentationml/2006/ole">
            <mc:AlternateContent xmlns:mc="http://schemas.openxmlformats.org/markup-compatibility/2006">
              <mc:Choice xmlns:v="urn:schemas-microsoft-com:vml" Requires="v">
                <p:oleObj spid="_x0000_s6" name="" r:id="rId1" imgW="1333500" imgH="393700" progId="Equation.DSMT4">
                  <p:embed/>
                </p:oleObj>
              </mc:Choice>
              <mc:Fallback>
                <p:oleObj name="" r:id="rId1" imgW="1333500" imgH="393700" progId="Equation.DSMT4">
                  <p:embed/>
                  <p:pic>
                    <p:nvPicPr>
                      <p:cNvPr id="0" name="图片 3098"/>
                      <p:cNvPicPr/>
                      <p:nvPr/>
                    </p:nvPicPr>
                    <p:blipFill>
                      <a:blip r:embed="rId2"/>
                      <a:stretch>
                        <a:fillRect/>
                      </a:stretch>
                    </p:blipFill>
                    <p:spPr>
                      <a:xfrm>
                        <a:off x="7248525" y="2060575"/>
                        <a:ext cx="1333500" cy="393700"/>
                      </a:xfrm>
                      <a:prstGeom prst="rect">
                        <a:avLst/>
                      </a:prstGeom>
                      <a:noFill/>
                      <a:ln w="38100">
                        <a:noFill/>
                        <a:miter/>
                      </a:ln>
                    </p:spPr>
                  </p:pic>
                </p:oleObj>
              </mc:Fallback>
            </mc:AlternateContent>
          </a:graphicData>
        </a:graphic>
      </p:graphicFrame>
      <p:graphicFrame>
        <p:nvGraphicFramePr>
          <p:cNvPr id="22533" name="Object 6"/>
          <p:cNvGraphicFramePr>
            <a:graphicFrameLocks noChangeAspect="1"/>
          </p:cNvGraphicFramePr>
          <p:nvPr/>
        </p:nvGraphicFramePr>
        <p:xfrm>
          <a:off x="6240463" y="2492375"/>
          <a:ext cx="1130300" cy="393700"/>
        </p:xfrm>
        <a:graphic>
          <a:graphicData uri="http://schemas.openxmlformats.org/presentationml/2006/ole">
            <mc:AlternateContent xmlns:mc="http://schemas.openxmlformats.org/markup-compatibility/2006">
              <mc:Choice xmlns:v="urn:schemas-microsoft-com:vml" Requires="v">
                <p:oleObj spid="_x0000_s2" name="" r:id="rId3" imgW="1129665" imgH="393700" progId="Equation.DSMT4">
                  <p:embed/>
                </p:oleObj>
              </mc:Choice>
              <mc:Fallback>
                <p:oleObj name="" r:id="rId3" imgW="1129665" imgH="393700" progId="Equation.DSMT4">
                  <p:embed/>
                  <p:pic>
                    <p:nvPicPr>
                      <p:cNvPr id="0" name="图片 3095"/>
                      <p:cNvPicPr/>
                      <p:nvPr/>
                    </p:nvPicPr>
                    <p:blipFill>
                      <a:blip r:embed="rId4"/>
                      <a:stretch>
                        <a:fillRect/>
                      </a:stretch>
                    </p:blipFill>
                    <p:spPr>
                      <a:xfrm>
                        <a:off x="6240463" y="2492375"/>
                        <a:ext cx="1130300" cy="393700"/>
                      </a:xfrm>
                      <a:prstGeom prst="rect">
                        <a:avLst/>
                      </a:prstGeom>
                      <a:noFill/>
                      <a:ln w="38100">
                        <a:noFill/>
                        <a:miter/>
                      </a:ln>
                    </p:spPr>
                  </p:pic>
                </p:oleObj>
              </mc:Fallback>
            </mc:AlternateContent>
          </a:graphicData>
        </a:graphic>
      </p:graphicFrame>
      <p:sp>
        <p:nvSpPr>
          <p:cNvPr id="22534" name="Rectangle 7"/>
          <p:cNvSpPr/>
          <p:nvPr/>
        </p:nvSpPr>
        <p:spPr>
          <a:xfrm>
            <a:off x="1524000" y="3001963"/>
            <a:ext cx="309880" cy="368300"/>
          </a:xfrm>
          <a:prstGeom prst="rect">
            <a:avLst/>
          </a:prstGeom>
          <a:noFill/>
          <a:ln w="25400">
            <a:noFill/>
          </a:ln>
        </p:spPr>
        <p:txBody>
          <a:bodyPr wrap="none" anchor="ctr" anchorCtr="0">
            <a:spAutoFit/>
          </a:bodyPr>
          <a:lstStyle/>
          <a:p>
            <a:endParaRPr lang="zh-CN" altLang="en-US" dirty="0">
              <a:latin typeface="Arial" panose="020B0604020202020204" pitchFamily="34" charset="0"/>
            </a:endParaRPr>
          </a:p>
        </p:txBody>
      </p:sp>
      <p:sp>
        <p:nvSpPr>
          <p:cNvPr id="22535" name="Rectangle 9"/>
          <p:cNvSpPr/>
          <p:nvPr/>
        </p:nvSpPr>
        <p:spPr>
          <a:xfrm>
            <a:off x="2424113" y="3350261"/>
            <a:ext cx="8051800" cy="1814830"/>
          </a:xfrm>
          <a:prstGeom prst="rect">
            <a:avLst/>
          </a:prstGeom>
          <a:noFill/>
          <a:ln w="25400">
            <a:noFill/>
          </a:ln>
        </p:spPr>
        <p:txBody>
          <a:bodyPr wrap="none" anchor="ctr" anchorCtr="0">
            <a:spAutoFit/>
          </a:bodyPr>
          <a:lstStyle/>
          <a:p>
            <a:r>
              <a:rPr lang="en-US" altLang="zh-CN" sz="2800" b="1" dirty="0">
                <a:solidFill>
                  <a:srgbClr val="0000FF"/>
                </a:solidFill>
                <a:latin typeface="黑体" panose="02010609060101010101" pitchFamily="49" charset="-122"/>
                <a:ea typeface="黑体" panose="02010609060101010101" pitchFamily="49" charset="-122"/>
              </a:rPr>
              <a:t>2) </a:t>
            </a:r>
            <a:r>
              <a:rPr lang="zh-CN" altLang="en-US" sz="2800" b="1" dirty="0">
                <a:solidFill>
                  <a:srgbClr val="0000FF"/>
                </a:solidFill>
                <a:latin typeface="黑体" panose="02010609060101010101" pitchFamily="49" charset="-122"/>
                <a:ea typeface="黑体" panose="02010609060101010101" pitchFamily="49" charset="-122"/>
              </a:rPr>
              <a:t>注意定解条件的形式。假如对 </a:t>
            </a:r>
            <a:r>
              <a:rPr lang="en-US" altLang="zh-CN" sz="2800" b="1" i="1" dirty="0">
                <a:solidFill>
                  <a:srgbClr val="0000FF"/>
                </a:solidFill>
                <a:latin typeface="Times New Roman" panose="02020603050405020304" charset="0"/>
                <a:ea typeface="黑体" panose="02010609060101010101" pitchFamily="49" charset="-122"/>
              </a:rPr>
              <a:t>x</a:t>
            </a:r>
            <a:r>
              <a:rPr lang="en-US" altLang="zh-CN" sz="2800" b="1" dirty="0">
                <a:solidFill>
                  <a:srgbClr val="0000FF"/>
                </a:solidFill>
                <a:latin typeface="黑体" panose="02010609060101010101" pitchFamily="49" charset="-122"/>
                <a:ea typeface="黑体" panose="02010609060101010101" pitchFamily="49" charset="-122"/>
              </a:rPr>
              <a:t> </a:t>
            </a:r>
            <a:r>
              <a:rPr lang="zh-CN" altLang="en-US" sz="2800" b="1" dirty="0">
                <a:solidFill>
                  <a:srgbClr val="0000FF"/>
                </a:solidFill>
                <a:latin typeface="黑体" panose="02010609060101010101" pitchFamily="49" charset="-122"/>
                <a:ea typeface="黑体" panose="02010609060101010101" pitchFamily="49" charset="-122"/>
              </a:rPr>
              <a:t>进行拉普拉斯</a:t>
            </a:r>
            <a:endParaRPr lang="zh-CN" altLang="en-US" sz="2800" b="1" dirty="0">
              <a:solidFill>
                <a:srgbClr val="0000FF"/>
              </a:solidFill>
              <a:latin typeface="黑体" panose="02010609060101010101" pitchFamily="49" charset="-122"/>
              <a:ea typeface="黑体" panose="02010609060101010101" pitchFamily="49" charset="-122"/>
            </a:endParaRPr>
          </a:p>
          <a:p>
            <a:r>
              <a:rPr lang="zh-CN" altLang="en-US" sz="2800" b="1" dirty="0">
                <a:solidFill>
                  <a:srgbClr val="0000FF"/>
                </a:solidFill>
                <a:latin typeface="黑体" panose="02010609060101010101" pitchFamily="49" charset="-122"/>
                <a:ea typeface="黑体" panose="02010609060101010101" pitchFamily="49" charset="-122"/>
              </a:rPr>
              <a:t>变换，而原方程是关于 </a:t>
            </a:r>
            <a:r>
              <a:rPr lang="en-US" altLang="zh-CN" sz="2800" b="1" i="1" dirty="0">
                <a:solidFill>
                  <a:srgbClr val="0000FF"/>
                </a:solidFill>
                <a:latin typeface="Times New Roman" panose="02020603050405020304" charset="0"/>
                <a:ea typeface="黑体" panose="02010609060101010101" pitchFamily="49" charset="-122"/>
              </a:rPr>
              <a:t>x</a:t>
            </a:r>
            <a:r>
              <a:rPr lang="en-US" altLang="zh-CN" sz="2800" b="1" dirty="0">
                <a:solidFill>
                  <a:srgbClr val="0000FF"/>
                </a:solidFill>
                <a:latin typeface="黑体" panose="02010609060101010101" pitchFamily="49" charset="-122"/>
                <a:ea typeface="黑体" panose="02010609060101010101" pitchFamily="49" charset="-122"/>
              </a:rPr>
              <a:t> </a:t>
            </a:r>
            <a:r>
              <a:rPr lang="zh-CN" altLang="en-US" sz="2800" b="1" dirty="0">
                <a:solidFill>
                  <a:srgbClr val="0000FF"/>
                </a:solidFill>
                <a:latin typeface="黑体" panose="02010609060101010101" pitchFamily="49" charset="-122"/>
                <a:ea typeface="黑体" panose="02010609060101010101" pitchFamily="49" charset="-122"/>
              </a:rPr>
              <a:t>的 </a:t>
            </a:r>
            <a:r>
              <a:rPr lang="en-US" altLang="zh-CN" sz="2800" b="1" i="1" dirty="0">
                <a:solidFill>
                  <a:srgbClr val="0000FF"/>
                </a:solidFill>
                <a:latin typeface="Times New Roman" panose="02020603050405020304" charset="0"/>
                <a:ea typeface="黑体" panose="02010609060101010101" pitchFamily="49" charset="-122"/>
              </a:rPr>
              <a:t>k</a:t>
            </a:r>
            <a:r>
              <a:rPr lang="en-US" altLang="zh-CN" sz="2800" b="1" dirty="0">
                <a:solidFill>
                  <a:srgbClr val="0000FF"/>
                </a:solidFill>
                <a:latin typeface="黑体" panose="02010609060101010101" pitchFamily="49" charset="-122"/>
                <a:ea typeface="黑体" panose="02010609060101010101" pitchFamily="49" charset="-122"/>
              </a:rPr>
              <a:t> </a:t>
            </a:r>
            <a:r>
              <a:rPr lang="zh-CN" altLang="en-US" sz="2800" b="1" dirty="0">
                <a:solidFill>
                  <a:srgbClr val="0000FF"/>
                </a:solidFill>
                <a:latin typeface="黑体" panose="02010609060101010101" pitchFamily="49" charset="-122"/>
                <a:ea typeface="黑体" panose="02010609060101010101" pitchFamily="49" charset="-122"/>
              </a:rPr>
              <a:t>阶方程，则定解</a:t>
            </a:r>
            <a:endParaRPr lang="zh-CN" altLang="en-US" sz="2800" b="1" dirty="0">
              <a:solidFill>
                <a:srgbClr val="0000FF"/>
              </a:solidFill>
              <a:latin typeface="黑体" panose="02010609060101010101" pitchFamily="49" charset="-122"/>
              <a:ea typeface="黑体" panose="02010609060101010101" pitchFamily="49" charset="-122"/>
            </a:endParaRPr>
          </a:p>
          <a:p>
            <a:endParaRPr lang="zh-CN" altLang="en-US" sz="2800" b="1" dirty="0">
              <a:solidFill>
                <a:srgbClr val="0000FF"/>
              </a:solidFill>
              <a:latin typeface="黑体" panose="02010609060101010101" pitchFamily="49" charset="-122"/>
              <a:ea typeface="黑体" panose="02010609060101010101" pitchFamily="49" charset="-122"/>
            </a:endParaRPr>
          </a:p>
          <a:p>
            <a:r>
              <a:rPr lang="zh-CN" altLang="en-US" sz="2800" b="1" dirty="0">
                <a:solidFill>
                  <a:srgbClr val="0000FF"/>
                </a:solidFill>
                <a:latin typeface="黑体" panose="02010609060101010101" pitchFamily="49" charset="-122"/>
                <a:ea typeface="黑体" panose="02010609060101010101" pitchFamily="49" charset="-122"/>
              </a:rPr>
              <a:t>条件中必须出现 </a:t>
            </a:r>
            <a:endParaRPr lang="zh-CN" altLang="en-US" sz="2800" b="1" dirty="0">
              <a:solidFill>
                <a:srgbClr val="0000FF"/>
              </a:solidFill>
              <a:latin typeface="黑体" panose="02010609060101010101" pitchFamily="49" charset="-122"/>
              <a:ea typeface="黑体" panose="02010609060101010101" pitchFamily="49" charset="-122"/>
            </a:endParaRPr>
          </a:p>
        </p:txBody>
      </p:sp>
      <p:graphicFrame>
        <p:nvGraphicFramePr>
          <p:cNvPr id="22536" name="Object 10"/>
          <p:cNvGraphicFramePr>
            <a:graphicFrameLocks noChangeAspect="1"/>
          </p:cNvGraphicFramePr>
          <p:nvPr/>
        </p:nvGraphicFramePr>
        <p:xfrm>
          <a:off x="5259388" y="4362450"/>
          <a:ext cx="4448175" cy="914400"/>
        </p:xfrm>
        <a:graphic>
          <a:graphicData uri="http://schemas.openxmlformats.org/presentationml/2006/ole">
            <mc:AlternateContent xmlns:mc="http://schemas.openxmlformats.org/markup-compatibility/2006">
              <mc:Choice xmlns:v="urn:schemas-microsoft-com:vml" Requires="v">
                <p:oleObj spid="_x0000_s3" name="" r:id="rId5" imgW="4356100" imgH="889000" progId="Equation.DSMT4">
                  <p:embed/>
                </p:oleObj>
              </mc:Choice>
              <mc:Fallback>
                <p:oleObj name="" r:id="rId5" imgW="4356100" imgH="889000" progId="Equation.DSMT4">
                  <p:embed/>
                  <p:pic>
                    <p:nvPicPr>
                      <p:cNvPr id="0" name="图片 3096"/>
                      <p:cNvPicPr/>
                      <p:nvPr/>
                    </p:nvPicPr>
                    <p:blipFill>
                      <a:blip r:embed="rId6"/>
                      <a:stretch>
                        <a:fillRect/>
                      </a:stretch>
                    </p:blipFill>
                    <p:spPr>
                      <a:xfrm>
                        <a:off x="5259388" y="4362450"/>
                        <a:ext cx="4448175" cy="914400"/>
                      </a:xfrm>
                      <a:prstGeom prst="rect">
                        <a:avLst/>
                      </a:prstGeom>
                      <a:noFill/>
                      <a:ln w="38100">
                        <a:noFill/>
                        <a:miter/>
                      </a:ln>
                    </p:spPr>
                  </p:pic>
                </p:oleObj>
              </mc:Fallback>
            </mc:AlternateContent>
          </a:graphicData>
        </a:graphic>
      </p:graphicFrame>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p:nvPr/>
        </p:nvSpPr>
        <p:spPr>
          <a:xfrm>
            <a:off x="2424113" y="902811"/>
            <a:ext cx="8229600" cy="1383665"/>
          </a:xfrm>
          <a:prstGeom prst="rect">
            <a:avLst/>
          </a:prstGeom>
          <a:noFill/>
          <a:ln w="25400">
            <a:noFill/>
          </a:ln>
        </p:spPr>
        <p:txBody>
          <a:bodyPr wrap="none" anchor="ctr" anchorCtr="0">
            <a:spAutoFit/>
          </a:bodyPr>
          <a:lstStyle/>
          <a:p>
            <a:pPr defTabSz="914400">
              <a:tabLst>
                <a:tab pos="457200" algn="l"/>
              </a:tabLst>
            </a:pPr>
            <a:r>
              <a:rPr lang="en-US" altLang="zh-CN" sz="2800" b="1" dirty="0">
                <a:solidFill>
                  <a:srgbClr val="0000FF"/>
                </a:solidFill>
                <a:latin typeface="黑体" panose="02010609060101010101" pitchFamily="49" charset="-122"/>
                <a:ea typeface="黑体" panose="02010609060101010101" pitchFamily="49" charset="-122"/>
              </a:rPr>
              <a:t>3) </a:t>
            </a:r>
            <a:r>
              <a:rPr lang="zh-CN" altLang="en-US" sz="2800" b="1" dirty="0">
                <a:solidFill>
                  <a:srgbClr val="0000FF"/>
                </a:solidFill>
                <a:latin typeface="黑体" panose="02010609060101010101" pitchFamily="49" charset="-122"/>
                <a:ea typeface="黑体" panose="02010609060101010101" pitchFamily="49" charset="-122"/>
              </a:rPr>
              <a:t>定解条件中部分条件需要进行相应的积分变换，</a:t>
            </a:r>
            <a:endParaRPr lang="zh-CN" altLang="en-US" sz="2800" b="1" dirty="0">
              <a:solidFill>
                <a:srgbClr val="0000FF"/>
              </a:solidFill>
              <a:latin typeface="黑体" panose="02010609060101010101" pitchFamily="49" charset="-122"/>
              <a:ea typeface="黑体" panose="02010609060101010101" pitchFamily="49" charset="-122"/>
            </a:endParaRPr>
          </a:p>
          <a:p>
            <a:pPr defTabSz="914400">
              <a:tabLst>
                <a:tab pos="457200" algn="l"/>
              </a:tabLst>
            </a:pPr>
            <a:r>
              <a:rPr lang="zh-CN" altLang="en-US" sz="2800" b="1" dirty="0">
                <a:solidFill>
                  <a:srgbClr val="0000FF"/>
                </a:solidFill>
                <a:latin typeface="黑体" panose="02010609060101010101" pitchFamily="49" charset="-122"/>
                <a:ea typeface="黑体" panose="02010609060101010101" pitchFamily="49" charset="-122"/>
              </a:rPr>
              <a:t>部分条件不需要进行积分变换。对方程进行积分</a:t>
            </a:r>
            <a:endParaRPr lang="zh-CN" altLang="en-US" sz="2800" b="1" dirty="0">
              <a:solidFill>
                <a:srgbClr val="0000FF"/>
              </a:solidFill>
              <a:latin typeface="黑体" panose="02010609060101010101" pitchFamily="49" charset="-122"/>
              <a:ea typeface="黑体" panose="02010609060101010101" pitchFamily="49" charset="-122"/>
            </a:endParaRPr>
          </a:p>
          <a:p>
            <a:pPr defTabSz="914400">
              <a:tabLst>
                <a:tab pos="457200" algn="l"/>
              </a:tabLst>
            </a:pPr>
            <a:r>
              <a:rPr lang="zh-CN" altLang="en-US" sz="2800" b="1" dirty="0">
                <a:solidFill>
                  <a:srgbClr val="0000FF"/>
                </a:solidFill>
                <a:latin typeface="黑体" panose="02010609060101010101" pitchFamily="49" charset="-122"/>
                <a:ea typeface="黑体" panose="02010609060101010101" pitchFamily="49" charset="-122"/>
              </a:rPr>
              <a:t>变换时用到的条件都不再进行相应的积分变换。</a:t>
            </a:r>
            <a:endParaRPr lang="zh-CN" altLang="en-US" sz="2800" b="1" dirty="0">
              <a:solidFill>
                <a:srgbClr val="0000FF"/>
              </a:solidFill>
              <a:latin typeface="黑体" panose="02010609060101010101" pitchFamily="49" charset="-122"/>
              <a:ea typeface="黑体" panose="02010609060101010101" pitchFamily="49" charset="-122"/>
            </a:endParaRPr>
          </a:p>
        </p:txBody>
      </p:sp>
      <p:sp>
        <p:nvSpPr>
          <p:cNvPr id="36867" name="Rectangle 3"/>
          <p:cNvSpPr/>
          <p:nvPr/>
        </p:nvSpPr>
        <p:spPr>
          <a:xfrm>
            <a:off x="2351088" y="2849246"/>
            <a:ext cx="7872095" cy="953135"/>
          </a:xfrm>
          <a:prstGeom prst="rect">
            <a:avLst/>
          </a:prstGeom>
          <a:noFill/>
          <a:ln w="25400">
            <a:noFill/>
          </a:ln>
        </p:spPr>
        <p:txBody>
          <a:bodyPr wrap="none" anchor="ctr" anchorCtr="0">
            <a:spAutoFit/>
          </a:bodyPr>
          <a:lstStyle/>
          <a:p>
            <a:pPr defTabSz="914400">
              <a:tabLst>
                <a:tab pos="457200" algn="l"/>
              </a:tabLst>
            </a:pPr>
            <a:r>
              <a:rPr lang="en-US" altLang="zh-CN" sz="2800" b="1" dirty="0">
                <a:solidFill>
                  <a:srgbClr val="0000FF"/>
                </a:solidFill>
                <a:latin typeface="黑体" panose="02010609060101010101" pitchFamily="49" charset="-122"/>
                <a:ea typeface="黑体" panose="02010609060101010101" pitchFamily="49" charset="-122"/>
              </a:rPr>
              <a:t>4) </a:t>
            </a:r>
            <a:r>
              <a:rPr lang="zh-CN" altLang="en-US" sz="2800" b="1" dirty="0">
                <a:solidFill>
                  <a:srgbClr val="0000FF"/>
                </a:solidFill>
                <a:latin typeface="黑体" panose="02010609060101010101" pitchFamily="49" charset="-122"/>
                <a:ea typeface="黑体" panose="02010609060101010101" pitchFamily="49" charset="-122"/>
              </a:rPr>
              <a:t>通过积分变换，得到含参数的常微分方程定解</a:t>
            </a:r>
            <a:endParaRPr lang="zh-CN" altLang="en-US" sz="2800" b="1" dirty="0">
              <a:solidFill>
                <a:srgbClr val="0000FF"/>
              </a:solidFill>
              <a:latin typeface="黑体" panose="02010609060101010101" pitchFamily="49" charset="-122"/>
              <a:ea typeface="黑体" panose="02010609060101010101" pitchFamily="49" charset="-122"/>
            </a:endParaRPr>
          </a:p>
          <a:p>
            <a:pPr defTabSz="914400">
              <a:tabLst>
                <a:tab pos="457200" algn="l"/>
              </a:tabLst>
            </a:pPr>
            <a:r>
              <a:rPr lang="zh-CN" altLang="en-US" sz="2800" b="1" dirty="0">
                <a:solidFill>
                  <a:srgbClr val="0000FF"/>
                </a:solidFill>
                <a:latin typeface="黑体" panose="02010609060101010101" pitchFamily="49" charset="-122"/>
                <a:ea typeface="黑体" panose="02010609060101010101" pitchFamily="49" charset="-122"/>
              </a:rPr>
              <a:t>问题</a:t>
            </a:r>
            <a:r>
              <a:rPr lang="en-US" altLang="zh-CN" sz="2800" b="1" dirty="0">
                <a:solidFill>
                  <a:srgbClr val="0000FF"/>
                </a:solidFill>
                <a:latin typeface="黑体" panose="02010609060101010101" pitchFamily="49" charset="-122"/>
                <a:ea typeface="黑体" panose="02010609060101010101" pitchFamily="49" charset="-122"/>
              </a:rPr>
              <a:t>,</a:t>
            </a:r>
            <a:r>
              <a:rPr lang="zh-CN" altLang="en-US" sz="2800" b="1" dirty="0">
                <a:solidFill>
                  <a:srgbClr val="0000FF"/>
                </a:solidFill>
                <a:latin typeface="黑体" panose="02010609060101010101" pitchFamily="49" charset="-122"/>
                <a:ea typeface="黑体" panose="02010609060101010101" pitchFamily="49" charset="-122"/>
              </a:rPr>
              <a:t>解常微分方程。</a:t>
            </a:r>
            <a:endParaRPr lang="zh-CN" altLang="en-US" sz="2800" b="1" dirty="0">
              <a:solidFill>
                <a:srgbClr val="0000FF"/>
              </a:solidFill>
              <a:latin typeface="黑体" panose="02010609060101010101" pitchFamily="49" charset="-122"/>
              <a:ea typeface="黑体" panose="02010609060101010101" pitchFamily="49" charset="-122"/>
            </a:endParaRPr>
          </a:p>
        </p:txBody>
      </p:sp>
      <p:sp>
        <p:nvSpPr>
          <p:cNvPr id="36868" name="Rectangle 4"/>
          <p:cNvSpPr/>
          <p:nvPr/>
        </p:nvSpPr>
        <p:spPr>
          <a:xfrm>
            <a:off x="2495550" y="4435634"/>
            <a:ext cx="7692390" cy="521970"/>
          </a:xfrm>
          <a:prstGeom prst="rect">
            <a:avLst/>
          </a:prstGeom>
          <a:noFill/>
          <a:ln w="25400">
            <a:noFill/>
          </a:ln>
        </p:spPr>
        <p:txBody>
          <a:bodyPr wrap="none" anchor="ctr" anchorCtr="0">
            <a:spAutoFit/>
          </a:bodyPr>
          <a:lstStyle/>
          <a:p>
            <a:pPr defTabSz="914400">
              <a:tabLst>
                <a:tab pos="457200" algn="l"/>
              </a:tabLst>
            </a:pPr>
            <a:r>
              <a:rPr lang="en-US" altLang="zh-CN" sz="2800" b="1" dirty="0">
                <a:solidFill>
                  <a:srgbClr val="0000FF"/>
                </a:solidFill>
                <a:latin typeface="黑体" panose="02010609060101010101" pitchFamily="49" charset="-122"/>
                <a:ea typeface="黑体" panose="02010609060101010101" pitchFamily="49" charset="-122"/>
              </a:rPr>
              <a:t>5)</a:t>
            </a:r>
            <a:r>
              <a:rPr lang="zh-CN" altLang="en-US" sz="2800" b="1" dirty="0">
                <a:solidFill>
                  <a:srgbClr val="0000FF"/>
                </a:solidFill>
                <a:latin typeface="黑体" panose="02010609060101010101" pitchFamily="49" charset="-122"/>
                <a:ea typeface="黑体" panose="02010609060101010101" pitchFamily="49" charset="-122"/>
              </a:rPr>
              <a:t>对上面常微分方程的解取相应的积分逆变换。</a:t>
            </a:r>
            <a:endParaRPr lang="zh-CN" altLang="en-US" sz="2800" b="1" dirty="0">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6867"/>
                                        </p:tgtEl>
                                        <p:attrNameLst>
                                          <p:attrName>style.visibility</p:attrName>
                                        </p:attrNameLst>
                                      </p:cBhvr>
                                      <p:to>
                                        <p:strVal val="visible"/>
                                      </p:to>
                                    </p:set>
                                    <p:animEffect transition="in" filter="wipe(up)">
                                      <p:cBhvr>
                                        <p:cTn id="7" dur="500"/>
                                        <p:tgtEl>
                                          <p:spTgt spid="3686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36868"/>
                                        </p:tgtEl>
                                        <p:attrNameLst>
                                          <p:attrName>style.visibility</p:attrName>
                                        </p:attrNameLst>
                                      </p:cBhvr>
                                      <p:to>
                                        <p:strVal val="visible"/>
                                      </p:to>
                                    </p:set>
                                    <p:animEffect transition="in" filter="wipe(down)">
                                      <p:cBhvr>
                                        <p:cTn id="12" dur="500"/>
                                        <p:tgtEl>
                                          <p:spTgt spid="368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867" grpId="0"/>
      <p:bldP spid="36868"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Rot="1"/>
          </p:cNvSpPr>
          <p:nvPr>
            <p:ph type="title"/>
          </p:nvPr>
        </p:nvSpPr>
        <p:spPr>
          <a:xfrm>
            <a:off x="2927350" y="476250"/>
            <a:ext cx="5761038" cy="782638"/>
          </a:xfrm>
        </p:spPr>
        <p:txBody>
          <a:bodyPr vert="horz" wrap="square" lIns="91440" tIns="45720" rIns="91440" bIns="45720" anchor="ctr" anchorCtr="0"/>
          <a:lstStyle/>
          <a:p>
            <a:pPr eaLnBrk="1" hangingPunct="1"/>
            <a:r>
              <a:rPr lang="zh-CN" altLang="en-US" sz="3200" b="1" dirty="0">
                <a:latin typeface="黑体" panose="02010609060101010101" pitchFamily="49" charset="-122"/>
                <a:ea typeface="黑体" panose="02010609060101010101" pitchFamily="49" charset="-122"/>
              </a:rPr>
              <a:t>第六章： 复习和练习</a:t>
            </a:r>
            <a:endParaRPr lang="zh-CN" altLang="en-US" sz="3200" b="1" dirty="0">
              <a:latin typeface="黑体" panose="02010609060101010101" pitchFamily="49" charset="-122"/>
              <a:ea typeface="黑体" panose="02010609060101010101" pitchFamily="49" charset="-122"/>
            </a:endParaRPr>
          </a:p>
        </p:txBody>
      </p:sp>
      <p:sp>
        <p:nvSpPr>
          <p:cNvPr id="24579" name="Rectangle 3"/>
          <p:cNvSpPr>
            <a:spLocks noGrp="1" noRot="1"/>
          </p:cNvSpPr>
          <p:nvPr>
            <p:ph idx="1"/>
          </p:nvPr>
        </p:nvSpPr>
        <p:spPr>
          <a:xfrm>
            <a:off x="2048828" y="1720215"/>
            <a:ext cx="8497887" cy="4967288"/>
          </a:xfrm>
        </p:spPr>
        <p:txBody>
          <a:bodyPr vert="horz" wrap="square" lIns="91440" tIns="45720" rIns="91440" bIns="45720" anchor="t" anchorCtr="0"/>
          <a:lstStyle/>
          <a:p>
            <a:pPr eaLnBrk="1" hangingPunct="1">
              <a:lnSpc>
                <a:spcPct val="70000"/>
              </a:lnSpc>
              <a:buNone/>
            </a:pPr>
            <a:r>
              <a:rPr lang="zh-CN" altLang="en-US" sz="2400" dirty="0">
                <a:solidFill>
                  <a:srgbClr val="0000CC"/>
                </a:solidFill>
                <a:latin typeface="华文中宋" panose="02010600040101010101" pitchFamily="2" charset="-122"/>
                <a:ea typeface="华文中宋" panose="02010600040101010101" pitchFamily="2" charset="-122"/>
              </a:rPr>
              <a:t>一．名词解释：</a:t>
            </a:r>
            <a:endParaRPr lang="zh-CN" altLang="en-US" sz="2400" dirty="0">
              <a:solidFill>
                <a:srgbClr val="0000CC"/>
              </a:solidFill>
              <a:latin typeface="华文中宋" panose="02010600040101010101" pitchFamily="2" charset="-122"/>
              <a:ea typeface="华文中宋" panose="02010600040101010101" pitchFamily="2" charset="-122"/>
            </a:endParaRPr>
          </a:p>
          <a:p>
            <a:pPr eaLnBrk="1" hangingPunct="1">
              <a:lnSpc>
                <a:spcPct val="70000"/>
              </a:lnSpc>
              <a:buNone/>
            </a:pPr>
            <a:r>
              <a:rPr lang="zh-CN" altLang="en-US" sz="2400" dirty="0">
                <a:solidFill>
                  <a:srgbClr val="0000CC"/>
                </a:solidFill>
                <a:latin typeface="华文中宋" panose="02010600040101010101" pitchFamily="2" charset="-122"/>
                <a:ea typeface="华文中宋" panose="02010600040101010101" pitchFamily="2" charset="-122"/>
              </a:rPr>
              <a:t>      </a:t>
            </a:r>
            <a:r>
              <a:rPr lang="en-US" altLang="zh-CN" sz="2400" dirty="0">
                <a:solidFill>
                  <a:srgbClr val="0000CC"/>
                </a:solidFill>
                <a:latin typeface="华文中宋" panose="02010600040101010101" pitchFamily="2" charset="-122"/>
                <a:ea typeface="华文中宋" panose="02010600040101010101" pitchFamily="2" charset="-122"/>
              </a:rPr>
              <a:t>1.Laplace</a:t>
            </a:r>
            <a:r>
              <a:rPr lang="zh-CN" altLang="en-US" sz="2400" dirty="0">
                <a:solidFill>
                  <a:srgbClr val="0000CC"/>
                </a:solidFill>
                <a:latin typeface="华文中宋" panose="02010600040101010101" pitchFamily="2" charset="-122"/>
                <a:ea typeface="华文中宋" panose="02010600040101010101" pitchFamily="2" charset="-122"/>
              </a:rPr>
              <a:t>变换，</a:t>
            </a:r>
            <a:r>
              <a:rPr lang="en-US" altLang="zh-CN" sz="2400" dirty="0">
                <a:solidFill>
                  <a:srgbClr val="0000CC"/>
                </a:solidFill>
                <a:latin typeface="华文中宋" panose="02010600040101010101" pitchFamily="2" charset="-122"/>
                <a:ea typeface="华文中宋" panose="02010600040101010101" pitchFamily="2" charset="-122"/>
              </a:rPr>
              <a:t>Laplace</a:t>
            </a:r>
            <a:r>
              <a:rPr lang="zh-CN" altLang="en-US" sz="2400" dirty="0">
                <a:solidFill>
                  <a:srgbClr val="0000CC"/>
                </a:solidFill>
                <a:latin typeface="华文中宋" panose="02010600040101010101" pitchFamily="2" charset="-122"/>
                <a:ea typeface="华文中宋" panose="02010600040101010101" pitchFamily="2" charset="-122"/>
              </a:rPr>
              <a:t>逆变换；</a:t>
            </a:r>
            <a:endParaRPr lang="zh-CN" altLang="en-US" sz="2400" dirty="0">
              <a:solidFill>
                <a:srgbClr val="0000CC"/>
              </a:solidFill>
              <a:latin typeface="华文中宋" panose="02010600040101010101" pitchFamily="2" charset="-122"/>
              <a:ea typeface="华文中宋" panose="02010600040101010101" pitchFamily="2" charset="-122"/>
            </a:endParaRPr>
          </a:p>
          <a:p>
            <a:pPr eaLnBrk="1" hangingPunct="1">
              <a:lnSpc>
                <a:spcPct val="70000"/>
              </a:lnSpc>
              <a:buNone/>
            </a:pPr>
            <a:r>
              <a:rPr lang="zh-CN" altLang="en-US" sz="2400" dirty="0">
                <a:solidFill>
                  <a:srgbClr val="0000CC"/>
                </a:solidFill>
                <a:latin typeface="华文中宋" panose="02010600040101010101" pitchFamily="2" charset="-122"/>
                <a:ea typeface="华文中宋" panose="02010600040101010101" pitchFamily="2" charset="-122"/>
              </a:rPr>
              <a:t>      </a:t>
            </a:r>
            <a:r>
              <a:rPr lang="en-US" altLang="zh-CN" sz="2400" dirty="0">
                <a:solidFill>
                  <a:srgbClr val="0000CC"/>
                </a:solidFill>
                <a:latin typeface="华文中宋" panose="02010600040101010101" pitchFamily="2" charset="-122"/>
                <a:ea typeface="华文中宋" panose="02010600040101010101" pitchFamily="2" charset="-122"/>
              </a:rPr>
              <a:t>2.Laplace</a:t>
            </a:r>
            <a:r>
              <a:rPr lang="zh-CN" altLang="en-US" sz="2400" dirty="0">
                <a:solidFill>
                  <a:srgbClr val="0000CC"/>
                </a:solidFill>
                <a:latin typeface="华文中宋" panose="02010600040101010101" pitchFamily="2" charset="-122"/>
                <a:ea typeface="华文中宋" panose="02010600040101010101" pitchFamily="2" charset="-122"/>
              </a:rPr>
              <a:t>变换线性性质，平移性质，微分性质，积分</a:t>
            </a:r>
            <a:endParaRPr lang="zh-CN" altLang="en-US" sz="2400" dirty="0">
              <a:solidFill>
                <a:srgbClr val="0000CC"/>
              </a:solidFill>
              <a:latin typeface="华文中宋" panose="02010600040101010101" pitchFamily="2" charset="-122"/>
              <a:ea typeface="华文中宋" panose="02010600040101010101" pitchFamily="2" charset="-122"/>
            </a:endParaRPr>
          </a:p>
          <a:p>
            <a:pPr eaLnBrk="1" hangingPunct="1">
              <a:lnSpc>
                <a:spcPct val="70000"/>
              </a:lnSpc>
              <a:buNone/>
            </a:pPr>
            <a:r>
              <a:rPr lang="zh-CN" altLang="en-US" sz="2400" dirty="0">
                <a:solidFill>
                  <a:srgbClr val="0000CC"/>
                </a:solidFill>
                <a:latin typeface="华文中宋" panose="02010600040101010101" pitchFamily="2" charset="-122"/>
                <a:ea typeface="华文中宋" panose="02010600040101010101" pitchFamily="2" charset="-122"/>
              </a:rPr>
              <a:t>        性质； </a:t>
            </a:r>
            <a:endParaRPr lang="zh-CN" altLang="en-US" sz="2400" dirty="0">
              <a:solidFill>
                <a:srgbClr val="0000CC"/>
              </a:solidFill>
              <a:latin typeface="华文中宋" panose="02010600040101010101" pitchFamily="2" charset="-122"/>
              <a:ea typeface="华文中宋" panose="02010600040101010101" pitchFamily="2" charset="-122"/>
            </a:endParaRPr>
          </a:p>
          <a:p>
            <a:pPr eaLnBrk="1" hangingPunct="1">
              <a:lnSpc>
                <a:spcPct val="70000"/>
              </a:lnSpc>
              <a:buNone/>
            </a:pPr>
            <a:r>
              <a:rPr lang="zh-CN" altLang="en-US" sz="2400" dirty="0">
                <a:solidFill>
                  <a:srgbClr val="0000CC"/>
                </a:solidFill>
                <a:latin typeface="华文中宋" panose="02010600040101010101" pitchFamily="2" charset="-122"/>
                <a:ea typeface="华文中宋" panose="02010600040101010101" pitchFamily="2" charset="-122"/>
              </a:rPr>
              <a:t>二．简述</a:t>
            </a:r>
            <a:r>
              <a:rPr lang="en-US" altLang="zh-CN" sz="2400" dirty="0">
                <a:solidFill>
                  <a:srgbClr val="0000CC"/>
                </a:solidFill>
                <a:latin typeface="华文中宋" panose="02010600040101010101" pitchFamily="2" charset="-122"/>
                <a:ea typeface="华文中宋" panose="02010600040101010101" pitchFamily="2" charset="-122"/>
              </a:rPr>
              <a:t>Laplace</a:t>
            </a:r>
            <a:r>
              <a:rPr lang="zh-CN" altLang="en-US" sz="2400" dirty="0">
                <a:solidFill>
                  <a:srgbClr val="0000CC"/>
                </a:solidFill>
                <a:latin typeface="华文中宋" panose="02010600040101010101" pitchFamily="2" charset="-122"/>
                <a:ea typeface="华文中宋" panose="02010600040101010101" pitchFamily="2" charset="-122"/>
              </a:rPr>
              <a:t>变换求解定解问题的主要步骤（</a:t>
            </a:r>
            <a:r>
              <a:rPr lang="en-US" altLang="zh-CN" sz="2400" dirty="0">
                <a:solidFill>
                  <a:srgbClr val="0000CC"/>
                </a:solidFill>
                <a:latin typeface="华文中宋" panose="02010600040101010101" pitchFamily="2" charset="-122"/>
                <a:ea typeface="华文中宋" panose="02010600040101010101" pitchFamily="2" charset="-122"/>
              </a:rPr>
              <a:t>P158</a:t>
            </a:r>
            <a:r>
              <a:rPr lang="zh-CN" altLang="en-US" sz="2400" dirty="0">
                <a:solidFill>
                  <a:srgbClr val="0000CC"/>
                </a:solidFill>
                <a:latin typeface="华文中宋" panose="02010600040101010101" pitchFamily="2" charset="-122"/>
                <a:ea typeface="华文中宋" panose="02010600040101010101" pitchFamily="2" charset="-122"/>
              </a:rPr>
              <a:t>）</a:t>
            </a:r>
            <a:r>
              <a:rPr lang="zh-CN" altLang="en-US" sz="2400" dirty="0"/>
              <a:t> </a:t>
            </a:r>
            <a:r>
              <a:rPr lang="zh-CN" altLang="en-US" sz="2400" dirty="0">
                <a:solidFill>
                  <a:srgbClr val="0000CC"/>
                </a:solidFill>
                <a:latin typeface="华文中宋" panose="02010600040101010101" pitchFamily="2" charset="-122"/>
                <a:ea typeface="华文中宋" panose="02010600040101010101" pitchFamily="2" charset="-122"/>
              </a:rPr>
              <a:t>。</a:t>
            </a:r>
            <a:endParaRPr lang="zh-CN" altLang="en-US" sz="2400" dirty="0">
              <a:solidFill>
                <a:srgbClr val="0000CC"/>
              </a:solidFill>
              <a:latin typeface="华文中宋" panose="02010600040101010101" pitchFamily="2" charset="-122"/>
              <a:ea typeface="华文中宋" panose="02010600040101010101" pitchFamily="2" charset="-122"/>
            </a:endParaRPr>
          </a:p>
          <a:p>
            <a:pPr eaLnBrk="1" hangingPunct="1">
              <a:lnSpc>
                <a:spcPct val="70000"/>
              </a:lnSpc>
              <a:buNone/>
            </a:pPr>
            <a:r>
              <a:rPr lang="zh-CN" altLang="en-US" sz="2400" dirty="0">
                <a:solidFill>
                  <a:srgbClr val="0000CC"/>
                </a:solidFill>
                <a:latin typeface="华文中宋" panose="02010600040101010101" pitchFamily="2" charset="-122"/>
                <a:ea typeface="华文中宋" panose="02010600040101010101" pitchFamily="2" charset="-122"/>
              </a:rPr>
              <a:t>三．简述</a:t>
            </a:r>
            <a:r>
              <a:rPr lang="en-US" altLang="zh-CN" sz="2400" dirty="0">
                <a:solidFill>
                  <a:srgbClr val="0000CC"/>
                </a:solidFill>
                <a:latin typeface="华文中宋" panose="02010600040101010101" pitchFamily="2" charset="-122"/>
                <a:ea typeface="华文中宋" panose="02010600040101010101" pitchFamily="2" charset="-122"/>
              </a:rPr>
              <a:t>Laplace</a:t>
            </a:r>
            <a:r>
              <a:rPr lang="zh-CN" altLang="en-US" sz="2400" dirty="0">
                <a:solidFill>
                  <a:srgbClr val="0000CC"/>
                </a:solidFill>
                <a:latin typeface="华文中宋" panose="02010600040101010101" pitchFamily="2" charset="-122"/>
                <a:ea typeface="华文中宋" panose="02010600040101010101" pitchFamily="2" charset="-122"/>
              </a:rPr>
              <a:t>变换存在定理。</a:t>
            </a:r>
            <a:endParaRPr lang="zh-CN" altLang="en-US" sz="2400" dirty="0">
              <a:solidFill>
                <a:srgbClr val="0000CC"/>
              </a:solidFill>
              <a:latin typeface="华文中宋" panose="02010600040101010101" pitchFamily="2" charset="-122"/>
              <a:ea typeface="华文中宋" panose="02010600040101010101" pitchFamily="2" charset="-122"/>
            </a:endParaRPr>
          </a:p>
          <a:p>
            <a:pPr eaLnBrk="1" hangingPunct="1">
              <a:lnSpc>
                <a:spcPct val="70000"/>
              </a:lnSpc>
              <a:buNone/>
            </a:pPr>
            <a:r>
              <a:rPr lang="zh-CN" altLang="en-US" sz="2400" dirty="0">
                <a:solidFill>
                  <a:srgbClr val="0000CC"/>
                </a:solidFill>
                <a:latin typeface="华文中宋" panose="02010600040101010101" pitchFamily="2" charset="-122"/>
                <a:ea typeface="华文中宋" panose="02010600040101010101" pitchFamily="2" charset="-122"/>
              </a:rPr>
              <a:t>四</a:t>
            </a:r>
            <a:r>
              <a:rPr lang="en-US" altLang="zh-CN" sz="2400" dirty="0">
                <a:solidFill>
                  <a:srgbClr val="0000CC"/>
                </a:solidFill>
                <a:latin typeface="华文中宋" panose="02010600040101010101" pitchFamily="2" charset="-122"/>
                <a:ea typeface="华文中宋" panose="02010600040101010101" pitchFamily="2" charset="-122"/>
              </a:rPr>
              <a:t>. </a:t>
            </a:r>
            <a:r>
              <a:rPr lang="zh-CN" altLang="en-US" sz="2400" dirty="0">
                <a:solidFill>
                  <a:srgbClr val="0000CC"/>
                </a:solidFill>
                <a:latin typeface="华文中宋" panose="02010600040101010101" pitchFamily="2" charset="-122"/>
                <a:ea typeface="华文中宋" panose="02010600040101010101" pitchFamily="2" charset="-122"/>
              </a:rPr>
              <a:t>（</a:t>
            </a:r>
            <a:r>
              <a:rPr lang="en-US" altLang="zh-CN" sz="2400" dirty="0">
                <a:solidFill>
                  <a:srgbClr val="0000CC"/>
                </a:solidFill>
                <a:latin typeface="华文中宋" panose="02010600040101010101" pitchFamily="2" charset="-122"/>
                <a:ea typeface="华文中宋" panose="02010600040101010101" pitchFamily="2" charset="-122"/>
              </a:rPr>
              <a:t>1</a:t>
            </a:r>
            <a:r>
              <a:rPr lang="zh-CN" altLang="en-US" sz="2400" dirty="0">
                <a:solidFill>
                  <a:srgbClr val="0000CC"/>
                </a:solidFill>
                <a:latin typeface="华文中宋" panose="02010600040101010101" pitchFamily="2" charset="-122"/>
                <a:ea typeface="华文中宋" panose="02010600040101010101" pitchFamily="2" charset="-122"/>
              </a:rPr>
              <a:t>）用</a:t>
            </a:r>
            <a:r>
              <a:rPr lang="en-US" altLang="zh-CN" sz="2400" dirty="0">
                <a:solidFill>
                  <a:srgbClr val="0000CC"/>
                </a:solidFill>
                <a:latin typeface="华文中宋" panose="02010600040101010101" pitchFamily="2" charset="-122"/>
                <a:ea typeface="华文中宋" panose="02010600040101010101" pitchFamily="2" charset="-122"/>
              </a:rPr>
              <a:t>Fourier</a:t>
            </a:r>
            <a:r>
              <a:rPr lang="zh-CN" altLang="en-US" sz="2400" dirty="0">
                <a:solidFill>
                  <a:srgbClr val="0000CC"/>
                </a:solidFill>
                <a:latin typeface="华文中宋" panose="02010600040101010101" pitchFamily="2" charset="-122"/>
                <a:ea typeface="华文中宋" panose="02010600040101010101" pitchFamily="2" charset="-122"/>
              </a:rPr>
              <a:t>变换解波动方程的</a:t>
            </a:r>
            <a:r>
              <a:rPr lang="en-US" altLang="zh-CN" sz="2400" dirty="0">
                <a:solidFill>
                  <a:srgbClr val="0000CC"/>
                </a:solidFill>
                <a:latin typeface="华文中宋" panose="02010600040101010101" pitchFamily="2" charset="-122"/>
                <a:ea typeface="华文中宋" panose="02010600040101010101" pitchFamily="2" charset="-122"/>
              </a:rPr>
              <a:t>Cauch</a:t>
            </a:r>
            <a:r>
              <a:rPr lang="zh-CN" altLang="en-US" sz="2400" dirty="0">
                <a:solidFill>
                  <a:srgbClr val="0000CC"/>
                </a:solidFill>
                <a:latin typeface="华文中宋" panose="02010600040101010101" pitchFamily="2" charset="-122"/>
                <a:ea typeface="华文中宋" panose="02010600040101010101" pitchFamily="2" charset="-122"/>
              </a:rPr>
              <a:t>问题。</a:t>
            </a:r>
            <a:endParaRPr lang="zh-CN" altLang="en-US" sz="2400" dirty="0">
              <a:solidFill>
                <a:srgbClr val="0000CC"/>
              </a:solidFill>
              <a:latin typeface="华文中宋" panose="02010600040101010101" pitchFamily="2" charset="-122"/>
              <a:ea typeface="华文中宋" panose="02010600040101010101" pitchFamily="2" charset="-122"/>
            </a:endParaRPr>
          </a:p>
          <a:p>
            <a:pPr eaLnBrk="1" hangingPunct="1">
              <a:lnSpc>
                <a:spcPct val="70000"/>
              </a:lnSpc>
              <a:buNone/>
            </a:pPr>
            <a:r>
              <a:rPr lang="zh-CN" altLang="en-US" sz="2400" dirty="0">
                <a:solidFill>
                  <a:srgbClr val="0000CC"/>
                </a:solidFill>
                <a:latin typeface="华文中宋" panose="02010600040101010101" pitchFamily="2" charset="-122"/>
                <a:ea typeface="华文中宋" panose="02010600040101010101" pitchFamily="2" charset="-122"/>
              </a:rPr>
              <a:t>    （</a:t>
            </a:r>
            <a:r>
              <a:rPr lang="en-US" altLang="zh-CN" sz="2400" dirty="0">
                <a:solidFill>
                  <a:srgbClr val="0000CC"/>
                </a:solidFill>
                <a:latin typeface="华文中宋" panose="02010600040101010101" pitchFamily="2" charset="-122"/>
                <a:ea typeface="华文中宋" panose="02010600040101010101" pitchFamily="2" charset="-122"/>
              </a:rPr>
              <a:t>2</a:t>
            </a:r>
            <a:r>
              <a:rPr lang="zh-CN" altLang="en-US" sz="2400" dirty="0">
                <a:solidFill>
                  <a:srgbClr val="0000CC"/>
                </a:solidFill>
                <a:latin typeface="华文中宋" panose="02010600040101010101" pitchFamily="2" charset="-122"/>
                <a:ea typeface="华文中宋" panose="02010600040101010101" pitchFamily="2" charset="-122"/>
              </a:rPr>
              <a:t>）用</a:t>
            </a:r>
            <a:r>
              <a:rPr lang="en-US" altLang="zh-CN" sz="2400" dirty="0">
                <a:solidFill>
                  <a:srgbClr val="0000CC"/>
                </a:solidFill>
                <a:latin typeface="华文中宋" panose="02010600040101010101" pitchFamily="2" charset="-122"/>
                <a:ea typeface="华文中宋" panose="02010600040101010101" pitchFamily="2" charset="-122"/>
              </a:rPr>
              <a:t>Fourier</a:t>
            </a:r>
            <a:r>
              <a:rPr lang="zh-CN" altLang="en-US" sz="2400" dirty="0">
                <a:solidFill>
                  <a:srgbClr val="0000CC"/>
                </a:solidFill>
                <a:latin typeface="华文中宋" panose="02010600040101010101" pitchFamily="2" charset="-122"/>
                <a:ea typeface="华文中宋" panose="02010600040101010101" pitchFamily="2" charset="-122"/>
              </a:rPr>
              <a:t>变换法推导无限长弦的</a:t>
            </a:r>
            <a:r>
              <a:rPr lang="en-US" altLang="zh-CN" sz="2400" dirty="0">
                <a:solidFill>
                  <a:srgbClr val="0000CC"/>
                </a:solidFill>
                <a:latin typeface="华文中宋" panose="02010600040101010101" pitchFamily="2" charset="-122"/>
                <a:ea typeface="华文中宋" panose="02010600040101010101" pitchFamily="2" charset="-122"/>
              </a:rPr>
              <a:t>d’Alembert</a:t>
            </a:r>
            <a:r>
              <a:rPr lang="zh-CN" altLang="en-US" sz="2400" dirty="0">
                <a:solidFill>
                  <a:srgbClr val="0000CC"/>
                </a:solidFill>
                <a:latin typeface="华文中宋" panose="02010600040101010101" pitchFamily="2" charset="-122"/>
                <a:ea typeface="华文中宋" panose="02010600040101010101" pitchFamily="2" charset="-122"/>
              </a:rPr>
              <a:t>公式。</a:t>
            </a:r>
            <a:endParaRPr lang="zh-CN" altLang="en-US" sz="2400" dirty="0">
              <a:solidFill>
                <a:srgbClr val="0000CC"/>
              </a:solidFill>
              <a:latin typeface="华文中宋" panose="02010600040101010101" pitchFamily="2" charset="-122"/>
              <a:ea typeface="华文中宋" panose="02010600040101010101" pitchFamily="2" charset="-122"/>
            </a:endParaRPr>
          </a:p>
          <a:p>
            <a:pPr eaLnBrk="1" hangingPunct="1">
              <a:lnSpc>
                <a:spcPct val="70000"/>
              </a:lnSpc>
              <a:buNone/>
            </a:pPr>
            <a:r>
              <a:rPr lang="zh-CN" altLang="en-US" sz="2400" dirty="0">
                <a:solidFill>
                  <a:srgbClr val="0000CC"/>
                </a:solidFill>
                <a:latin typeface="华文中宋" panose="02010600040101010101" pitchFamily="2" charset="-122"/>
                <a:ea typeface="华文中宋" panose="02010600040101010101" pitchFamily="2" charset="-122"/>
              </a:rPr>
              <a:t>五</a:t>
            </a:r>
            <a:r>
              <a:rPr lang="en-US" altLang="zh-CN" sz="2400" dirty="0">
                <a:solidFill>
                  <a:srgbClr val="0000CC"/>
                </a:solidFill>
                <a:latin typeface="华文中宋" panose="02010600040101010101" pitchFamily="2" charset="-122"/>
                <a:ea typeface="华文中宋" panose="02010600040101010101" pitchFamily="2" charset="-122"/>
              </a:rPr>
              <a:t>. </a:t>
            </a:r>
            <a:r>
              <a:rPr lang="zh-CN" altLang="en-US" sz="2400" dirty="0">
                <a:solidFill>
                  <a:srgbClr val="0000CC"/>
                </a:solidFill>
                <a:latin typeface="华文中宋" panose="02010600040101010101" pitchFamily="2" charset="-122"/>
                <a:ea typeface="华文中宋" panose="02010600040101010101" pitchFamily="2" charset="-122"/>
              </a:rPr>
              <a:t>书习题：</a:t>
            </a:r>
            <a:r>
              <a:rPr lang="en-US" altLang="zh-CN" sz="2400" dirty="0">
                <a:solidFill>
                  <a:srgbClr val="0000CC"/>
                </a:solidFill>
                <a:latin typeface="华文中宋" panose="02010600040101010101" pitchFamily="2" charset="-122"/>
                <a:ea typeface="华文中宋" panose="02010600040101010101" pitchFamily="2" charset="-122"/>
              </a:rPr>
              <a:t>1</a:t>
            </a:r>
            <a:r>
              <a:rPr lang="zh-CN" altLang="en-US" sz="2400" dirty="0">
                <a:solidFill>
                  <a:srgbClr val="0000CC"/>
                </a:solidFill>
                <a:latin typeface="华文中宋" panose="02010600040101010101" pitchFamily="2" charset="-122"/>
                <a:ea typeface="华文中宋" panose="02010600040101010101" pitchFamily="2" charset="-122"/>
              </a:rPr>
              <a:t>，</a:t>
            </a:r>
            <a:r>
              <a:rPr lang="en-US" altLang="zh-CN" sz="2400" dirty="0">
                <a:solidFill>
                  <a:srgbClr val="0000CC"/>
                </a:solidFill>
                <a:latin typeface="华文中宋" panose="02010600040101010101" pitchFamily="2" charset="-122"/>
                <a:ea typeface="华文中宋" panose="02010600040101010101" pitchFamily="2" charset="-122"/>
              </a:rPr>
              <a:t>4(1)(2)(5)(6),10(2)(3)(P163</a:t>
            </a:r>
            <a:r>
              <a:rPr lang="zh-CN" altLang="en-US" sz="2400" dirty="0">
                <a:solidFill>
                  <a:srgbClr val="0000CC"/>
                </a:solidFill>
                <a:latin typeface="华文中宋" panose="02010600040101010101" pitchFamily="2" charset="-122"/>
                <a:ea typeface="华文中宋" panose="02010600040101010101" pitchFamily="2" charset="-122"/>
              </a:rPr>
              <a:t>）。</a:t>
            </a:r>
            <a:endParaRPr lang="zh-CN" altLang="en-US" sz="2400" dirty="0">
              <a:solidFill>
                <a:srgbClr val="0000CC"/>
              </a:solidFill>
              <a:latin typeface="华文中宋" panose="02010600040101010101" pitchFamily="2" charset="-122"/>
              <a:ea typeface="华文中宋" panose="02010600040101010101" pitchFamily="2" charset="-122"/>
            </a:endParaRPr>
          </a:p>
          <a:p>
            <a:pPr eaLnBrk="1" hangingPunct="1">
              <a:lnSpc>
                <a:spcPct val="70000"/>
              </a:lnSpc>
              <a:buNone/>
            </a:pPr>
            <a:r>
              <a:rPr lang="zh-CN" altLang="en-US" sz="2400" dirty="0">
                <a:solidFill>
                  <a:srgbClr val="0000CC"/>
                </a:solidFill>
                <a:latin typeface="华文中宋" panose="02010600040101010101" pitchFamily="2" charset="-122"/>
                <a:ea typeface="华文中宋" panose="02010600040101010101" pitchFamily="2" charset="-122"/>
              </a:rPr>
              <a:t>六</a:t>
            </a:r>
            <a:r>
              <a:rPr lang="en-US" altLang="zh-CN" sz="2400" dirty="0">
                <a:solidFill>
                  <a:srgbClr val="0000CC"/>
                </a:solidFill>
                <a:latin typeface="华文中宋" panose="02010600040101010101" pitchFamily="2" charset="-122"/>
                <a:ea typeface="华文中宋" panose="02010600040101010101" pitchFamily="2" charset="-122"/>
              </a:rPr>
              <a:t>. </a:t>
            </a:r>
            <a:r>
              <a:rPr lang="zh-CN" altLang="en-US" sz="2400" dirty="0">
                <a:solidFill>
                  <a:srgbClr val="0000CC"/>
                </a:solidFill>
                <a:latin typeface="华文中宋" panose="02010600040101010101" pitchFamily="2" charset="-122"/>
                <a:ea typeface="华文中宋" panose="02010600040101010101" pitchFamily="2" charset="-122"/>
              </a:rPr>
              <a:t>书例题：</a:t>
            </a:r>
            <a:r>
              <a:rPr lang="en-US" altLang="zh-CN" sz="2400" dirty="0">
                <a:solidFill>
                  <a:srgbClr val="0000CC"/>
                </a:solidFill>
                <a:latin typeface="华文中宋" panose="02010600040101010101" pitchFamily="2" charset="-122"/>
                <a:ea typeface="华文中宋" panose="02010600040101010101" pitchFamily="2" charset="-122"/>
              </a:rPr>
              <a:t>6.1.1</a:t>
            </a:r>
            <a:r>
              <a:rPr lang="zh-CN" altLang="en-US" sz="2400" dirty="0">
                <a:solidFill>
                  <a:srgbClr val="0000CC"/>
                </a:solidFill>
                <a:latin typeface="华文中宋" panose="02010600040101010101" pitchFamily="2" charset="-122"/>
                <a:ea typeface="华文中宋" panose="02010600040101010101" pitchFamily="2" charset="-122"/>
              </a:rPr>
              <a:t>；</a:t>
            </a:r>
            <a:r>
              <a:rPr lang="en-US" altLang="zh-CN" sz="2400" dirty="0">
                <a:solidFill>
                  <a:srgbClr val="0000CC"/>
                </a:solidFill>
                <a:latin typeface="华文中宋" panose="02010600040101010101" pitchFamily="2" charset="-122"/>
                <a:ea typeface="华文中宋" panose="02010600040101010101" pitchFamily="2" charset="-122"/>
              </a:rPr>
              <a:t>6.1.9</a:t>
            </a:r>
            <a:r>
              <a:rPr lang="zh-CN" altLang="en-US" sz="2400" dirty="0">
                <a:solidFill>
                  <a:srgbClr val="0000CC"/>
                </a:solidFill>
                <a:latin typeface="华文中宋" panose="02010600040101010101" pitchFamily="2" charset="-122"/>
                <a:ea typeface="华文中宋" panose="02010600040101010101" pitchFamily="2" charset="-122"/>
              </a:rPr>
              <a:t>；</a:t>
            </a:r>
            <a:r>
              <a:rPr lang="en-US" altLang="zh-CN" sz="2400" dirty="0">
                <a:solidFill>
                  <a:srgbClr val="0000CC"/>
                </a:solidFill>
                <a:latin typeface="华文中宋" panose="02010600040101010101" pitchFamily="2" charset="-122"/>
                <a:ea typeface="华文中宋" panose="02010600040101010101" pitchFamily="2" charset="-122"/>
              </a:rPr>
              <a:t>6.1.11</a:t>
            </a:r>
            <a:r>
              <a:rPr lang="zh-CN" altLang="en-US" sz="2400" dirty="0">
                <a:solidFill>
                  <a:srgbClr val="0000CC"/>
                </a:solidFill>
                <a:latin typeface="华文中宋" panose="02010600040101010101" pitchFamily="2" charset="-122"/>
                <a:ea typeface="华文中宋" panose="02010600040101010101" pitchFamily="2" charset="-122"/>
              </a:rPr>
              <a:t>；</a:t>
            </a:r>
            <a:r>
              <a:rPr lang="en-US" altLang="zh-CN" sz="2400" dirty="0">
                <a:solidFill>
                  <a:srgbClr val="0000CC"/>
                </a:solidFill>
                <a:latin typeface="华文中宋" panose="02010600040101010101" pitchFamily="2" charset="-122"/>
                <a:ea typeface="华文中宋" panose="02010600040101010101" pitchFamily="2" charset="-122"/>
              </a:rPr>
              <a:t>6.2.1</a:t>
            </a:r>
            <a:r>
              <a:rPr lang="zh-CN" altLang="en-US" sz="2400" dirty="0">
                <a:solidFill>
                  <a:srgbClr val="0000CC"/>
                </a:solidFill>
                <a:latin typeface="华文中宋" panose="02010600040101010101" pitchFamily="2" charset="-122"/>
                <a:ea typeface="华文中宋" panose="02010600040101010101" pitchFamily="2" charset="-122"/>
              </a:rPr>
              <a:t>；</a:t>
            </a:r>
            <a:r>
              <a:rPr lang="en-US" altLang="zh-CN" sz="2400" dirty="0">
                <a:solidFill>
                  <a:srgbClr val="0000CC"/>
                </a:solidFill>
                <a:latin typeface="华文中宋" panose="02010600040101010101" pitchFamily="2" charset="-122"/>
                <a:ea typeface="华文中宋" panose="02010600040101010101" pitchFamily="2" charset="-122"/>
              </a:rPr>
              <a:t>6.2.3</a:t>
            </a:r>
            <a:r>
              <a:rPr lang="zh-CN" altLang="en-US" sz="2400" dirty="0">
                <a:solidFill>
                  <a:srgbClr val="0000CC"/>
                </a:solidFill>
                <a:latin typeface="华文中宋" panose="02010600040101010101" pitchFamily="2" charset="-122"/>
                <a:ea typeface="华文中宋" panose="02010600040101010101" pitchFamily="2" charset="-122"/>
              </a:rPr>
              <a:t>。</a:t>
            </a:r>
            <a:endParaRPr lang="zh-CN" altLang="en-US" sz="2400" dirty="0">
              <a:solidFill>
                <a:srgbClr val="0000CC"/>
              </a:solidFill>
              <a:latin typeface="华文中宋" panose="02010600040101010101" pitchFamily="2" charset="-122"/>
              <a:ea typeface="华文中宋" panose="02010600040101010101" pitchFamily="2" charset="-122"/>
            </a:endParaRPr>
          </a:p>
          <a:p>
            <a:pPr eaLnBrk="1" hangingPunct="1">
              <a:lnSpc>
                <a:spcPct val="70000"/>
              </a:lnSpc>
              <a:buNone/>
            </a:pPr>
            <a:r>
              <a:rPr lang="zh-CN" altLang="en-US" sz="2400" dirty="0">
                <a:solidFill>
                  <a:srgbClr val="0000CC"/>
                </a:solidFill>
                <a:latin typeface="华文中宋" panose="02010600040101010101" pitchFamily="2" charset="-122"/>
                <a:ea typeface="华文中宋" panose="02010600040101010101" pitchFamily="2" charset="-122"/>
              </a:rPr>
              <a:t>  </a:t>
            </a:r>
            <a:endParaRPr lang="zh-CN" altLang="en-US" sz="2400" dirty="0">
              <a:solidFill>
                <a:srgbClr val="0000CC"/>
              </a:solidFill>
              <a:latin typeface="华文中宋" panose="02010600040101010101" pitchFamily="2" charset="-122"/>
              <a:ea typeface="华文中宋" panose="02010600040101010101" pitchFamily="2" charset="-122"/>
            </a:endParaRPr>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79"/>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196579"/>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0.xml><?xml version="1.0" encoding="utf-8"?>
<p:tagLst xmlns:p="http://schemas.openxmlformats.org/presentationml/2006/main">
  <p:tag name="KSO_WM_TAG_VERSION" val="1.0"/>
  <p:tag name="KSO_WM_BEAUTIFY_FLAG" val="#wm#"/>
  <p:tag name="KSO_WM_COMBINE_RELATE_SLIDE_ID" val="custom925310_1"/>
  <p:tag name="KSO_WM_TEMPLATE_CATEGORY" val="custom"/>
  <p:tag name="KSO_WM_TEMPLATE_INDEX" val="20196579"/>
  <p:tag name="KSO_WM_TEMPLATE_SUBCATEGORY" val="0"/>
  <p:tag name="KSO_WM_TEMPLATE_THUMBS_INDEX" val="1"/>
</p:tagLst>
</file>

<file path=ppt/tags/tag71.xml><?xml version="1.0" encoding="utf-8"?>
<p:tagLst xmlns:p="http://schemas.openxmlformats.org/presentationml/2006/main">
  <p:tag name="KSO_WM_UNIT_ISCONTENTSTITLE" val="0"/>
  <p:tag name="KSO_WM_UNIT_ISNUMDGMTITLE" val="0"/>
  <p:tag name="KSO_WM_UNIT_PRESET_TEXT" val="空白演示"/>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176_1*a*1"/>
  <p:tag name="KSO_WM_TEMPLATE_CATEGORY" val="custom"/>
  <p:tag name="KSO_WM_TEMPLATE_INDEX" val="20205176"/>
  <p:tag name="KSO_WM_UNIT_LAYERLEVEL" val="1"/>
  <p:tag name="KSO_WM_TAG_VERSION" val="1.0"/>
  <p:tag name="KSO_WM_BEAUTIFY_FLAG" val="#wm#"/>
</p:tagLst>
</file>

<file path=ppt/tags/tag72.xml><?xml version="1.0" encoding="utf-8"?>
<p:tagLst xmlns:p="http://schemas.openxmlformats.org/presentationml/2006/main">
  <p:tag name="KSO_WM_UNIT_ISCONTENTSTITLE" val="0"/>
  <p:tag name="KSO_WM_UNIT_ISNUMDGMTITLE" val="0"/>
  <p:tag name="KSO_WM_UNIT_PRESET_TEXT" val="单击输入您的封面副标题"/>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176_1*b*1"/>
  <p:tag name="KSO_WM_TEMPLATE_CATEGORY" val="custom"/>
  <p:tag name="KSO_WM_TEMPLATE_INDEX" val="20205176"/>
  <p:tag name="KSO_WM_UNIT_LAYERLEVEL" val="1"/>
  <p:tag name="KSO_WM_TAG_VERSION" val="1.0"/>
  <p:tag name="KSO_WM_BEAUTIFY_FLAG" val="#wm#"/>
</p:tagLst>
</file>

<file path=ppt/tags/tag73.xml><?xml version="1.0" encoding="utf-8"?>
<p:tagLst xmlns:p="http://schemas.openxmlformats.org/presentationml/2006/main">
  <p:tag name="KSO_WM_SLIDE_ID" val="custom20205176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176"/>
  <p:tag name="KSO_WM_SLIDE_LAYOUT" val="a_b"/>
  <p:tag name="KSO_WM_SLIDE_LAYOUT_CNT" val="1_1"/>
  <p:tag name="KSO_WM_UNIT_SHOW_EDIT_AREA_INDICATION" val="1"/>
  <p:tag name="KSO_WM_TEMPLATE_THUMBS_INDEX" val="1、4、7、12、13、14、15、16、17、18、20、24、25、28、33、36、40、43、44"/>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PP_MARK_KEY" val="fa891ce3-655c-4d00-add9-2849e16b941a"/>
  <p:tag name="COMMONDATA" val="eyJoZGlkIjoiMWEzNzI4NzY2MzhmZGUwYWVmODY1N2RmOTVkOTljMWMifQ=="/>
</p:tagLst>
</file>

<file path=ppt/theme/theme1.xml><?xml version="1.0" encoding="utf-8"?>
<a:theme xmlns:a="http://schemas.openxmlformats.org/drawingml/2006/main" name="1_Office 主题​​">
  <a:themeElements>
    <a:clrScheme name="自定义 4">
      <a:dk1>
        <a:srgbClr val="000000"/>
      </a:dk1>
      <a:lt1>
        <a:srgbClr val="FFFFFF"/>
      </a:lt1>
      <a:dk2>
        <a:srgbClr val="364048"/>
      </a:dk2>
      <a:lt2>
        <a:srgbClr val="8F7046"/>
      </a:lt2>
      <a:accent1>
        <a:srgbClr val="8F7046"/>
      </a:accent1>
      <a:accent2>
        <a:srgbClr val="C8AF92"/>
      </a:accent2>
      <a:accent3>
        <a:srgbClr val="C6BCB2"/>
      </a:accent3>
      <a:accent4>
        <a:srgbClr val="D7C9BC"/>
      </a:accent4>
      <a:accent5>
        <a:srgbClr val="364148"/>
      </a:accent5>
      <a:accent6>
        <a:srgbClr val="907046"/>
      </a:accent6>
      <a:hlink>
        <a:srgbClr val="D7C9BC"/>
      </a:hlink>
      <a:folHlink>
        <a:srgbClr val="BFBFBF"/>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2484</Words>
  <Application>WPS 演示</Application>
  <PresentationFormat>宽屏</PresentationFormat>
  <Paragraphs>220</Paragraphs>
  <Slides>30</Slides>
  <Notes>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79</vt:i4>
      </vt:variant>
      <vt:variant>
        <vt:lpstr>幻灯片标题</vt:lpstr>
      </vt:variant>
      <vt:variant>
        <vt:i4>30</vt:i4>
      </vt:variant>
    </vt:vector>
  </HeadingPairs>
  <TitlesOfParts>
    <vt:vector size="119" baseType="lpstr">
      <vt:lpstr>Arial</vt:lpstr>
      <vt:lpstr>宋体</vt:lpstr>
      <vt:lpstr>Wingdings</vt:lpstr>
      <vt:lpstr>微软雅黑</vt:lpstr>
      <vt:lpstr>黑体</vt:lpstr>
      <vt:lpstr>Times New Roman</vt:lpstr>
      <vt:lpstr>Arial Unicode MS</vt:lpstr>
      <vt:lpstr>Calibri</vt:lpstr>
      <vt:lpstr>华文中宋</vt:lpstr>
      <vt:lpstr>1_Office 主题​​</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Equation.DSMT4</vt:lpstr>
      <vt:lpstr>数学物理方法</vt:lpstr>
      <vt:lpstr>PowerPoint 演示文稿</vt:lpstr>
      <vt:lpstr>第五章： 复习思考题与作业</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第六章： 复习和练习</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数学物理方法</dc:title>
  <dc:creator/>
  <cp:lastModifiedBy>Ning</cp:lastModifiedBy>
  <cp:revision>302</cp:revision>
  <dcterms:created xsi:type="dcterms:W3CDTF">2019-06-19T02:08:00Z</dcterms:created>
  <dcterms:modified xsi:type="dcterms:W3CDTF">2025-12-02T01:56:10Z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2052-12.1.0.20305</vt:lpwstr>
  </property>
  <property fmtid="{D5CDD505-2E9C-101B-9397-08002B2CF9AE}" pid="3" name="ICV">
    <vt:lpwstr>4712EECDC5BE4D5895273BEEAE65072C_13</vt:lpwstr>
  </property>
</Properties>
</file>