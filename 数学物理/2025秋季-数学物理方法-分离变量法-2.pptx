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289" r:id="rId4"/>
    <p:sldId id="390" r:id="rId5"/>
    <p:sldId id="297" r:id="rId6"/>
    <p:sldId id="415" r:id="rId7"/>
    <p:sldId id="392" r:id="rId8"/>
    <p:sldId id="414" r:id="rId9"/>
    <p:sldId id="382" r:id="rId10"/>
    <p:sldId id="384" r:id="rId11"/>
    <p:sldId id="333" r:id="rId12"/>
    <p:sldId id="431" r:id="rId13"/>
    <p:sldId id="432" r:id="rId14"/>
    <p:sldId id="334" r:id="rId15"/>
    <p:sldId id="427" r:id="rId16"/>
    <p:sldId id="428" r:id="rId17"/>
    <p:sldId id="426" r:id="rId18"/>
    <p:sldId id="336" r:id="rId19"/>
    <p:sldId id="430" r:id="rId20"/>
    <p:sldId id="385" r:id="rId21"/>
    <p:sldId id="388" r:id="rId22"/>
    <p:sldId id="301" r:id="rId23"/>
    <p:sldId id="417" r:id="rId24"/>
    <p:sldId id="393" r:id="rId26"/>
    <p:sldId id="394" r:id="rId27"/>
    <p:sldId id="433" r:id="rId28"/>
    <p:sldId id="434" r:id="rId29"/>
    <p:sldId id="435" r:id="rId30"/>
    <p:sldId id="436" r:id="rId31"/>
    <p:sldId id="413" r:id="rId32"/>
    <p:sldId id="418" r:id="rId33"/>
    <p:sldId id="419" r:id="rId34"/>
    <p:sldId id="420" r:id="rId35"/>
    <p:sldId id="421" r:id="rId36"/>
    <p:sldId id="396" r:id="rId37"/>
    <p:sldId id="344" r:id="rId38"/>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3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3" d="100"/>
          <a:sy n="83" d="100"/>
        </p:scale>
        <p:origin x="744" y="77"/>
      </p:cViewPr>
      <p:guideLst>
        <p:guide orient="horz" pos="2131"/>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74.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image" Target="../media/image12.wmf"/><Relationship Id="rId7" Type="http://schemas.openxmlformats.org/officeDocument/2006/relationships/image" Target="../media/image11.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3" Type="http://schemas.openxmlformats.org/officeDocument/2006/relationships/image" Target="../media/image17.wmf"/><Relationship Id="rId12" Type="http://schemas.openxmlformats.org/officeDocument/2006/relationships/image" Target="../media/image16.wmf"/><Relationship Id="rId11" Type="http://schemas.openxmlformats.org/officeDocument/2006/relationships/image" Target="../media/image15.wmf"/><Relationship Id="rId10" Type="http://schemas.openxmlformats.org/officeDocument/2006/relationships/image" Target="../media/image14.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e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49.wmf"/><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59.wmf"/><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1" Type="http://schemas.openxmlformats.org/officeDocument/2006/relationships/image" Target="../media/image61.wmf"/><Relationship Id="rId10" Type="http://schemas.openxmlformats.org/officeDocument/2006/relationships/image" Target="../media/image60.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image" Target="../media/image68.wmf"/><Relationship Id="rId7" Type="http://schemas.openxmlformats.org/officeDocument/2006/relationships/image" Target="../media/image67.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55.wmf"/><Relationship Id="rId10" Type="http://schemas.openxmlformats.org/officeDocument/2006/relationships/image" Target="../media/image70.wmf"/><Relationship Id="rId1" Type="http://schemas.openxmlformats.org/officeDocument/2006/relationships/image" Target="../media/image62.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5.wmf"/><Relationship Id="rId1" Type="http://schemas.openxmlformats.org/officeDocument/2006/relationships/image" Target="../media/image8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17.wmf"/><Relationship Id="rId8" Type="http://schemas.openxmlformats.org/officeDocument/2006/relationships/image" Target="../media/image116.wmf"/><Relationship Id="rId7" Type="http://schemas.openxmlformats.org/officeDocument/2006/relationships/image" Target="../media/image115.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4" Type="http://schemas.openxmlformats.org/officeDocument/2006/relationships/image" Target="../media/image122.wmf"/><Relationship Id="rId13" Type="http://schemas.openxmlformats.org/officeDocument/2006/relationships/image" Target="../media/image121.wmf"/><Relationship Id="rId12" Type="http://schemas.openxmlformats.org/officeDocument/2006/relationships/image" Target="../media/image120.wmf"/><Relationship Id="rId11" Type="http://schemas.openxmlformats.org/officeDocument/2006/relationships/image" Target="../media/image119.wmf"/><Relationship Id="rId10" Type="http://schemas.openxmlformats.org/officeDocument/2006/relationships/image" Target="../media/image118.wmf"/><Relationship Id="rId1" Type="http://schemas.openxmlformats.org/officeDocument/2006/relationships/image" Target="../media/image10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6627" name="Rectangle 2"/>
          <p:cNvSpPr>
            <a:spLocks noGrp="1" noRot="1" noChangeAspect="1" noTextEdit="1"/>
          </p:cNvSpPr>
          <p:nvPr>
            <p:ph type="sldImg"/>
          </p:nvPr>
        </p:nvSpPr>
        <p:spPr/>
      </p:sp>
      <p:sp>
        <p:nvSpPr>
          <p:cNvPr id="26628"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fld>
            <a:endParaRPr lang="en-US" altLang="zh-CN" sz="1200" dirty="0"/>
          </a:p>
        </p:txBody>
      </p:sp>
      <p:sp>
        <p:nvSpPr>
          <p:cNvPr id="25602" name="Rectangle 2"/>
          <p:cNvSpPr>
            <a:spLocks noGrp="1" noRot="1" noChangeAspect="1" noTextEdit="1"/>
          </p:cNvSpPr>
          <p:nvPr>
            <p:ph type="sldImg"/>
          </p:nvPr>
        </p:nvSpPr>
        <p:spPr/>
      </p:sp>
      <p:sp>
        <p:nvSpPr>
          <p:cNvPr id="25603"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fld>
            <a:endParaRPr lang="en-US" altLang="zh-CN" sz="1200" dirty="0"/>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fld>
            <a:endParaRPr lang="en-US" altLang="zh-CN" sz="1200" dirty="0"/>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fld>
            <a:endParaRPr lang="en-US" altLang="zh-CN" sz="1200" dirty="0"/>
          </a:p>
        </p:txBody>
      </p:sp>
      <p:sp>
        <p:nvSpPr>
          <p:cNvPr id="31746" name="Rectangle 2"/>
          <p:cNvSpPr>
            <a:spLocks noGrp="1" noRot="1" noChangeAspect="1" noTextEdit="1"/>
          </p:cNvSpPr>
          <p:nvPr>
            <p:ph type="sldImg"/>
          </p:nvPr>
        </p:nvSpPr>
        <p:spPr/>
      </p:sp>
      <p:sp>
        <p:nvSpPr>
          <p:cNvPr id="31747"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2.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image" Target="../media/image1.png"/><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1"/>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custDataLst>
              <p:tags r:id="rId4"/>
            </p:custDataLst>
          </p:nvPr>
        </p:nvCxnSpPr>
        <p:spPr>
          <a:xfrm flipH="1">
            <a:off x="0"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5"/>
            </p:custDataLst>
          </p:nvPr>
        </p:nvCxnSpPr>
        <p:spPr>
          <a:xfrm flipH="1" flipV="1">
            <a:off x="9605963"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custDataLst>
              <p:tags r:id="rId6"/>
            </p:custDataLst>
          </p:nvPr>
        </p:nvSpPr>
        <p:spPr>
          <a:xfrm>
            <a:off x="4900613" y="752475"/>
            <a:ext cx="2390775" cy="75565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2" name="标题 1"/>
          <p:cNvSpPr>
            <a:spLocks noGrp="1"/>
          </p:cNvSpPr>
          <p:nvPr>
            <p:ph type="ctrTitle" hasCustomPrompt="1"/>
            <p:custDataLst>
              <p:tags r:id="rId7"/>
            </p:custDataLst>
          </p:nvPr>
        </p:nvSpPr>
        <p:spPr>
          <a:xfrm>
            <a:off x="2495600" y="1826578"/>
            <a:ext cx="7200800" cy="949878"/>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8"/>
            </p:custDataLst>
          </p:nvPr>
        </p:nvSpPr>
        <p:spPr>
          <a:xfrm>
            <a:off x="2495600" y="2826092"/>
            <a:ext cx="7200800" cy="465746"/>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8" name="日期占位符 3"/>
          <p:cNvSpPr>
            <a:spLocks noGrp="1"/>
          </p:cNvSpPr>
          <p:nvPr>
            <p:ph type="dt" sz="half" idx="10"/>
            <p:custDataLst>
              <p:tags r:id="rId9"/>
            </p:custDataLst>
          </p:nvPr>
        </p:nvSpPr>
        <p:spPr/>
        <p:txBody>
          <a:bodyPr/>
          <a:lstStyle>
            <a:lvl1pPr>
              <a:defRPr/>
            </a:lvl1pPr>
          </a:lstStyle>
          <a:p>
            <a:fld id="{760FBDFE-C587-4B4C-A407-44438C67B59E}" type="datetimeFigureOut">
              <a:rPr lang="zh-CN" altLang="en-US" smtClean="0"/>
            </a:fld>
            <a:endParaRPr lang="zh-CN" altLang="en-US"/>
          </a:p>
        </p:txBody>
      </p:sp>
      <p:sp>
        <p:nvSpPr>
          <p:cNvPr id="9" name="页脚占位符 4"/>
          <p:cNvSpPr>
            <a:spLocks noGrp="1"/>
          </p:cNvSpPr>
          <p:nvPr>
            <p:ph type="ftr" sz="quarter" idx="11"/>
            <p:custDataLst>
              <p:tags r:id="rId10"/>
            </p:custDataLst>
          </p:nvPr>
        </p:nvSpPr>
        <p:spPr/>
        <p:txBody>
          <a:bodyPr/>
          <a:lstStyle>
            <a:lvl1pPr>
              <a:defRPr/>
            </a:lvl1pPr>
          </a:lstStyle>
          <a:p>
            <a:endParaRPr lang="zh-CN" altLang="en-US" dirty="0"/>
          </a:p>
        </p:txBody>
      </p:sp>
      <p:sp>
        <p:nvSpPr>
          <p:cNvPr id="10" name="灯片编号占位符 5"/>
          <p:cNvSpPr>
            <a:spLocks noGrp="1"/>
          </p:cNvSpPr>
          <p:nvPr>
            <p:ph type="sldNum" sz="quarter" idx="12"/>
            <p:custDataLst>
              <p:tags r:id="rId11"/>
            </p:custDataLst>
          </p:nvPr>
        </p:nvSpPr>
        <p:spPr/>
        <p:txBody>
          <a:bodyPr/>
          <a:lstStyle>
            <a:lvl1pPr>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p:cNvSpPr/>
          <p:nvPr>
            <p:custDataLst>
              <p:tags r:id="rId2"/>
            </p:custDataLst>
          </p:nvPr>
        </p:nvSpPr>
        <p:spPr>
          <a:xfrm>
            <a:off x="3038475" y="2284413"/>
            <a:ext cx="6115050" cy="7667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5" name="Picture 3" descr="D:\Desktop\素材\素描城市.png"/>
          <p:cNvPicPr>
            <a:picLocks noChangeAspect="1" noChangeArrowheads="1"/>
          </p:cNvPicPr>
          <p:nvPr>
            <p:custDataLst>
              <p:tags r:id="rId3"/>
            </p:custDataLst>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0" y="0"/>
            <a:ext cx="12192000"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hasCustomPrompt="1"/>
            <p:custDataLst>
              <p:tags r:id="rId5"/>
            </p:custDataLst>
          </p:nvPr>
        </p:nvSpPr>
        <p:spPr>
          <a:xfrm>
            <a:off x="831850" y="3373606"/>
            <a:ext cx="10515600" cy="1061467"/>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文本占位符 2"/>
          <p:cNvSpPr>
            <a:spLocks noGrp="1"/>
          </p:cNvSpPr>
          <p:nvPr>
            <p:ph type="body" idx="1" hasCustomPrompt="1"/>
            <p:custDataLst>
              <p:tags r:id="rId6"/>
            </p:custDataLst>
          </p:nvPr>
        </p:nvSpPr>
        <p:spPr>
          <a:xfrm>
            <a:off x="2207568" y="4527773"/>
            <a:ext cx="7776864" cy="1061467"/>
          </a:xfrm>
        </p:spPr>
        <p:txBody>
          <a:bodyP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单击此处编辑文本</a:t>
            </a:r>
            <a:endParaRPr lang="zh-CN" altLang="en-US" noProof="1"/>
          </a:p>
        </p:txBody>
      </p:sp>
      <p:sp>
        <p:nvSpPr>
          <p:cNvPr id="6"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5"/>
          <p:cNvSpPr>
            <a:spLocks noGrp="1"/>
          </p:cNvSpPr>
          <p:nvPr>
            <p:ph type="sldNum" sz="quarter" idx="12"/>
            <p:custDataLst>
              <p:tags r:id="rId9"/>
            </p:custDataLst>
          </p:nvPr>
        </p:nvSpPr>
        <p:spPr/>
        <p:txBody>
          <a:bodyPr/>
          <a:lstStyle>
            <a:lvl1pPr>
              <a:defRPr/>
            </a:lvl1pPr>
          </a:lstStyle>
          <a:p>
            <a:fld id="{DFCB4D56-782D-442B-9B32-0BC325ED746A}" type="slidenum">
              <a:rPr lang="zh-CN" altLang="en-US"/>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单击此处编辑文本</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noProof="1">
                <a:sym typeface="+mn-ea"/>
              </a:rPr>
              <a:t>单击此处编辑文本</a:t>
            </a:r>
            <a:endParaRPr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760FBDFE-C587-4B4C-A407-44438C67B59E}" type="datetimeFigureOut">
              <a:rPr lang="zh-CN" altLang="en-US"/>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BD269E1A-4DF9-4A6A-B519-38EBE42E3344}" type="slidenum">
              <a:rPr lang="zh-CN" altLang="en-US"/>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760FBDFE-C587-4B4C-A407-44438C67B59E}"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9EFD9D74-47D9-4702-A33C-335B63B48DBF}" type="datetimeFigureOut">
              <a:rPr lang="zh-CN" altLang="en-US" smtClean="0"/>
            </a:fld>
            <a:endParaRPr lang="zh-CN" altLang="en-US" dirty="0"/>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dirty="0"/>
          </a:p>
        </p:txBody>
      </p:sp>
      <p:sp>
        <p:nvSpPr>
          <p:cNvPr id="7" name="灯片编号占位符 5"/>
          <p:cNvSpPr>
            <a:spLocks noGrp="1"/>
          </p:cNvSpPr>
          <p:nvPr>
            <p:ph type="sldNum" sz="quarter" idx="12"/>
            <p:custDataLst>
              <p:tags r:id="rId7"/>
            </p:custDataLst>
          </p:nvPr>
        </p:nvSpPr>
        <p:spPr/>
        <p:txBody>
          <a:bodyPr/>
          <a:lstStyle>
            <a:lvl1pPr>
              <a:defRPr/>
            </a:lvl1pPr>
          </a:lstStyle>
          <a:p>
            <a:fld id="{FABC47A4-756D-490B-A52F-7D9E2C9FC05F}"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3" name="图片 9"/>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custDataLst>
              <p:tags r:id="rId4"/>
            </p:custDataLst>
          </p:nvPr>
        </p:nvCxnSpPr>
        <p:spPr>
          <a:xfrm flipH="1">
            <a:off x="0"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5"/>
            </p:custDataLst>
          </p:nvPr>
        </p:nvCxnSpPr>
        <p:spPr>
          <a:xfrm flipH="1" flipV="1">
            <a:off x="9605963"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6"/>
            </p:custDataLst>
          </p:nvPr>
        </p:nvSpPr>
        <p:spPr>
          <a:xfrm>
            <a:off x="2726808" y="2313806"/>
            <a:ext cx="6738385" cy="1448117"/>
          </a:xfrm>
        </p:spPr>
        <p:txBody>
          <a:bodyPr rIns="25400" rtlCol="0" anchor="ctr">
            <a:no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tx2"/>
                </a:solidFill>
                <a:uFillTx/>
                <a:latin typeface="微软雅黑" panose="020B0503020204020204" pitchFamily="34" charset="-122"/>
                <a:ea typeface="微软雅黑" panose="020B0503020204020204" pitchFamily="34" charset="-122"/>
                <a:cs typeface="+mj-cs"/>
                <a:sym typeface="+mn-ea"/>
              </a:defRPr>
            </a:lvl1pPr>
          </a:lstStyle>
          <a:p>
            <a:pPr lvl="0"/>
            <a:r>
              <a:rPr noProof="1">
                <a:sym typeface="+mn-ea"/>
              </a:rPr>
              <a:t>编辑标题</a:t>
            </a:r>
            <a:endParaRPr noProof="1">
              <a:sym typeface="+mn-ea"/>
            </a:endParaRPr>
          </a:p>
        </p:txBody>
      </p:sp>
      <p:sp>
        <p:nvSpPr>
          <p:cNvPr id="6" name="日期占位符 2"/>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3"/>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4"/>
          <p:cNvSpPr>
            <a:spLocks noGrp="1"/>
          </p:cNvSpPr>
          <p:nvPr>
            <p:ph type="sldNum" sz="quarter" idx="12"/>
            <p:custDataLst>
              <p:tags r:id="rId9"/>
            </p:custDataLst>
          </p:nvPr>
        </p:nvSpPr>
        <p:spPr/>
        <p:txBody>
          <a:bodyPr/>
          <a:lstStyle>
            <a:lvl1pPr>
              <a:defRPr/>
            </a:lvl1pPr>
          </a:lstStyle>
          <a:p>
            <a:fld id="{1F416EC6-90A0-4FF7-BF22-87F915FB23BB}" type="slidenum">
              <a:rPr lang="zh-CN" altLang="en-US"/>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1_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97933" y="228600"/>
            <a:ext cx="11387667" cy="11430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12800" y="1600200"/>
            <a:ext cx="5334000" cy="44989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6350000" y="1600200"/>
            <a:ext cx="5334000" cy="21732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350000" y="3925889"/>
            <a:ext cx="5334000" cy="217328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5"/>
          <p:cNvSpPr>
            <a:spLocks noGrp="1"/>
          </p:cNvSpPr>
          <p:nvPr>
            <p:ph type="dt" sz="half" idx="10"/>
          </p:nvPr>
        </p:nvSpPr>
        <p:spPr/>
        <p:txBody>
          <a:bodyPr/>
          <a:lstStyle/>
          <a:p>
            <a:pPr fontAlgn="base">
              <a:spcBef>
                <a:spcPct val="0"/>
              </a:spcBef>
              <a:spcAft>
                <a:spcPct val="0"/>
              </a:spcAft>
              <a:defRPr/>
            </a:pPr>
            <a:endParaRPr lang="en-US" altLang="zh-CN" sz="1400" noProof="0">
              <a:solidFill>
                <a:schemeClr val="tx1"/>
              </a:solidFill>
              <a:ea typeface="宋体" panose="02010600030101010101" pitchFamily="2" charset="-122"/>
            </a:endParaRPr>
          </a:p>
        </p:txBody>
      </p:sp>
      <p:sp>
        <p:nvSpPr>
          <p:cNvPr id="7" name="页脚占位符 6"/>
          <p:cNvSpPr>
            <a:spLocks noGrp="1"/>
          </p:cNvSpPr>
          <p:nvPr>
            <p:ph type="ftr" sz="quarter" idx="11"/>
          </p:nvPr>
        </p:nvSpPr>
        <p:spPr/>
        <p:txBody>
          <a:bodyPr/>
          <a:lstStyle/>
          <a:p>
            <a:pPr fontAlgn="base">
              <a:spcBef>
                <a:spcPct val="0"/>
              </a:spcBef>
              <a:spcAft>
                <a:spcPct val="0"/>
              </a:spcAft>
              <a:defRPr/>
            </a:pPr>
            <a:endParaRPr lang="en-US" altLang="zh-CN" sz="1400" noProof="0">
              <a:solidFill>
                <a:schemeClr val="tx1"/>
              </a:solidFill>
              <a:ea typeface="宋体" panose="02010600030101010101" pitchFamily="2" charset="-122"/>
            </a:endParaRPr>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97933" y="228600"/>
            <a:ext cx="11387667" cy="11430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812800" y="1600200"/>
            <a:ext cx="5334000" cy="21732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6350000" y="1600200"/>
            <a:ext cx="5334000" cy="21732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812800" y="3925889"/>
            <a:ext cx="5334000" cy="217328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6350000" y="3925889"/>
            <a:ext cx="5334000" cy="217328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fontAlgn="base">
              <a:spcBef>
                <a:spcPct val="0"/>
              </a:spcBef>
              <a:spcAft>
                <a:spcPct val="0"/>
              </a:spcAft>
              <a:defRPr/>
            </a:pPr>
            <a:endParaRPr lang="en-US" altLang="zh-CN" sz="1400" noProof="0">
              <a:solidFill>
                <a:schemeClr val="tx1"/>
              </a:solidFill>
              <a:ea typeface="宋体" panose="02010600030101010101" pitchFamily="2" charset="-122"/>
            </a:endParaRPr>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en-US" altLang="zh-CN" sz="1400" noProof="0">
              <a:solidFill>
                <a:schemeClr val="tx1"/>
              </a:solidFill>
              <a:ea typeface="宋体" panose="02010600030101010101" pitchFamily="2" charset="-122"/>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70.xml"/><Relationship Id="rId2" Type="http://schemas.openxmlformats.org/officeDocument/2006/relationships/slideLayout" Target="../slideLayouts/slideLayout2.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5"/>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6"/>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7"/>
            </p:custDataLst>
          </p:nvPr>
        </p:nvSpPr>
        <p:spPr>
          <a:xfrm>
            <a:off x="879475" y="6350000"/>
            <a:ext cx="2700338" cy="315913"/>
          </a:xfrm>
          <a:prstGeom prst="rect">
            <a:avLst/>
          </a:prstGeom>
        </p:spPr>
        <p:txBody>
          <a:bodyPr vert="horz" lIns="91440" tIns="45720" rIns="91440" bIns="45720" rtlCol="0" anchor="ctr">
            <a:normAutofit/>
          </a:bodyPr>
          <a:lstStyle>
            <a:lvl1pPr algn="l">
              <a:defRPr sz="1200" noProof="1" smtClean="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116388" y="6350000"/>
            <a:ext cx="3959225" cy="315913"/>
          </a:xfrm>
          <a:prstGeom prst="rect">
            <a:avLst/>
          </a:prstGeom>
        </p:spPr>
        <p:txBody>
          <a:bodyPr vert="horz" lIns="91440" tIns="45720" rIns="91440" bIns="45720" rtlCol="0" anchor="ctr">
            <a:normAutofit/>
          </a:bodyPr>
          <a:lstStyle>
            <a:lvl1pPr algn="ctr">
              <a:defRPr sz="1200" noProof="1">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610600" y="6350000"/>
            <a:ext cx="2700338" cy="315913"/>
          </a:xfrm>
          <a:prstGeom prst="rect">
            <a:avLst/>
          </a:prstGeom>
        </p:spPr>
        <p:txBody>
          <a:bodyPr vert="horz" lIns="91440" tIns="45720" rIns="91440" bIns="45720" rtlCol="0" anchor="ctr">
            <a:normAutofit/>
          </a:bodyPr>
          <a:lstStyle>
            <a:lvl1pPr algn="r">
              <a:defRPr sz="1200" noProof="1" smtClean="0">
                <a:solidFill>
                  <a:schemeClr val="tx1">
                    <a:tint val="75000"/>
                  </a:schemeClr>
                </a:solidFill>
              </a:defRPr>
            </a:lvl1pPr>
          </a:lstStyle>
          <a:p>
            <a:fld id="{49AE70B2-8BF9-45C0-BB95-33D1B9D3A854}" type="slidenum">
              <a:rPr lang="zh-CN" altLang="en-US" smtClean="0"/>
            </a:fld>
            <a:endParaRPr lang="zh-CN" altLang="en-US" dirty="0"/>
          </a:p>
        </p:txBody>
      </p:sp>
      <p:sp>
        <p:nvSpPr>
          <p:cNvPr id="2"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3.xml"/><Relationship Id="rId3" Type="http://schemas.openxmlformats.org/officeDocument/2006/relationships/image" Target="../media/image3.png"/><Relationship Id="rId2" Type="http://schemas.openxmlformats.org/officeDocument/2006/relationships/tags" Target="../tags/tag72.xml"/><Relationship Id="rId1" Type="http://schemas.openxmlformats.org/officeDocument/2006/relationships/tags" Target="../tags/tag7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8.wmf"/><Relationship Id="rId7" Type="http://schemas.openxmlformats.org/officeDocument/2006/relationships/oleObject" Target="../embeddings/oleObject5.bin"/><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 Id="rId3" Type="http://schemas.openxmlformats.org/officeDocument/2006/relationships/oleObject" Target="../embeddings/oleObject3.bin"/><Relationship Id="rId28" Type="http://schemas.openxmlformats.org/officeDocument/2006/relationships/vmlDrawing" Target="../drawings/vmlDrawing2.vml"/><Relationship Id="rId27" Type="http://schemas.openxmlformats.org/officeDocument/2006/relationships/slideLayout" Target="../slideLayouts/slideLayout12.xml"/><Relationship Id="rId26" Type="http://schemas.openxmlformats.org/officeDocument/2006/relationships/image" Target="../media/image17.wmf"/><Relationship Id="rId25" Type="http://schemas.openxmlformats.org/officeDocument/2006/relationships/oleObject" Target="../embeddings/oleObject14.bin"/><Relationship Id="rId24" Type="http://schemas.openxmlformats.org/officeDocument/2006/relationships/image" Target="../media/image16.wmf"/><Relationship Id="rId23" Type="http://schemas.openxmlformats.org/officeDocument/2006/relationships/oleObject" Target="../embeddings/oleObject13.bin"/><Relationship Id="rId22" Type="http://schemas.openxmlformats.org/officeDocument/2006/relationships/image" Target="../media/image15.wmf"/><Relationship Id="rId21" Type="http://schemas.openxmlformats.org/officeDocument/2006/relationships/oleObject" Target="../embeddings/oleObject12.bin"/><Relationship Id="rId20" Type="http://schemas.openxmlformats.org/officeDocument/2006/relationships/image" Target="../media/image14.wmf"/><Relationship Id="rId2" Type="http://schemas.openxmlformats.org/officeDocument/2006/relationships/image" Target="../media/image5.wmf"/><Relationship Id="rId19" Type="http://schemas.openxmlformats.org/officeDocument/2006/relationships/oleObject" Target="../embeddings/oleObject11.bin"/><Relationship Id="rId18" Type="http://schemas.openxmlformats.org/officeDocument/2006/relationships/image" Target="../media/image13.wmf"/><Relationship Id="rId17" Type="http://schemas.openxmlformats.org/officeDocument/2006/relationships/oleObject" Target="../embeddings/oleObject10.bin"/><Relationship Id="rId16" Type="http://schemas.openxmlformats.org/officeDocument/2006/relationships/image" Target="../media/image12.wmf"/><Relationship Id="rId15" Type="http://schemas.openxmlformats.org/officeDocument/2006/relationships/oleObject" Target="../embeddings/oleObject9.bin"/><Relationship Id="rId14" Type="http://schemas.openxmlformats.org/officeDocument/2006/relationships/image" Target="../media/image11.wmf"/><Relationship Id="rId13" Type="http://schemas.openxmlformats.org/officeDocument/2006/relationships/oleObject" Target="../embeddings/oleObject8.bin"/><Relationship Id="rId12" Type="http://schemas.openxmlformats.org/officeDocument/2006/relationships/image" Target="../media/image10.wmf"/><Relationship Id="rId11" Type="http://schemas.openxmlformats.org/officeDocument/2006/relationships/oleObject" Target="../embeddings/oleObject7.bin"/><Relationship Id="rId10" Type="http://schemas.openxmlformats.org/officeDocument/2006/relationships/image" Target="../media/image9.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9.emf"/><Relationship Id="rId3" Type="http://schemas.openxmlformats.org/officeDocument/2006/relationships/oleObject" Target="../embeddings/oleObject16.bin"/><Relationship Id="rId2" Type="http://schemas.openxmlformats.org/officeDocument/2006/relationships/image" Target="../media/image18.emf"/><Relationship Id="rId1" Type="http://schemas.openxmlformats.org/officeDocument/2006/relationships/oleObject" Target="../embeddings/oleObject15.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21.emf"/><Relationship Id="rId3" Type="http://schemas.openxmlformats.org/officeDocument/2006/relationships/oleObject" Target="../embeddings/oleObject18.bin"/><Relationship Id="rId2" Type="http://schemas.openxmlformats.org/officeDocument/2006/relationships/image" Target="../media/image20.emf"/><Relationship Id="rId1" Type="http://schemas.openxmlformats.org/officeDocument/2006/relationships/oleObject" Target="../embeddings/oleObject17.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3.wmf"/><Relationship Id="rId3" Type="http://schemas.openxmlformats.org/officeDocument/2006/relationships/oleObject" Target="../embeddings/oleObject20.bin"/><Relationship Id="rId2" Type="http://schemas.openxmlformats.org/officeDocument/2006/relationships/image" Target="../media/image22.wmf"/><Relationship Id="rId1"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wmf"/></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3.xml"/><Relationship Id="rId4" Type="http://schemas.openxmlformats.org/officeDocument/2006/relationships/image" Target="../media/image26.wmf"/><Relationship Id="rId3" Type="http://schemas.openxmlformats.org/officeDocument/2006/relationships/oleObject" Target="../embeddings/oleObject22.bin"/><Relationship Id="rId2" Type="http://schemas.openxmlformats.org/officeDocument/2006/relationships/image" Target="../media/image25.wmf"/><Relationship Id="rId1"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13.xml"/><Relationship Id="rId6" Type="http://schemas.openxmlformats.org/officeDocument/2006/relationships/image" Target="../media/image31.wmf"/><Relationship Id="rId5" Type="http://schemas.openxmlformats.org/officeDocument/2006/relationships/oleObject" Target="../embeddings/oleObject25.bin"/><Relationship Id="rId4" Type="http://schemas.openxmlformats.org/officeDocument/2006/relationships/image" Target="../media/image30.wmf"/><Relationship Id="rId3" Type="http://schemas.openxmlformats.org/officeDocument/2006/relationships/oleObject" Target="../embeddings/oleObject24.bin"/><Relationship Id="rId2" Type="http://schemas.openxmlformats.org/officeDocument/2006/relationships/image" Target="../media/image29.wmf"/><Relationship Id="rId1" Type="http://schemas.openxmlformats.org/officeDocument/2006/relationships/oleObject" Target="../embeddings/oleObject23.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3.png"/><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14.xml"/><Relationship Id="rId4" Type="http://schemas.openxmlformats.org/officeDocument/2006/relationships/image" Target="../media/image37.wmf"/><Relationship Id="rId3" Type="http://schemas.openxmlformats.org/officeDocument/2006/relationships/oleObject" Target="../embeddings/oleObject27.bin"/><Relationship Id="rId2" Type="http://schemas.openxmlformats.org/officeDocument/2006/relationships/image" Target="../media/image36.wmf"/><Relationship Id="rId1" Type="http://schemas.openxmlformats.org/officeDocument/2006/relationships/oleObject" Target="../embeddings/oleObject26.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8.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2.wmf"/><Relationship Id="rId7" Type="http://schemas.openxmlformats.org/officeDocument/2006/relationships/oleObject" Target="../embeddings/oleObject31.bin"/><Relationship Id="rId6" Type="http://schemas.openxmlformats.org/officeDocument/2006/relationships/image" Target="../media/image41.wmf"/><Relationship Id="rId5" Type="http://schemas.openxmlformats.org/officeDocument/2006/relationships/oleObject" Target="../embeddings/oleObject30.bin"/><Relationship Id="rId4" Type="http://schemas.openxmlformats.org/officeDocument/2006/relationships/image" Target="../media/image40.wmf"/><Relationship Id="rId3" Type="http://schemas.openxmlformats.org/officeDocument/2006/relationships/oleObject" Target="../embeddings/oleObject29.bin"/><Relationship Id="rId2" Type="http://schemas.openxmlformats.org/officeDocument/2006/relationships/image" Target="../media/image39.wmf"/><Relationship Id="rId10" Type="http://schemas.openxmlformats.org/officeDocument/2006/relationships/vmlDrawing" Target="../drawings/vmlDrawing9.vml"/><Relationship Id="rId1" Type="http://schemas.openxmlformats.org/officeDocument/2006/relationships/oleObject" Target="../embeddings/oleObject28.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44.wmf"/><Relationship Id="rId3" Type="http://schemas.openxmlformats.org/officeDocument/2006/relationships/oleObject" Target="../embeddings/oleObject33.bin"/><Relationship Id="rId2" Type="http://schemas.openxmlformats.org/officeDocument/2006/relationships/image" Target="../media/image43.emf"/><Relationship Id="rId1" Type="http://schemas.openxmlformats.org/officeDocument/2006/relationships/oleObject" Target="../embeddings/oleObject3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48.wmf"/><Relationship Id="rId7" Type="http://schemas.openxmlformats.org/officeDocument/2006/relationships/oleObject" Target="../embeddings/oleObject37.bin"/><Relationship Id="rId6" Type="http://schemas.openxmlformats.org/officeDocument/2006/relationships/image" Target="../media/image47.wmf"/><Relationship Id="rId5" Type="http://schemas.openxmlformats.org/officeDocument/2006/relationships/oleObject" Target="../embeddings/oleObject36.bin"/><Relationship Id="rId4" Type="http://schemas.openxmlformats.org/officeDocument/2006/relationships/image" Target="../media/image46.wmf"/><Relationship Id="rId3" Type="http://schemas.openxmlformats.org/officeDocument/2006/relationships/oleObject" Target="../embeddings/oleObject35.bin"/><Relationship Id="rId2" Type="http://schemas.openxmlformats.org/officeDocument/2006/relationships/image" Target="../media/image45.wmf"/><Relationship Id="rId14" Type="http://schemas.openxmlformats.org/officeDocument/2006/relationships/notesSlide" Target="../notesSlides/notesSlide1.xml"/><Relationship Id="rId13" Type="http://schemas.openxmlformats.org/officeDocument/2006/relationships/vmlDrawing" Target="../drawings/vmlDrawing11.vml"/><Relationship Id="rId12" Type="http://schemas.openxmlformats.org/officeDocument/2006/relationships/slideLayout" Target="../slideLayouts/slideLayout2.xml"/><Relationship Id="rId11" Type="http://schemas.openxmlformats.org/officeDocument/2006/relationships/image" Target="../media/image50.png"/><Relationship Id="rId10" Type="http://schemas.openxmlformats.org/officeDocument/2006/relationships/image" Target="../media/image49.wmf"/><Relationship Id="rId1" Type="http://schemas.openxmlformats.org/officeDocument/2006/relationships/oleObject" Target="../embeddings/oleObject34.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43.bin"/><Relationship Id="rId8" Type="http://schemas.openxmlformats.org/officeDocument/2006/relationships/image" Target="../media/image54.wmf"/><Relationship Id="rId7" Type="http://schemas.openxmlformats.org/officeDocument/2006/relationships/oleObject" Target="../embeddings/oleObject42.bin"/><Relationship Id="rId6" Type="http://schemas.openxmlformats.org/officeDocument/2006/relationships/image" Target="../media/image53.wmf"/><Relationship Id="rId5" Type="http://schemas.openxmlformats.org/officeDocument/2006/relationships/oleObject" Target="../embeddings/oleObject41.bin"/><Relationship Id="rId4" Type="http://schemas.openxmlformats.org/officeDocument/2006/relationships/image" Target="../media/image52.wmf"/><Relationship Id="rId3" Type="http://schemas.openxmlformats.org/officeDocument/2006/relationships/oleObject" Target="../embeddings/oleObject40.bin"/><Relationship Id="rId24" Type="http://schemas.openxmlformats.org/officeDocument/2006/relationships/vmlDrawing" Target="../drawings/vmlDrawing12.vml"/><Relationship Id="rId23" Type="http://schemas.openxmlformats.org/officeDocument/2006/relationships/slideLayout" Target="../slideLayouts/slideLayout2.xml"/><Relationship Id="rId22" Type="http://schemas.openxmlformats.org/officeDocument/2006/relationships/image" Target="../media/image61.wmf"/><Relationship Id="rId21" Type="http://schemas.openxmlformats.org/officeDocument/2006/relationships/oleObject" Target="../embeddings/oleObject49.bin"/><Relationship Id="rId20" Type="http://schemas.openxmlformats.org/officeDocument/2006/relationships/image" Target="../media/image60.wmf"/><Relationship Id="rId2" Type="http://schemas.openxmlformats.org/officeDocument/2006/relationships/image" Target="../media/image51.wmf"/><Relationship Id="rId19" Type="http://schemas.openxmlformats.org/officeDocument/2006/relationships/oleObject" Target="../embeddings/oleObject48.bin"/><Relationship Id="rId18" Type="http://schemas.openxmlformats.org/officeDocument/2006/relationships/image" Target="../media/image59.wmf"/><Relationship Id="rId17" Type="http://schemas.openxmlformats.org/officeDocument/2006/relationships/oleObject" Target="../embeddings/oleObject47.bin"/><Relationship Id="rId16" Type="http://schemas.openxmlformats.org/officeDocument/2006/relationships/image" Target="../media/image58.wmf"/><Relationship Id="rId15" Type="http://schemas.openxmlformats.org/officeDocument/2006/relationships/oleObject" Target="../embeddings/oleObject46.bin"/><Relationship Id="rId14" Type="http://schemas.openxmlformats.org/officeDocument/2006/relationships/image" Target="../media/image57.wmf"/><Relationship Id="rId13" Type="http://schemas.openxmlformats.org/officeDocument/2006/relationships/oleObject" Target="../embeddings/oleObject45.bin"/><Relationship Id="rId12" Type="http://schemas.openxmlformats.org/officeDocument/2006/relationships/image" Target="../media/image56.wmf"/><Relationship Id="rId11" Type="http://schemas.openxmlformats.org/officeDocument/2006/relationships/oleObject" Target="../embeddings/oleObject44.bin"/><Relationship Id="rId10" Type="http://schemas.openxmlformats.org/officeDocument/2006/relationships/image" Target="../media/image55.wmf"/><Relationship Id="rId1" Type="http://schemas.openxmlformats.org/officeDocument/2006/relationships/oleObject" Target="../embeddings/oleObject39.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64.wmf"/><Relationship Id="rId7" Type="http://schemas.openxmlformats.org/officeDocument/2006/relationships/oleObject" Target="../embeddings/oleObject53.bin"/><Relationship Id="rId6" Type="http://schemas.openxmlformats.org/officeDocument/2006/relationships/image" Target="../media/image63.wmf"/><Relationship Id="rId5" Type="http://schemas.openxmlformats.org/officeDocument/2006/relationships/oleObject" Target="../embeddings/oleObject52.bin"/><Relationship Id="rId4" Type="http://schemas.openxmlformats.org/officeDocument/2006/relationships/image" Target="../media/image55.wmf"/><Relationship Id="rId3" Type="http://schemas.openxmlformats.org/officeDocument/2006/relationships/oleObject" Target="../embeddings/oleObject51.bin"/><Relationship Id="rId22" Type="http://schemas.openxmlformats.org/officeDocument/2006/relationships/vmlDrawing" Target="../drawings/vmlDrawing13.vml"/><Relationship Id="rId21" Type="http://schemas.openxmlformats.org/officeDocument/2006/relationships/slideLayout" Target="../slideLayouts/slideLayout2.xml"/><Relationship Id="rId20" Type="http://schemas.openxmlformats.org/officeDocument/2006/relationships/image" Target="../media/image70.wmf"/><Relationship Id="rId2" Type="http://schemas.openxmlformats.org/officeDocument/2006/relationships/image" Target="../media/image62.wmf"/><Relationship Id="rId19" Type="http://schemas.openxmlformats.org/officeDocument/2006/relationships/oleObject" Target="../embeddings/oleObject59.bin"/><Relationship Id="rId18" Type="http://schemas.openxmlformats.org/officeDocument/2006/relationships/image" Target="../media/image69.wmf"/><Relationship Id="rId17" Type="http://schemas.openxmlformats.org/officeDocument/2006/relationships/oleObject" Target="../embeddings/oleObject58.bin"/><Relationship Id="rId16" Type="http://schemas.openxmlformats.org/officeDocument/2006/relationships/image" Target="../media/image68.wmf"/><Relationship Id="rId15" Type="http://schemas.openxmlformats.org/officeDocument/2006/relationships/oleObject" Target="../embeddings/oleObject57.bin"/><Relationship Id="rId14" Type="http://schemas.openxmlformats.org/officeDocument/2006/relationships/image" Target="../media/image67.wmf"/><Relationship Id="rId13" Type="http://schemas.openxmlformats.org/officeDocument/2006/relationships/oleObject" Target="../embeddings/oleObject56.bin"/><Relationship Id="rId12" Type="http://schemas.openxmlformats.org/officeDocument/2006/relationships/image" Target="../media/image66.wmf"/><Relationship Id="rId11" Type="http://schemas.openxmlformats.org/officeDocument/2006/relationships/oleObject" Target="../embeddings/oleObject55.bin"/><Relationship Id="rId10" Type="http://schemas.openxmlformats.org/officeDocument/2006/relationships/image" Target="../media/image65.wmf"/><Relationship Id="rId1" Type="http://schemas.openxmlformats.org/officeDocument/2006/relationships/oleObject" Target="../embeddings/oleObject50.bin"/></Relationships>
</file>

<file path=ppt/slides/_rels/slide25.x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oleObject" Target="../embeddings/oleObject63.bin"/><Relationship Id="rId7" Type="http://schemas.openxmlformats.org/officeDocument/2006/relationships/image" Target="../media/image74.wmf"/><Relationship Id="rId6" Type="http://schemas.openxmlformats.org/officeDocument/2006/relationships/oleObject" Target="../embeddings/oleObject62.bin"/><Relationship Id="rId5" Type="http://schemas.openxmlformats.org/officeDocument/2006/relationships/image" Target="../media/image73.wmf"/><Relationship Id="rId4" Type="http://schemas.openxmlformats.org/officeDocument/2006/relationships/oleObject" Target="../embeddings/oleObject61.bin"/><Relationship Id="rId3" Type="http://schemas.openxmlformats.org/officeDocument/2006/relationships/image" Target="../media/image72.wmf"/><Relationship Id="rId2" Type="http://schemas.openxmlformats.org/officeDocument/2006/relationships/oleObject" Target="../embeddings/oleObject60.bin"/><Relationship Id="rId15" Type="http://schemas.openxmlformats.org/officeDocument/2006/relationships/vmlDrawing" Target="../drawings/vmlDrawing14.vml"/><Relationship Id="rId14" Type="http://schemas.openxmlformats.org/officeDocument/2006/relationships/slideLayout" Target="../slideLayouts/slideLayout2.xml"/><Relationship Id="rId13" Type="http://schemas.openxmlformats.org/officeDocument/2006/relationships/image" Target="../media/image77.wmf"/><Relationship Id="rId12" Type="http://schemas.openxmlformats.org/officeDocument/2006/relationships/oleObject" Target="../embeddings/oleObject65.bin"/><Relationship Id="rId11" Type="http://schemas.openxmlformats.org/officeDocument/2006/relationships/image" Target="../media/image76.wmf"/><Relationship Id="rId10" Type="http://schemas.openxmlformats.org/officeDocument/2006/relationships/oleObject" Target="../embeddings/oleObject64.bin"/><Relationship Id="rId1"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GIF"/><Relationship Id="rId1" Type="http://schemas.openxmlformats.org/officeDocument/2006/relationships/image" Target="../media/image78.GI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hyperlink" Target="https://www.bilibili.com/video/BV1Rz42187rC/" TargetMode="Externa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87.wmf"/><Relationship Id="rId7" Type="http://schemas.openxmlformats.org/officeDocument/2006/relationships/oleObject" Target="../embeddings/oleObject68.bin"/><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oleObject" Target="../embeddings/oleObject67.bin"/><Relationship Id="rId3" Type="http://schemas.openxmlformats.org/officeDocument/2006/relationships/image" Target="../media/image84.wmf"/><Relationship Id="rId2" Type="http://schemas.openxmlformats.org/officeDocument/2006/relationships/oleObject" Target="../embeddings/oleObject66.bin"/><Relationship Id="rId18" Type="http://schemas.openxmlformats.org/officeDocument/2006/relationships/vmlDrawing" Target="../drawings/vmlDrawing15.vml"/><Relationship Id="rId17" Type="http://schemas.openxmlformats.org/officeDocument/2006/relationships/slideLayout" Target="../slideLayouts/slideLayout7.xml"/><Relationship Id="rId16" Type="http://schemas.openxmlformats.org/officeDocument/2006/relationships/oleObject" Target="../embeddings/oleObject73.bin"/><Relationship Id="rId15" Type="http://schemas.openxmlformats.org/officeDocument/2006/relationships/oleObject" Target="../embeddings/oleObject72.bin"/><Relationship Id="rId14" Type="http://schemas.openxmlformats.org/officeDocument/2006/relationships/image" Target="../media/image90.wmf"/><Relationship Id="rId13" Type="http://schemas.openxmlformats.org/officeDocument/2006/relationships/oleObject" Target="../embeddings/oleObject71.bin"/><Relationship Id="rId12" Type="http://schemas.openxmlformats.org/officeDocument/2006/relationships/oleObject" Target="../embeddings/oleObject70.bin"/><Relationship Id="rId11" Type="http://schemas.openxmlformats.org/officeDocument/2006/relationships/image" Target="../media/image89.wmf"/><Relationship Id="rId10" Type="http://schemas.openxmlformats.org/officeDocument/2006/relationships/image" Target="../media/image88.wmf"/><Relationship Id="rId1" Type="http://schemas.openxmlformats.org/officeDocument/2006/relationships/image" Target="../media/image83.wmf"/></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16.vml"/><Relationship Id="rId7" Type="http://schemas.openxmlformats.org/officeDocument/2006/relationships/slideLayout" Target="../slideLayouts/slideLayout2.xml"/><Relationship Id="rId6" Type="http://schemas.openxmlformats.org/officeDocument/2006/relationships/image" Target="../media/image93.wmf"/><Relationship Id="rId5" Type="http://schemas.openxmlformats.org/officeDocument/2006/relationships/oleObject" Target="../embeddings/oleObject76.bin"/><Relationship Id="rId4" Type="http://schemas.openxmlformats.org/officeDocument/2006/relationships/image" Target="../media/image92.wmf"/><Relationship Id="rId3" Type="http://schemas.openxmlformats.org/officeDocument/2006/relationships/oleObject" Target="../embeddings/oleObject75.bin"/><Relationship Id="rId2" Type="http://schemas.openxmlformats.org/officeDocument/2006/relationships/image" Target="../media/image91.wmf"/><Relationship Id="rId1" Type="http://schemas.openxmlformats.org/officeDocument/2006/relationships/oleObject" Target="../embeddings/oleObject74.bin"/></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96.wmf"/><Relationship Id="rId5" Type="http://schemas.openxmlformats.org/officeDocument/2006/relationships/oleObject" Target="../embeddings/oleObject79.bin"/><Relationship Id="rId4" Type="http://schemas.openxmlformats.org/officeDocument/2006/relationships/image" Target="../media/image95.wmf"/><Relationship Id="rId3" Type="http://schemas.openxmlformats.org/officeDocument/2006/relationships/oleObject" Target="../embeddings/oleObject78.bin"/><Relationship Id="rId2" Type="http://schemas.openxmlformats.org/officeDocument/2006/relationships/image" Target="../media/image94.wmf"/><Relationship Id="rId1" Type="http://schemas.openxmlformats.org/officeDocument/2006/relationships/oleObject" Target="../embeddings/oleObject77.bin"/></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8.vml"/><Relationship Id="rId7" Type="http://schemas.openxmlformats.org/officeDocument/2006/relationships/slideLayout" Target="../slideLayouts/slideLayout7.xml"/><Relationship Id="rId6" Type="http://schemas.openxmlformats.org/officeDocument/2006/relationships/image" Target="../media/image99.wmf"/><Relationship Id="rId5" Type="http://schemas.openxmlformats.org/officeDocument/2006/relationships/oleObject" Target="../embeddings/oleObject82.bin"/><Relationship Id="rId4" Type="http://schemas.openxmlformats.org/officeDocument/2006/relationships/image" Target="../media/image98.wmf"/><Relationship Id="rId3" Type="http://schemas.openxmlformats.org/officeDocument/2006/relationships/oleObject" Target="../embeddings/oleObject81.bin"/><Relationship Id="rId2" Type="http://schemas.openxmlformats.org/officeDocument/2006/relationships/image" Target="../media/image97.wmf"/><Relationship Id="rId1" Type="http://schemas.openxmlformats.org/officeDocument/2006/relationships/oleObject" Target="../embeddings/oleObject80.bin"/></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102.wmf"/><Relationship Id="rId5" Type="http://schemas.openxmlformats.org/officeDocument/2006/relationships/oleObject" Target="../embeddings/oleObject85.bin"/><Relationship Id="rId4" Type="http://schemas.openxmlformats.org/officeDocument/2006/relationships/image" Target="../media/image101.wmf"/><Relationship Id="rId3" Type="http://schemas.openxmlformats.org/officeDocument/2006/relationships/oleObject" Target="../embeddings/oleObject84.bin"/><Relationship Id="rId2" Type="http://schemas.openxmlformats.org/officeDocument/2006/relationships/image" Target="../media/image100.wmf"/><Relationship Id="rId1" Type="http://schemas.openxmlformats.org/officeDocument/2006/relationships/oleObject" Target="../embeddings/oleObject83.bin"/></Relationships>
</file>

<file path=ppt/slides/_rels/slide34.xml.rels><?xml version="1.0" encoding="UTF-8" standalone="yes"?>
<Relationships xmlns="http://schemas.openxmlformats.org/package/2006/relationships"><Relationship Id="rId9" Type="http://schemas.openxmlformats.org/officeDocument/2006/relationships/image" Target="../media/image107.wmf"/><Relationship Id="rId8" Type="http://schemas.openxmlformats.org/officeDocument/2006/relationships/oleObject" Target="../embeddings/oleObject89.bin"/><Relationship Id="rId7" Type="http://schemas.openxmlformats.org/officeDocument/2006/relationships/image" Target="../media/image106.wmf"/><Relationship Id="rId6" Type="http://schemas.openxmlformats.org/officeDocument/2006/relationships/oleObject" Target="../embeddings/oleObject88.bin"/><Relationship Id="rId5" Type="http://schemas.openxmlformats.org/officeDocument/2006/relationships/image" Target="../media/image105.wmf"/><Relationship Id="rId4" Type="http://schemas.openxmlformats.org/officeDocument/2006/relationships/oleObject" Target="../embeddings/oleObject87.bin"/><Relationship Id="rId3" Type="http://schemas.openxmlformats.org/officeDocument/2006/relationships/image" Target="../media/image104.wmf"/><Relationship Id="rId2" Type="http://schemas.openxmlformats.org/officeDocument/2006/relationships/oleObject" Target="../embeddings/oleObject86.bin"/><Relationship Id="rId13" Type="http://schemas.openxmlformats.org/officeDocument/2006/relationships/vmlDrawing" Target="../drawings/vmlDrawing20.vml"/><Relationship Id="rId12" Type="http://schemas.openxmlformats.org/officeDocument/2006/relationships/slideLayout" Target="../slideLayouts/slideLayout2.xml"/><Relationship Id="rId11" Type="http://schemas.openxmlformats.org/officeDocument/2006/relationships/image" Target="../media/image108.wmf"/><Relationship Id="rId10" Type="http://schemas.openxmlformats.org/officeDocument/2006/relationships/oleObject" Target="../embeddings/oleObject90.bin"/><Relationship Id="rId1" Type="http://schemas.openxmlformats.org/officeDocument/2006/relationships/image" Target="../media/image103.png"/></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95.bin"/><Relationship Id="rId8" Type="http://schemas.openxmlformats.org/officeDocument/2006/relationships/image" Target="../media/image112.wmf"/><Relationship Id="rId7" Type="http://schemas.openxmlformats.org/officeDocument/2006/relationships/oleObject" Target="../embeddings/oleObject94.bin"/><Relationship Id="rId6" Type="http://schemas.openxmlformats.org/officeDocument/2006/relationships/image" Target="../media/image111.wmf"/><Relationship Id="rId5" Type="http://schemas.openxmlformats.org/officeDocument/2006/relationships/oleObject" Target="../embeddings/oleObject93.bin"/><Relationship Id="rId4" Type="http://schemas.openxmlformats.org/officeDocument/2006/relationships/image" Target="../media/image110.wmf"/><Relationship Id="rId31" Type="http://schemas.openxmlformats.org/officeDocument/2006/relationships/vmlDrawing" Target="../drawings/vmlDrawing21.vml"/><Relationship Id="rId30" Type="http://schemas.openxmlformats.org/officeDocument/2006/relationships/slideLayout" Target="../slideLayouts/slideLayout7.xml"/><Relationship Id="rId3" Type="http://schemas.openxmlformats.org/officeDocument/2006/relationships/oleObject" Target="../embeddings/oleObject92.bin"/><Relationship Id="rId29" Type="http://schemas.openxmlformats.org/officeDocument/2006/relationships/image" Target="../media/image122.wmf"/><Relationship Id="rId28" Type="http://schemas.openxmlformats.org/officeDocument/2006/relationships/oleObject" Target="../embeddings/oleObject105.bin"/><Relationship Id="rId27" Type="http://schemas.openxmlformats.org/officeDocument/2006/relationships/image" Target="../media/image121.wmf"/><Relationship Id="rId26" Type="http://schemas.openxmlformats.org/officeDocument/2006/relationships/oleObject" Target="../embeddings/oleObject104.bin"/><Relationship Id="rId25" Type="http://schemas.openxmlformats.org/officeDocument/2006/relationships/oleObject" Target="../embeddings/oleObject103.bin"/><Relationship Id="rId24" Type="http://schemas.openxmlformats.org/officeDocument/2006/relationships/image" Target="../media/image120.wmf"/><Relationship Id="rId23" Type="http://schemas.openxmlformats.org/officeDocument/2006/relationships/oleObject" Target="../embeddings/oleObject102.bin"/><Relationship Id="rId22" Type="http://schemas.openxmlformats.org/officeDocument/2006/relationships/image" Target="../media/image119.wmf"/><Relationship Id="rId21" Type="http://schemas.openxmlformats.org/officeDocument/2006/relationships/oleObject" Target="../embeddings/oleObject101.bin"/><Relationship Id="rId20" Type="http://schemas.openxmlformats.org/officeDocument/2006/relationships/image" Target="../media/image118.wmf"/><Relationship Id="rId2" Type="http://schemas.openxmlformats.org/officeDocument/2006/relationships/image" Target="../media/image109.wmf"/><Relationship Id="rId19" Type="http://schemas.openxmlformats.org/officeDocument/2006/relationships/oleObject" Target="../embeddings/oleObject100.bin"/><Relationship Id="rId18" Type="http://schemas.openxmlformats.org/officeDocument/2006/relationships/image" Target="../media/image117.wmf"/><Relationship Id="rId17" Type="http://schemas.openxmlformats.org/officeDocument/2006/relationships/oleObject" Target="../embeddings/oleObject99.bin"/><Relationship Id="rId16" Type="http://schemas.openxmlformats.org/officeDocument/2006/relationships/image" Target="../media/image116.wmf"/><Relationship Id="rId15" Type="http://schemas.openxmlformats.org/officeDocument/2006/relationships/oleObject" Target="../embeddings/oleObject98.bin"/><Relationship Id="rId14" Type="http://schemas.openxmlformats.org/officeDocument/2006/relationships/image" Target="../media/image115.wmf"/><Relationship Id="rId13" Type="http://schemas.openxmlformats.org/officeDocument/2006/relationships/oleObject" Target="../embeddings/oleObject97.bin"/><Relationship Id="rId12" Type="http://schemas.openxmlformats.org/officeDocument/2006/relationships/image" Target="../media/image114.wmf"/><Relationship Id="rId11" Type="http://schemas.openxmlformats.org/officeDocument/2006/relationships/oleObject" Target="../embeddings/oleObject96.bin"/><Relationship Id="rId10" Type="http://schemas.openxmlformats.org/officeDocument/2006/relationships/image" Target="../media/image113.wmf"/><Relationship Id="rId1" Type="http://schemas.openxmlformats.org/officeDocument/2006/relationships/oleObject" Target="../embeddings/oleObject9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2495600" y="1679893"/>
            <a:ext cx="7200800" cy="949878"/>
          </a:xfrm>
        </p:spPr>
        <p:txBody>
          <a:bodyPr>
            <a:noAutofit/>
          </a:bodyPr>
          <a:lstStyle/>
          <a:p>
            <a:r>
              <a:rPr lang="zh-CN" altLang="zh-CN" sz="5400"/>
              <a:t>数学物理方法</a:t>
            </a:r>
            <a:endParaRPr lang="zh-CN" altLang="zh-CN" sz="5400"/>
          </a:p>
        </p:txBody>
      </p:sp>
      <p:sp>
        <p:nvSpPr>
          <p:cNvPr id="3" name="副标题 2"/>
          <p:cNvSpPr>
            <a:spLocks noGrp="1"/>
          </p:cNvSpPr>
          <p:nvPr>
            <p:ph type="subTitle" idx="1"/>
            <p:custDataLst>
              <p:tags r:id="rId2"/>
            </p:custDataLst>
          </p:nvPr>
        </p:nvSpPr>
        <p:spPr>
          <a:xfrm>
            <a:off x="2719705" y="3571875"/>
            <a:ext cx="7200900" cy="1356995"/>
          </a:xfrm>
        </p:spPr>
        <p:txBody>
          <a:bodyPr>
            <a:normAutofit/>
          </a:bodyPr>
          <a:lstStyle/>
          <a:p>
            <a:pPr>
              <a:lnSpc>
                <a:spcPct val="60000"/>
              </a:lnSpc>
            </a:pPr>
            <a:r>
              <a:rPr lang="zh-CN" altLang="en-US" dirty="0"/>
              <a:t>任课教师：曹宁</a:t>
            </a:r>
            <a:r>
              <a:rPr lang="en-US" altLang="zh-CN" dirty="0"/>
              <a:t> </a:t>
            </a:r>
            <a:endParaRPr lang="en-US" altLang="zh-CN" dirty="0"/>
          </a:p>
          <a:p>
            <a:pPr>
              <a:lnSpc>
                <a:spcPct val="60000"/>
              </a:lnSpc>
            </a:pPr>
            <a:r>
              <a:rPr lang="en-US" altLang="zh-CN" dirty="0"/>
              <a:t>Email: ncao@gdou.edu.cn</a:t>
            </a:r>
            <a:endParaRPr lang="zh-CN" altLang="en-US" dirty="0"/>
          </a:p>
          <a:p>
            <a:pPr>
              <a:lnSpc>
                <a:spcPct val="60000"/>
              </a:lnSpc>
            </a:pPr>
            <a:r>
              <a:rPr lang="en-US" altLang="zh-CN" dirty="0"/>
              <a:t>2025</a:t>
            </a:r>
            <a:r>
              <a:rPr lang="zh-CN" altLang="en-US" dirty="0"/>
              <a:t>年秋季学期</a:t>
            </a:r>
            <a:endParaRPr lang="zh-CN" altLang="en-US" dirty="0"/>
          </a:p>
        </p:txBody>
      </p:sp>
      <p:pic>
        <p:nvPicPr>
          <p:cNvPr id="5" name="图片 4" descr="校名"/>
          <p:cNvPicPr>
            <a:picLocks noChangeAspect="1"/>
          </p:cNvPicPr>
          <p:nvPr/>
        </p:nvPicPr>
        <p:blipFill>
          <a:blip r:embed="rId3"/>
          <a:stretch>
            <a:fillRect/>
          </a:stretch>
        </p:blipFill>
        <p:spPr>
          <a:xfrm>
            <a:off x="4972050" y="867410"/>
            <a:ext cx="2248535" cy="490220"/>
          </a:xfrm>
          <a:prstGeom prst="rect">
            <a:avLst/>
          </a:prstGeom>
        </p:spPr>
      </p:pic>
      <p:sp>
        <p:nvSpPr>
          <p:cNvPr id="4" name="文本框 3"/>
          <p:cNvSpPr txBox="1"/>
          <p:nvPr/>
        </p:nvSpPr>
        <p:spPr>
          <a:xfrm>
            <a:off x="2865120" y="2756535"/>
            <a:ext cx="6407785" cy="523220"/>
          </a:xfrm>
          <a:prstGeom prst="rect">
            <a:avLst/>
          </a:prstGeom>
          <a:noFill/>
        </p:spPr>
        <p:txBody>
          <a:bodyPr wrap="square" rtlCol="0" anchor="t">
            <a:spAutoFit/>
            <a:scene3d>
              <a:camera prst="orthographicFront"/>
              <a:lightRig rig="threePt" dir="t"/>
            </a:scene3d>
          </a:bodyPr>
          <a:lstStyle/>
          <a:p>
            <a:pPr algn="ctr" eaLnBrk="1" hangingPunct="1"/>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第</a:t>
            </a:r>
            <a:r>
              <a:rPr lang="en-US" altLang="zh-CN"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4</a:t>
            </a:r>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章 分离变量法 </a:t>
            </a:r>
            <a:r>
              <a:rPr lang="en-US" altLang="zh-CN"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-2</a:t>
            </a:r>
            <a:endPar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Rot="1"/>
          </p:cNvSpPr>
          <p:nvPr>
            <p:ph type="title"/>
          </p:nvPr>
        </p:nvSpPr>
        <p:spPr>
          <a:xfrm>
            <a:off x="1161041" y="438439"/>
            <a:ext cx="5894387" cy="719138"/>
          </a:xfrm>
        </p:spPr>
        <p:txBody>
          <a:bodyPr vert="horz" wrap="square" lIns="91440" tIns="45720" rIns="91440" bIns="45720" numCol="1" rtlCol="0" anchor="ctr" anchorCtr="0" compatLnSpc="1">
            <a:noAutofit/>
          </a:bodyPr>
          <a:lstStyle/>
          <a:p>
            <a:pPr algn="l" eaLnBrk="1" hangingPunct="1"/>
            <a:r>
              <a:rPr lang="zh-CN" altLang="en-US" sz="3600" dirty="0">
                <a:ea typeface="黑体" panose="02010609060101010101" pitchFamily="49" charset="-122"/>
              </a:rPr>
              <a:t>有界弦的自由振动</a:t>
            </a:r>
            <a:endParaRPr lang="zh-CN" altLang="en-US" sz="3600" dirty="0">
              <a:ea typeface="黑体" panose="02010609060101010101" pitchFamily="49" charset="-122"/>
            </a:endParaRPr>
          </a:p>
        </p:txBody>
      </p:sp>
      <p:sp>
        <p:nvSpPr>
          <p:cNvPr id="39940" name="Rectangle 4"/>
          <p:cNvSpPr/>
          <p:nvPr/>
        </p:nvSpPr>
        <p:spPr>
          <a:xfrm>
            <a:off x="1161041" y="1391589"/>
            <a:ext cx="5854411" cy="579437"/>
          </a:xfrm>
          <a:prstGeom prst="rect">
            <a:avLst/>
          </a:prstGeom>
        </p:spPr>
        <p:style>
          <a:lnRef idx="1">
            <a:schemeClr val="accent6"/>
          </a:lnRef>
          <a:fillRef idx="2">
            <a:schemeClr val="accent6"/>
          </a:fillRef>
          <a:effectRef idx="1">
            <a:schemeClr val="accent6"/>
          </a:effectRef>
          <a:fontRef idx="minor">
            <a:schemeClr val="dk1"/>
          </a:fontRef>
        </p:style>
        <p:txBody>
          <a:bodyPr wrap="square"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3200" b="1" dirty="0">
                <a:solidFill>
                  <a:schemeClr val="tx2"/>
                </a:solidFill>
                <a:latin typeface="黑体" panose="02010609060101010101" pitchFamily="49" charset="-122"/>
                <a:ea typeface="黑体" panose="02010609060101010101" pitchFamily="49" charset="-122"/>
              </a:rPr>
              <a:t>一</a:t>
            </a:r>
            <a:r>
              <a:rPr lang="en-US" altLang="zh-CN" sz="3200" b="1" dirty="0">
                <a:solidFill>
                  <a:schemeClr val="tx2"/>
                </a:solidFill>
                <a:latin typeface="黑体" panose="02010609060101010101" pitchFamily="49" charset="-122"/>
                <a:ea typeface="黑体" panose="02010609060101010101" pitchFamily="49" charset="-122"/>
              </a:rPr>
              <a:t>. </a:t>
            </a:r>
            <a:r>
              <a:rPr lang="zh-CN" altLang="en-US" sz="3200" b="1" dirty="0">
                <a:solidFill>
                  <a:schemeClr val="tx2"/>
                </a:solidFill>
                <a:latin typeface="黑体" panose="02010609060101010101" pitchFamily="49" charset="-122"/>
                <a:ea typeface="黑体" panose="02010609060101010101" pitchFamily="49" charset="-122"/>
              </a:rPr>
              <a:t>两端固定弦自由振动的解</a:t>
            </a:r>
            <a:endParaRPr lang="zh-CN" altLang="en-US" sz="3200" b="1" dirty="0">
              <a:solidFill>
                <a:schemeClr val="tx2"/>
              </a:solidFill>
              <a:latin typeface="黑体" panose="02010609060101010101" pitchFamily="49" charset="-122"/>
              <a:ea typeface="黑体" panose="02010609060101010101" pitchFamily="49" charset="-122"/>
            </a:endParaRPr>
          </a:p>
        </p:txBody>
      </p:sp>
      <p:graphicFrame>
        <p:nvGraphicFramePr>
          <p:cNvPr id="6147" name="Object 6"/>
          <p:cNvGraphicFramePr>
            <a:graphicFrameLocks noChangeAspect="1"/>
          </p:cNvGraphicFramePr>
          <p:nvPr/>
        </p:nvGraphicFramePr>
        <p:xfrm>
          <a:off x="4138410" y="2205038"/>
          <a:ext cx="6217835" cy="2396444"/>
        </p:xfrm>
        <a:graphic>
          <a:graphicData uri="http://schemas.openxmlformats.org/presentationml/2006/ole">
            <mc:AlternateContent xmlns:mc="http://schemas.openxmlformats.org/markup-compatibility/2006">
              <mc:Choice xmlns:v="urn:schemas-microsoft-com:vml" Requires="v">
                <p:oleObj spid="_x0000_s13" name="" r:id="rId1" imgW="7150100" imgH="2755900" progId="Equation.DSMT4">
                  <p:embed/>
                </p:oleObj>
              </mc:Choice>
              <mc:Fallback>
                <p:oleObj name="" r:id="rId1" imgW="7150100" imgH="2755900" progId="Equation.DSMT4">
                  <p:embed/>
                  <p:pic>
                    <p:nvPicPr>
                      <p:cNvPr id="0" name="Object 6"/>
                      <p:cNvPicPr/>
                      <p:nvPr/>
                    </p:nvPicPr>
                    <p:blipFill>
                      <a:blip r:embed="rId2"/>
                      <a:stretch>
                        <a:fillRect/>
                      </a:stretch>
                    </p:blipFill>
                    <p:spPr>
                      <a:xfrm>
                        <a:off x="4138410" y="2205038"/>
                        <a:ext cx="6217835" cy="2396444"/>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39943" name="Rectangle 7"/>
          <p:cNvSpPr/>
          <p:nvPr/>
        </p:nvSpPr>
        <p:spPr>
          <a:xfrm>
            <a:off x="1392743" y="2986273"/>
            <a:ext cx="3142096" cy="523220"/>
          </a:xfrm>
          <a:prstGeom prst="rect">
            <a:avLst/>
          </a:prstGeom>
          <a:noFill/>
          <a:ln w="25400">
            <a:noFill/>
          </a:ln>
        </p:spPr>
        <p:txBody>
          <a:bodyPr wrap="square" anchor="t" anchorCtr="0">
            <a:spAutoFit/>
          </a:bodyPr>
          <a:lstStyle/>
          <a:p>
            <a:pPr marL="342900" indent="-342900" algn="ctr">
              <a:spcBef>
                <a:spcPct val="20000"/>
              </a:spcBef>
            </a:pPr>
            <a:r>
              <a:rPr lang="zh-CN" altLang="en-US" sz="2800" b="1" dirty="0">
                <a:solidFill>
                  <a:srgbClr val="2B03BD"/>
                </a:solidFill>
                <a:latin typeface="黑体" panose="02010609060101010101" pitchFamily="49" charset="-122"/>
                <a:ea typeface="黑体" panose="02010609060101010101" pitchFamily="49" charset="-122"/>
              </a:rPr>
              <a:t>定解问题</a:t>
            </a:r>
            <a:endParaRPr lang="zh-CN" altLang="en-US" sz="2800" b="1" dirty="0">
              <a:solidFill>
                <a:srgbClr val="2B03BD"/>
              </a:solidFill>
              <a:latin typeface="黑体" panose="02010609060101010101" pitchFamily="49" charset="-122"/>
              <a:ea typeface="黑体" panose="02010609060101010101" pitchFamily="49" charset="-122"/>
            </a:endParaRPr>
          </a:p>
        </p:txBody>
      </p:sp>
      <p:sp>
        <p:nvSpPr>
          <p:cNvPr id="2" name="Rectangle 5"/>
          <p:cNvSpPr/>
          <p:nvPr/>
        </p:nvSpPr>
        <p:spPr>
          <a:xfrm>
            <a:off x="2214995" y="4543136"/>
            <a:ext cx="1752600" cy="496888"/>
          </a:xfrm>
          <a:prstGeom prst="rect">
            <a:avLst/>
          </a:prstGeom>
          <a:noFill/>
          <a:ln w="9525">
            <a:noFill/>
          </a:ln>
        </p:spPr>
        <p:txBody>
          <a:bodyPr anchor="t" anchorCtr="0"/>
          <a:lstStyle/>
          <a:p>
            <a:pPr marL="342900" indent="-342900">
              <a:lnSpc>
                <a:spcPct val="90000"/>
              </a:lnSpc>
              <a:spcBef>
                <a:spcPct val="20000"/>
              </a:spcBef>
              <a:buClr>
                <a:schemeClr val="folHlink"/>
              </a:buClr>
              <a:buSzPct val="60000"/>
            </a:pPr>
            <a:r>
              <a:rPr lang="zh-CN" altLang="en-US" sz="2800" b="1" dirty="0">
                <a:solidFill>
                  <a:srgbClr val="2B03BD"/>
                </a:solidFill>
                <a:latin typeface="Tahoma" panose="020B0604030504040204" pitchFamily="34" charset="0"/>
                <a:ea typeface="黑体" panose="02010609060101010101" pitchFamily="49" charset="-122"/>
              </a:rPr>
              <a:t>物理解释：</a:t>
            </a:r>
            <a:endParaRPr lang="zh-CN" altLang="en-US" sz="2800" b="1" dirty="0">
              <a:solidFill>
                <a:srgbClr val="2B03BD"/>
              </a:solidFill>
              <a:latin typeface="Tahoma" panose="020B0604030504040204" pitchFamily="34" charset="0"/>
              <a:ea typeface="黑体" panose="02010609060101010101" pitchFamily="49" charset="-122"/>
            </a:endParaRPr>
          </a:p>
        </p:txBody>
      </p:sp>
      <p:sp>
        <p:nvSpPr>
          <p:cNvPr id="3" name="Rectangle 6"/>
          <p:cNvSpPr/>
          <p:nvPr/>
        </p:nvSpPr>
        <p:spPr>
          <a:xfrm>
            <a:off x="2286434" y="5047961"/>
            <a:ext cx="7488237" cy="1371600"/>
          </a:xfrm>
          <a:prstGeom prst="rect">
            <a:avLst/>
          </a:prstGeom>
          <a:noFill/>
          <a:ln w="9525">
            <a:noFill/>
          </a:ln>
        </p:spPr>
        <p:txBody>
          <a:bodyPr anchor="t" anchorCtr="0"/>
          <a:lstStyle/>
          <a:p>
            <a:pPr marL="342900" indent="-342900">
              <a:lnSpc>
                <a:spcPct val="150000"/>
              </a:lnSpc>
              <a:spcBef>
                <a:spcPct val="20000"/>
              </a:spcBef>
              <a:buClr>
                <a:schemeClr val="folHlink"/>
              </a:buClr>
              <a:buSzPct val="60000"/>
            </a:pPr>
            <a:r>
              <a:rPr lang="en-US" altLang="zh-CN" sz="2800" dirty="0">
                <a:latin typeface="Tahoma" panose="020B0604030504040204" pitchFamily="34" charset="0"/>
                <a:ea typeface="宋体" panose="02010600030101010101" pitchFamily="2" charset="-122"/>
              </a:rPr>
              <a:t>       </a:t>
            </a:r>
            <a:r>
              <a:rPr lang="zh-CN" altLang="en-US" sz="2800" b="1" dirty="0">
                <a:solidFill>
                  <a:srgbClr val="2B03BD"/>
                </a:solidFill>
                <a:latin typeface="Tahoma" panose="020B0604030504040204" pitchFamily="34" charset="0"/>
                <a:ea typeface="黑体" panose="02010609060101010101" pitchFamily="49" charset="-122"/>
              </a:rPr>
              <a:t>一根长为 </a:t>
            </a:r>
            <a:r>
              <a:rPr lang="en-US" altLang="zh-CN" sz="2800" b="1" i="1" dirty="0">
                <a:solidFill>
                  <a:srgbClr val="2B03BD"/>
                </a:solidFill>
                <a:latin typeface="Times New Roman" panose="02020603050405020304" pitchFamily="18" charset="0"/>
                <a:ea typeface="黑体" panose="02010609060101010101" pitchFamily="49" charset="-122"/>
              </a:rPr>
              <a:t>l</a:t>
            </a:r>
            <a:r>
              <a:rPr lang="en-US" altLang="zh-CN" sz="2800" b="1" dirty="0">
                <a:solidFill>
                  <a:srgbClr val="2B03BD"/>
                </a:solidFill>
                <a:latin typeface="Tahoma" panose="020B0604030504040204" pitchFamily="34" charset="0"/>
                <a:ea typeface="黑体" panose="02010609060101010101" pitchFamily="49" charset="-122"/>
              </a:rPr>
              <a:t> </a:t>
            </a:r>
            <a:r>
              <a:rPr lang="zh-CN" altLang="en-US" sz="2800" b="1" dirty="0">
                <a:solidFill>
                  <a:srgbClr val="2B03BD"/>
                </a:solidFill>
                <a:latin typeface="Tahoma" panose="020B0604030504040204" pitchFamily="34" charset="0"/>
                <a:ea typeface="黑体" panose="02010609060101010101" pitchFamily="49" charset="-122"/>
              </a:rPr>
              <a:t>的弦，两端固定，给定初始位移和速度，在没有强迫外力作用下的振动。</a:t>
            </a:r>
            <a:endParaRPr lang="zh-CN" altLang="en-US" sz="2800" b="1" dirty="0">
              <a:solidFill>
                <a:srgbClr val="2B03BD"/>
              </a:solidFill>
              <a:latin typeface="Tahoma" panose="020B060403050404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wipe(down)">
                                      <p:cBhvr>
                                        <p:cTn id="7" dur="500"/>
                                        <p:tgtEl>
                                          <p:spTgt spid="399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9943"/>
                                        </p:tgtEl>
                                        <p:attrNameLst>
                                          <p:attrName>style.visibility</p:attrName>
                                        </p:attrNameLst>
                                      </p:cBhvr>
                                      <p:to>
                                        <p:strVal val="visible"/>
                                      </p:to>
                                    </p:set>
                                    <p:animEffect transition="in" filter="wipe(up)">
                                      <p:cBhvr>
                                        <p:cTn id="12" dur="10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animBg="1"/>
      <p:bldP spid="399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ChangeArrowheads="1"/>
          </p:cNvSpPr>
          <p:nvPr/>
        </p:nvSpPr>
        <p:spPr bwMode="auto">
          <a:xfrm>
            <a:off x="1847851" y="549275"/>
            <a:ext cx="854075" cy="57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fontAlgn="base">
              <a:spcBef>
                <a:spcPct val="0"/>
              </a:spcBef>
              <a:spcAft>
                <a:spcPct val="0"/>
              </a:spcAft>
              <a:defRPr/>
            </a:pPr>
            <a:r>
              <a:rPr lang="zh-CN" altLang="en-US" sz="3200" b="1" dirty="0">
                <a:solidFill>
                  <a:srgbClr val="3333FF"/>
                </a:solidFill>
                <a:effectLst>
                  <a:outerShdw blurRad="38100" dist="38100" dir="2700000" algn="tl">
                    <a:srgbClr val="C0C0C0"/>
                  </a:outerShdw>
                </a:effectLst>
                <a:latin typeface="Arial" panose="020B0604020202020204" pitchFamily="34" charset="0"/>
                <a:ea typeface="黑体" panose="02010609060101010101" pitchFamily="49" charset="-122"/>
              </a:rPr>
              <a:t>分离变量法求解波动方程流程图</a:t>
            </a:r>
            <a:endParaRPr lang="zh-CN" altLang="en-US" sz="3200" b="1" dirty="0">
              <a:solidFill>
                <a:srgbClr val="3333FF"/>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grpSp>
        <p:nvGrpSpPr>
          <p:cNvPr id="269315" name="Group 3"/>
          <p:cNvGrpSpPr/>
          <p:nvPr/>
        </p:nvGrpSpPr>
        <p:grpSpPr>
          <a:xfrm>
            <a:off x="3935413" y="260351"/>
            <a:ext cx="5980112" cy="974725"/>
            <a:chOff x="1519" y="164"/>
            <a:chExt cx="3767" cy="614"/>
          </a:xfrm>
        </p:grpSpPr>
        <p:graphicFrame>
          <p:nvGraphicFramePr>
            <p:cNvPr id="19459" name="Object 4"/>
            <p:cNvGraphicFramePr>
              <a:graphicFrameLocks noChangeAspect="1"/>
            </p:cNvGraphicFramePr>
            <p:nvPr/>
          </p:nvGraphicFramePr>
          <p:xfrm>
            <a:off x="2890" y="355"/>
            <a:ext cx="865" cy="282"/>
          </p:xfrm>
          <a:graphic>
            <a:graphicData uri="http://schemas.openxmlformats.org/presentationml/2006/ole">
              <mc:AlternateContent xmlns:mc="http://schemas.openxmlformats.org/markup-compatibility/2006">
                <mc:Choice xmlns:v="urn:schemas-microsoft-com:vml" Requires="v">
                  <p:oleObj spid="_x0000_s13" name="" r:id="rId1" imgW="558800" imgH="203200" progId="Equation.DSMT4">
                    <p:embed/>
                  </p:oleObj>
                </mc:Choice>
                <mc:Fallback>
                  <p:oleObj name="" r:id="rId1" imgW="558800" imgH="203200" progId="Equation.DSMT4">
                    <p:embed/>
                    <p:pic>
                      <p:nvPicPr>
                        <p:cNvPr id="0" name="Object 4"/>
                        <p:cNvPicPr/>
                        <p:nvPr/>
                      </p:nvPicPr>
                      <p:blipFill>
                        <a:blip r:embed="rId2">
                          <a:biLevel thresh="50000"/>
                          <a:grayscl/>
                        </a:blip>
                        <a:stretch>
                          <a:fillRect/>
                        </a:stretch>
                      </p:blipFill>
                      <p:spPr>
                        <a:xfrm>
                          <a:off x="2890" y="355"/>
                          <a:ext cx="865" cy="28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19460" name="Object 5"/>
            <p:cNvGraphicFramePr>
              <a:graphicFrameLocks noChangeAspect="1"/>
            </p:cNvGraphicFramePr>
            <p:nvPr/>
          </p:nvGraphicFramePr>
          <p:xfrm>
            <a:off x="4121" y="336"/>
            <a:ext cx="1165" cy="326"/>
          </p:xfrm>
          <a:graphic>
            <a:graphicData uri="http://schemas.openxmlformats.org/presentationml/2006/ole">
              <mc:AlternateContent xmlns:mc="http://schemas.openxmlformats.org/markup-compatibility/2006">
                <mc:Choice xmlns:v="urn:schemas-microsoft-com:vml" Requires="v">
                  <p:oleObj spid="_x0000_s2" name="" r:id="rId3" imgW="901065" imgH="228600" progId="Equation.DSMT4">
                    <p:embed/>
                  </p:oleObj>
                </mc:Choice>
                <mc:Fallback>
                  <p:oleObj name="" r:id="rId3" imgW="901065" imgH="228600" progId="Equation.DSMT4">
                    <p:embed/>
                    <p:pic>
                      <p:nvPicPr>
                        <p:cNvPr id="0" name="Object 5"/>
                        <p:cNvPicPr/>
                        <p:nvPr/>
                      </p:nvPicPr>
                      <p:blipFill>
                        <a:blip r:embed="rId4">
                          <a:biLevel thresh="50000"/>
                          <a:grayscl/>
                        </a:blip>
                        <a:stretch>
                          <a:fillRect/>
                        </a:stretch>
                      </p:blipFill>
                      <p:spPr>
                        <a:xfrm>
                          <a:off x="4121" y="336"/>
                          <a:ext cx="1165" cy="326"/>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19461" name="Object 6"/>
            <p:cNvGraphicFramePr>
              <a:graphicFrameLocks noChangeAspect="1"/>
            </p:cNvGraphicFramePr>
            <p:nvPr/>
          </p:nvGraphicFramePr>
          <p:xfrm>
            <a:off x="1519" y="164"/>
            <a:ext cx="952" cy="614"/>
          </p:xfrm>
          <a:graphic>
            <a:graphicData uri="http://schemas.openxmlformats.org/presentationml/2006/ole">
              <mc:AlternateContent xmlns:mc="http://schemas.openxmlformats.org/markup-compatibility/2006">
                <mc:Choice xmlns:v="urn:schemas-microsoft-com:vml" Requires="v">
                  <p:oleObj spid="_x0000_s3" name="" r:id="rId5" imgW="888365" imgH="546100" progId="Equation.DSMT4">
                    <p:embed/>
                  </p:oleObj>
                </mc:Choice>
                <mc:Fallback>
                  <p:oleObj name="" r:id="rId5" imgW="888365" imgH="546100" progId="Equation.DSMT4">
                    <p:embed/>
                    <p:pic>
                      <p:nvPicPr>
                        <p:cNvPr id="0" name="Object 6"/>
                        <p:cNvPicPr/>
                        <p:nvPr/>
                      </p:nvPicPr>
                      <p:blipFill>
                        <a:blip r:embed="rId6">
                          <a:biLevel thresh="50000"/>
                          <a:grayscl/>
                        </a:blip>
                        <a:stretch>
                          <a:fillRect/>
                        </a:stretch>
                      </p:blipFill>
                      <p:spPr>
                        <a:xfrm>
                          <a:off x="1519" y="164"/>
                          <a:ext cx="952" cy="614"/>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graphicFrame>
        <p:nvGraphicFramePr>
          <p:cNvPr id="269319" name="Object 7"/>
          <p:cNvGraphicFramePr>
            <a:graphicFrameLocks noChangeAspect="1"/>
          </p:cNvGraphicFramePr>
          <p:nvPr/>
        </p:nvGraphicFramePr>
        <p:xfrm>
          <a:off x="5715000" y="1447801"/>
          <a:ext cx="1981200" cy="512763"/>
        </p:xfrm>
        <a:graphic>
          <a:graphicData uri="http://schemas.openxmlformats.org/presentationml/2006/ole">
            <mc:AlternateContent xmlns:mc="http://schemas.openxmlformats.org/markup-compatibility/2006">
              <mc:Choice xmlns:v="urn:schemas-microsoft-com:vml" Requires="v">
                <p:oleObj spid="_x0000_s4" name="" r:id="rId7" imgW="862965" imgH="203200" progId="Equation.3">
                  <p:embed/>
                </p:oleObj>
              </mc:Choice>
              <mc:Fallback>
                <p:oleObj name="" r:id="rId7" imgW="862965" imgH="203200" progId="Equation.3">
                  <p:embed/>
                  <p:pic>
                    <p:nvPicPr>
                      <p:cNvPr id="0" name="Object 7"/>
                      <p:cNvPicPr/>
                      <p:nvPr/>
                    </p:nvPicPr>
                    <p:blipFill>
                      <a:blip r:embed="rId8">
                        <a:biLevel thresh="50000"/>
                        <a:grayscl/>
                      </a:blip>
                      <a:stretch>
                        <a:fillRect/>
                      </a:stretch>
                    </p:blipFill>
                    <p:spPr>
                      <a:xfrm>
                        <a:off x="5715000" y="1447801"/>
                        <a:ext cx="1981200" cy="5127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0" name="Object 8"/>
          <p:cNvGraphicFramePr>
            <a:graphicFrameLocks noChangeAspect="1"/>
          </p:cNvGraphicFramePr>
          <p:nvPr/>
        </p:nvGraphicFramePr>
        <p:xfrm>
          <a:off x="8370889" y="1773238"/>
          <a:ext cx="1743075" cy="457200"/>
        </p:xfrm>
        <a:graphic>
          <a:graphicData uri="http://schemas.openxmlformats.org/presentationml/2006/ole">
            <mc:AlternateContent xmlns:mc="http://schemas.openxmlformats.org/markup-compatibility/2006">
              <mc:Choice xmlns:v="urn:schemas-microsoft-com:vml" Requires="v">
                <p:oleObj spid="_x0000_s5" name="" r:id="rId9" imgW="1028065" imgH="203200" progId="Equation.DSMT4">
                  <p:embed/>
                </p:oleObj>
              </mc:Choice>
              <mc:Fallback>
                <p:oleObj name="" r:id="rId9" imgW="1028065" imgH="203200" progId="Equation.DSMT4">
                  <p:embed/>
                  <p:pic>
                    <p:nvPicPr>
                      <p:cNvPr id="0" name="Object 8"/>
                      <p:cNvPicPr/>
                      <p:nvPr/>
                    </p:nvPicPr>
                    <p:blipFill>
                      <a:blip r:embed="rId10">
                        <a:biLevel thresh="50000"/>
                        <a:grayscl/>
                      </a:blip>
                      <a:stretch>
                        <a:fillRect/>
                      </a:stretch>
                    </p:blipFill>
                    <p:spPr>
                      <a:xfrm>
                        <a:off x="8370889" y="1773238"/>
                        <a:ext cx="1743075" cy="4572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1" name="Object 9"/>
          <p:cNvGraphicFramePr>
            <a:graphicFrameLocks noChangeAspect="1"/>
          </p:cNvGraphicFramePr>
          <p:nvPr/>
        </p:nvGraphicFramePr>
        <p:xfrm>
          <a:off x="5735639" y="2205039"/>
          <a:ext cx="1728787" cy="884237"/>
        </p:xfrm>
        <a:graphic>
          <a:graphicData uri="http://schemas.openxmlformats.org/presentationml/2006/ole">
            <mc:AlternateContent xmlns:mc="http://schemas.openxmlformats.org/markup-compatibility/2006">
              <mc:Choice xmlns:v="urn:schemas-microsoft-com:vml" Requires="v">
                <p:oleObj spid="_x0000_s6" name="" r:id="rId11" imgW="1143000" imgH="457200" progId="Equation.DSMT4">
                  <p:embed/>
                </p:oleObj>
              </mc:Choice>
              <mc:Fallback>
                <p:oleObj name="" r:id="rId11" imgW="1143000" imgH="457200" progId="Equation.DSMT4">
                  <p:embed/>
                  <p:pic>
                    <p:nvPicPr>
                      <p:cNvPr id="0" name="Object 9"/>
                      <p:cNvPicPr/>
                      <p:nvPr/>
                    </p:nvPicPr>
                    <p:blipFill>
                      <a:blip r:embed="rId12">
                        <a:biLevel thresh="50000"/>
                        <a:grayscl/>
                      </a:blip>
                      <a:stretch>
                        <a:fillRect/>
                      </a:stretch>
                    </p:blipFill>
                    <p:spPr>
                      <a:xfrm>
                        <a:off x="5735639" y="2205039"/>
                        <a:ext cx="1728787" cy="88423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2" name="Object 10"/>
          <p:cNvGraphicFramePr>
            <a:graphicFrameLocks noChangeAspect="1"/>
          </p:cNvGraphicFramePr>
          <p:nvPr/>
        </p:nvGraphicFramePr>
        <p:xfrm>
          <a:off x="3575051" y="2924175"/>
          <a:ext cx="1814513" cy="444500"/>
        </p:xfrm>
        <a:graphic>
          <a:graphicData uri="http://schemas.openxmlformats.org/presentationml/2006/ole">
            <mc:AlternateContent xmlns:mc="http://schemas.openxmlformats.org/markup-compatibility/2006">
              <mc:Choice xmlns:v="urn:schemas-microsoft-com:vml" Requires="v">
                <p:oleObj spid="_x0000_s7" name="" r:id="rId13" imgW="1016000" imgH="228600" progId="Equation.DSMT4">
                  <p:embed/>
                </p:oleObj>
              </mc:Choice>
              <mc:Fallback>
                <p:oleObj name="" r:id="rId13" imgW="1016000" imgH="228600" progId="Equation.DSMT4">
                  <p:embed/>
                  <p:pic>
                    <p:nvPicPr>
                      <p:cNvPr id="0" name="Object 10"/>
                      <p:cNvPicPr/>
                      <p:nvPr/>
                    </p:nvPicPr>
                    <p:blipFill>
                      <a:blip r:embed="rId14">
                        <a:biLevel thresh="50000"/>
                        <a:grayscl/>
                      </a:blip>
                      <a:stretch>
                        <a:fillRect/>
                      </a:stretch>
                    </p:blipFill>
                    <p:spPr>
                      <a:xfrm>
                        <a:off x="3575051" y="2924175"/>
                        <a:ext cx="1814513" cy="4445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3" name="Object 11"/>
          <p:cNvGraphicFramePr>
            <a:graphicFrameLocks noChangeAspect="1"/>
          </p:cNvGraphicFramePr>
          <p:nvPr/>
        </p:nvGraphicFramePr>
        <p:xfrm>
          <a:off x="7824788" y="2917826"/>
          <a:ext cx="1390650" cy="373063"/>
        </p:xfrm>
        <a:graphic>
          <a:graphicData uri="http://schemas.openxmlformats.org/presentationml/2006/ole">
            <mc:AlternateContent xmlns:mc="http://schemas.openxmlformats.org/markup-compatibility/2006">
              <mc:Choice xmlns:v="urn:schemas-microsoft-com:vml" Requires="v">
                <p:oleObj spid="_x0000_s8" name="" r:id="rId15" imgW="927100" imgH="190500" progId="Equation.DSMT4">
                  <p:embed/>
                </p:oleObj>
              </mc:Choice>
              <mc:Fallback>
                <p:oleObj name="" r:id="rId15" imgW="927100" imgH="190500" progId="Equation.DSMT4">
                  <p:embed/>
                  <p:pic>
                    <p:nvPicPr>
                      <p:cNvPr id="0" name="Object 11"/>
                      <p:cNvPicPr/>
                      <p:nvPr/>
                    </p:nvPicPr>
                    <p:blipFill>
                      <a:blip r:embed="rId16">
                        <a:biLevel thresh="50000"/>
                        <a:grayscl/>
                      </a:blip>
                      <a:stretch>
                        <a:fillRect/>
                      </a:stretch>
                    </p:blipFill>
                    <p:spPr>
                      <a:xfrm>
                        <a:off x="7824788" y="2917826"/>
                        <a:ext cx="1390650" cy="3730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4" name="Object 12"/>
          <p:cNvGraphicFramePr>
            <a:graphicFrameLocks noChangeAspect="1"/>
          </p:cNvGraphicFramePr>
          <p:nvPr/>
        </p:nvGraphicFramePr>
        <p:xfrm>
          <a:off x="3071813" y="3890964"/>
          <a:ext cx="3600450" cy="852487"/>
        </p:xfrm>
        <a:graphic>
          <a:graphicData uri="http://schemas.openxmlformats.org/presentationml/2006/ole">
            <mc:AlternateContent xmlns:mc="http://schemas.openxmlformats.org/markup-compatibility/2006">
              <mc:Choice xmlns:v="urn:schemas-microsoft-com:vml" Requires="v">
                <p:oleObj spid="_x0000_s9" name="" r:id="rId17" imgW="2159000" imgH="457200" progId="Equation.DSMT4">
                  <p:embed/>
                </p:oleObj>
              </mc:Choice>
              <mc:Fallback>
                <p:oleObj name="" r:id="rId17" imgW="2159000" imgH="457200" progId="Equation.DSMT4">
                  <p:embed/>
                  <p:pic>
                    <p:nvPicPr>
                      <p:cNvPr id="0" name="Object 12"/>
                      <p:cNvPicPr/>
                      <p:nvPr/>
                    </p:nvPicPr>
                    <p:blipFill>
                      <a:blip r:embed="rId18">
                        <a:biLevel thresh="50000"/>
                        <a:grayscl/>
                      </a:blip>
                      <a:stretch>
                        <a:fillRect/>
                      </a:stretch>
                    </p:blipFill>
                    <p:spPr>
                      <a:xfrm>
                        <a:off x="3071813" y="3890964"/>
                        <a:ext cx="3600450" cy="8524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5" name="Object 13"/>
          <p:cNvGraphicFramePr>
            <a:graphicFrameLocks noChangeAspect="1"/>
          </p:cNvGraphicFramePr>
          <p:nvPr/>
        </p:nvGraphicFramePr>
        <p:xfrm>
          <a:off x="7732713" y="3573463"/>
          <a:ext cx="1839912" cy="1071562"/>
        </p:xfrm>
        <a:graphic>
          <a:graphicData uri="http://schemas.openxmlformats.org/presentationml/2006/ole">
            <mc:AlternateContent xmlns:mc="http://schemas.openxmlformats.org/markup-compatibility/2006">
              <mc:Choice xmlns:v="urn:schemas-microsoft-com:vml" Requires="v">
                <p:oleObj spid="_x0000_s10" name="" r:id="rId19" imgW="1205865" imgH="546100" progId="Equation.DSMT4">
                  <p:embed/>
                </p:oleObj>
              </mc:Choice>
              <mc:Fallback>
                <p:oleObj name="" r:id="rId19" imgW="1205865" imgH="546100" progId="Equation.DSMT4">
                  <p:embed/>
                  <p:pic>
                    <p:nvPicPr>
                      <p:cNvPr id="0" name="Object 13"/>
                      <p:cNvPicPr/>
                      <p:nvPr/>
                    </p:nvPicPr>
                    <p:blipFill>
                      <a:blip r:embed="rId20">
                        <a:biLevel thresh="50000"/>
                        <a:grayscl/>
                      </a:blip>
                      <a:stretch>
                        <a:fillRect/>
                      </a:stretch>
                    </p:blipFill>
                    <p:spPr>
                      <a:xfrm>
                        <a:off x="7732713" y="3573463"/>
                        <a:ext cx="1839912" cy="10715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6" name="Object 14"/>
          <p:cNvGraphicFramePr>
            <a:graphicFrameLocks noChangeAspect="1"/>
          </p:cNvGraphicFramePr>
          <p:nvPr/>
        </p:nvGraphicFramePr>
        <p:xfrm>
          <a:off x="5745164" y="4940301"/>
          <a:ext cx="2192337" cy="466725"/>
        </p:xfrm>
        <a:graphic>
          <a:graphicData uri="http://schemas.openxmlformats.org/presentationml/2006/ole">
            <mc:AlternateContent xmlns:mc="http://schemas.openxmlformats.org/markup-compatibility/2006">
              <mc:Choice xmlns:v="urn:schemas-microsoft-com:vml" Requires="v">
                <p:oleObj spid="_x0000_s11" name="" r:id="rId21" imgW="1129665" imgH="241300" progId="Equation.DSMT4">
                  <p:embed/>
                </p:oleObj>
              </mc:Choice>
              <mc:Fallback>
                <p:oleObj name="" r:id="rId21" imgW="1129665" imgH="241300" progId="Equation.DSMT4">
                  <p:embed/>
                  <p:pic>
                    <p:nvPicPr>
                      <p:cNvPr id="0" name="Object 14"/>
                      <p:cNvPicPr/>
                      <p:nvPr/>
                    </p:nvPicPr>
                    <p:blipFill>
                      <a:blip r:embed="rId22">
                        <a:biLevel thresh="50000"/>
                        <a:grayscl/>
                      </a:blip>
                      <a:stretch>
                        <a:fillRect/>
                      </a:stretch>
                    </p:blipFill>
                    <p:spPr>
                      <a:xfrm>
                        <a:off x="5745164" y="4940301"/>
                        <a:ext cx="2192337" cy="46672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7" name="Object 15"/>
          <p:cNvGraphicFramePr>
            <a:graphicFrameLocks noChangeAspect="1"/>
          </p:cNvGraphicFramePr>
          <p:nvPr/>
        </p:nvGraphicFramePr>
        <p:xfrm>
          <a:off x="5808664" y="5753101"/>
          <a:ext cx="4535487" cy="701675"/>
        </p:xfrm>
        <a:graphic>
          <a:graphicData uri="http://schemas.openxmlformats.org/presentationml/2006/ole">
            <mc:AlternateContent xmlns:mc="http://schemas.openxmlformats.org/markup-compatibility/2006">
              <mc:Choice xmlns:v="urn:schemas-microsoft-com:vml" Requires="v">
                <p:oleObj spid="_x0000_s12" name="" r:id="rId23" imgW="3213100" imgH="444500" progId="Equation.DSMT4">
                  <p:embed/>
                </p:oleObj>
              </mc:Choice>
              <mc:Fallback>
                <p:oleObj name="" r:id="rId23" imgW="3213100" imgH="444500" progId="Equation.DSMT4">
                  <p:embed/>
                  <p:pic>
                    <p:nvPicPr>
                      <p:cNvPr id="0" name="Object 15"/>
                      <p:cNvPicPr/>
                      <p:nvPr/>
                    </p:nvPicPr>
                    <p:blipFill>
                      <a:blip r:embed="rId24">
                        <a:biLevel thresh="50000"/>
                        <a:grayscl/>
                      </a:blip>
                      <a:stretch>
                        <a:fillRect/>
                      </a:stretch>
                    </p:blipFill>
                    <p:spPr>
                      <a:xfrm>
                        <a:off x="5808664" y="5753101"/>
                        <a:ext cx="4535487" cy="7016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269329" name="Group 17"/>
          <p:cNvGrpSpPr/>
          <p:nvPr/>
        </p:nvGrpSpPr>
        <p:grpSpPr>
          <a:xfrm>
            <a:off x="4872039" y="4645025"/>
            <a:ext cx="3419475" cy="528638"/>
            <a:chOff x="2109" y="2926"/>
            <a:chExt cx="2154" cy="333"/>
          </a:xfrm>
        </p:grpSpPr>
        <p:cxnSp>
          <p:nvCxnSpPr>
            <p:cNvPr id="19472" name="AutoShape 18"/>
            <p:cNvCxnSpPr/>
            <p:nvPr/>
          </p:nvCxnSpPr>
          <p:spPr>
            <a:xfrm rot="5400000">
              <a:off x="3987" y="2983"/>
              <a:ext cx="333" cy="215"/>
            </a:xfrm>
            <a:prstGeom prst="bentConnector2">
              <a:avLst/>
            </a:prstGeom>
            <a:ln w="25400" cap="flat" cmpd="sng">
              <a:solidFill>
                <a:schemeClr val="tx1"/>
              </a:solidFill>
              <a:prstDash val="solid"/>
              <a:miter/>
              <a:headEnd type="none" w="med" len="med"/>
              <a:tailEnd type="triangle" w="med" len="med"/>
            </a:ln>
          </p:spPr>
        </p:cxnSp>
        <p:cxnSp>
          <p:nvCxnSpPr>
            <p:cNvPr id="19473" name="AutoShape 19"/>
            <p:cNvCxnSpPr/>
            <p:nvPr/>
          </p:nvCxnSpPr>
          <p:spPr>
            <a:xfrm rot="-5400000" flipH="1">
              <a:off x="2241" y="2849"/>
              <a:ext cx="271" cy="542"/>
            </a:xfrm>
            <a:prstGeom prst="bentConnector2">
              <a:avLst/>
            </a:prstGeom>
            <a:ln w="25400" cap="flat" cmpd="sng">
              <a:solidFill>
                <a:schemeClr val="tx1"/>
              </a:solidFill>
              <a:prstDash val="solid"/>
              <a:miter/>
              <a:headEnd type="none" w="med" len="med"/>
              <a:tailEnd type="triangle" w="med" len="med"/>
            </a:ln>
          </p:spPr>
        </p:cxnSp>
      </p:grpSp>
      <p:grpSp>
        <p:nvGrpSpPr>
          <p:cNvPr id="269332" name="Group 20"/>
          <p:cNvGrpSpPr/>
          <p:nvPr/>
        </p:nvGrpSpPr>
        <p:grpSpPr>
          <a:xfrm>
            <a:off x="4400551" y="2647951"/>
            <a:ext cx="4073525" cy="276225"/>
            <a:chOff x="1812" y="1668"/>
            <a:chExt cx="2566" cy="174"/>
          </a:xfrm>
        </p:grpSpPr>
        <p:cxnSp>
          <p:nvCxnSpPr>
            <p:cNvPr id="19475" name="AutoShape 21"/>
            <p:cNvCxnSpPr/>
            <p:nvPr/>
          </p:nvCxnSpPr>
          <p:spPr>
            <a:xfrm rot="-10800000" flipV="1">
              <a:off x="1812" y="1668"/>
              <a:ext cx="841" cy="174"/>
            </a:xfrm>
            <a:prstGeom prst="bentConnector2">
              <a:avLst/>
            </a:prstGeom>
            <a:ln w="25400" cap="flat" cmpd="sng">
              <a:solidFill>
                <a:schemeClr val="tx1"/>
              </a:solidFill>
              <a:prstDash val="solid"/>
              <a:miter/>
              <a:headEnd type="none" w="med" len="med"/>
              <a:tailEnd type="triangle" w="med" len="med"/>
            </a:ln>
          </p:spPr>
        </p:cxnSp>
        <p:cxnSp>
          <p:nvCxnSpPr>
            <p:cNvPr id="19476" name="AutoShape 22"/>
            <p:cNvCxnSpPr/>
            <p:nvPr/>
          </p:nvCxnSpPr>
          <p:spPr>
            <a:xfrm>
              <a:off x="3742" y="1668"/>
              <a:ext cx="636" cy="129"/>
            </a:xfrm>
            <a:prstGeom prst="bentConnector2">
              <a:avLst/>
            </a:prstGeom>
            <a:ln w="25400" cap="flat" cmpd="sng">
              <a:solidFill>
                <a:schemeClr val="tx1"/>
              </a:solidFill>
              <a:prstDash val="solid"/>
              <a:miter/>
              <a:headEnd type="none" w="med" len="med"/>
              <a:tailEnd type="triangle" w="med" len="med"/>
            </a:ln>
          </p:spPr>
        </p:cxnSp>
      </p:grpSp>
      <p:cxnSp>
        <p:nvCxnSpPr>
          <p:cNvPr id="269335" name="AutoShape 23"/>
          <p:cNvCxnSpPr/>
          <p:nvPr/>
        </p:nvCxnSpPr>
        <p:spPr>
          <a:xfrm rot="16200000" flipH="1">
            <a:off x="7286626" y="4962526"/>
            <a:ext cx="346075" cy="1235075"/>
          </a:xfrm>
          <a:prstGeom prst="bentConnector3">
            <a:avLst>
              <a:gd name="adj1" fmla="val 50000"/>
            </a:avLst>
          </a:prstGeom>
          <a:ln w="25400" cap="flat" cmpd="sng">
            <a:solidFill>
              <a:schemeClr val="tx1"/>
            </a:solidFill>
            <a:prstDash val="solid"/>
            <a:miter/>
            <a:headEnd type="none" w="med" len="med"/>
            <a:tailEnd type="triangle" w="med" len="med"/>
          </a:ln>
        </p:spPr>
      </p:cxnSp>
      <p:sp>
        <p:nvSpPr>
          <p:cNvPr id="269337" name="Oval 25"/>
          <p:cNvSpPr/>
          <p:nvPr/>
        </p:nvSpPr>
        <p:spPr>
          <a:xfrm>
            <a:off x="2711450" y="5516564"/>
            <a:ext cx="2273300" cy="911225"/>
          </a:xfrm>
          <a:prstGeom prst="ellipse">
            <a:avLst/>
          </a:prstGeom>
          <a:noFill/>
          <a:ln w="22225" cap="rnd" cmpd="sng">
            <a:solidFill>
              <a:schemeClr val="tx1"/>
            </a:solidFill>
            <a:prstDash val="sysDot"/>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69338" name="Line 26"/>
          <p:cNvSpPr/>
          <p:nvPr/>
        </p:nvSpPr>
        <p:spPr>
          <a:xfrm>
            <a:off x="6672263" y="1989138"/>
            <a:ext cx="0" cy="215900"/>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cxnSp>
        <p:nvCxnSpPr>
          <p:cNvPr id="269339" name="AutoShape 27"/>
          <p:cNvCxnSpPr/>
          <p:nvPr/>
        </p:nvCxnSpPr>
        <p:spPr>
          <a:xfrm rot="16200000" flipH="1">
            <a:off x="4370389" y="3414714"/>
            <a:ext cx="454025" cy="471487"/>
          </a:xfrm>
          <a:prstGeom prst="bentConnector3">
            <a:avLst>
              <a:gd name="adj1" fmla="val 49648"/>
            </a:avLst>
          </a:prstGeom>
          <a:ln w="25400" cap="flat" cmpd="sng">
            <a:solidFill>
              <a:schemeClr val="tx1"/>
            </a:solidFill>
            <a:prstDash val="solid"/>
            <a:miter/>
            <a:headEnd type="none" w="med" len="med"/>
            <a:tailEnd type="triangle" w="med" len="med"/>
          </a:ln>
        </p:spPr>
      </p:cxnSp>
      <p:grpSp>
        <p:nvGrpSpPr>
          <p:cNvPr id="269340" name="Group 28"/>
          <p:cNvGrpSpPr/>
          <p:nvPr/>
        </p:nvGrpSpPr>
        <p:grpSpPr>
          <a:xfrm>
            <a:off x="5775326" y="3716339"/>
            <a:ext cx="2049463" cy="136525"/>
            <a:chOff x="2699" y="2341"/>
            <a:chExt cx="1088" cy="91"/>
          </a:xfrm>
        </p:grpSpPr>
        <p:sp>
          <p:nvSpPr>
            <p:cNvPr id="19483" name="Line 29"/>
            <p:cNvSpPr/>
            <p:nvPr/>
          </p:nvSpPr>
          <p:spPr>
            <a:xfrm flipH="1">
              <a:off x="2699" y="2341"/>
              <a:ext cx="1088"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84" name="Line 30"/>
            <p:cNvSpPr/>
            <p:nvPr/>
          </p:nvSpPr>
          <p:spPr>
            <a:xfrm>
              <a:off x="2699" y="2341"/>
              <a:ext cx="0" cy="91"/>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grpSp>
        <p:nvGrpSpPr>
          <p:cNvPr id="269343" name="Group 31"/>
          <p:cNvGrpSpPr/>
          <p:nvPr/>
        </p:nvGrpSpPr>
        <p:grpSpPr>
          <a:xfrm>
            <a:off x="3071813" y="692151"/>
            <a:ext cx="2735262" cy="5292725"/>
            <a:chOff x="930" y="436"/>
            <a:chExt cx="1723" cy="3334"/>
          </a:xfrm>
        </p:grpSpPr>
        <p:cxnSp>
          <p:nvCxnSpPr>
            <p:cNvPr id="19486" name="AutoShape 32"/>
            <p:cNvCxnSpPr/>
            <p:nvPr/>
          </p:nvCxnSpPr>
          <p:spPr>
            <a:xfrm rot="-10800000" flipV="1">
              <a:off x="1970" y="3762"/>
              <a:ext cx="683" cy="8"/>
            </a:xfrm>
            <a:prstGeom prst="bentConnector3">
              <a:avLst>
                <a:gd name="adj1" fmla="val 49926"/>
              </a:avLst>
            </a:prstGeom>
            <a:ln w="25400" cap="flat" cmpd="sng">
              <a:solidFill>
                <a:schemeClr val="tx1"/>
              </a:solidFill>
              <a:prstDash val="solid"/>
              <a:miter/>
              <a:headEnd type="none" w="med" len="med"/>
              <a:tailEnd type="triangle" w="med" len="med"/>
            </a:ln>
          </p:spPr>
        </p:cxnSp>
        <p:grpSp>
          <p:nvGrpSpPr>
            <p:cNvPr id="19487" name="Group 33"/>
            <p:cNvGrpSpPr/>
            <p:nvPr/>
          </p:nvGrpSpPr>
          <p:grpSpPr>
            <a:xfrm>
              <a:off x="930" y="436"/>
              <a:ext cx="1360" cy="3312"/>
              <a:chOff x="930" y="436"/>
              <a:chExt cx="1360" cy="3312"/>
            </a:xfrm>
          </p:grpSpPr>
          <p:sp>
            <p:nvSpPr>
              <p:cNvPr id="19488" name="Line 34"/>
              <p:cNvSpPr/>
              <p:nvPr/>
            </p:nvSpPr>
            <p:spPr>
              <a:xfrm>
                <a:off x="930" y="436"/>
                <a:ext cx="544"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89" name="Line 35"/>
              <p:cNvSpPr/>
              <p:nvPr/>
            </p:nvSpPr>
            <p:spPr>
              <a:xfrm>
                <a:off x="930" y="436"/>
                <a:ext cx="0" cy="2949"/>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0" name="Line 36"/>
              <p:cNvSpPr/>
              <p:nvPr/>
            </p:nvSpPr>
            <p:spPr>
              <a:xfrm>
                <a:off x="930" y="3385"/>
                <a:ext cx="1360"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1" name="Line 37"/>
              <p:cNvSpPr/>
              <p:nvPr/>
            </p:nvSpPr>
            <p:spPr>
              <a:xfrm>
                <a:off x="2290" y="3385"/>
                <a:ext cx="0" cy="363"/>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grpSp>
      <p:sp>
        <p:nvSpPr>
          <p:cNvPr id="269350" name="Line 38"/>
          <p:cNvSpPr/>
          <p:nvPr/>
        </p:nvSpPr>
        <p:spPr>
          <a:xfrm>
            <a:off x="6672263" y="1052513"/>
            <a:ext cx="0" cy="360362"/>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nvGrpSpPr>
          <p:cNvPr id="269351" name="Group 39"/>
          <p:cNvGrpSpPr/>
          <p:nvPr/>
        </p:nvGrpSpPr>
        <p:grpSpPr>
          <a:xfrm>
            <a:off x="7680326" y="1557338"/>
            <a:ext cx="1008063" cy="215900"/>
            <a:chOff x="3878" y="981"/>
            <a:chExt cx="635" cy="136"/>
          </a:xfrm>
        </p:grpSpPr>
        <p:sp>
          <p:nvSpPr>
            <p:cNvPr id="19494" name="Line 40"/>
            <p:cNvSpPr/>
            <p:nvPr/>
          </p:nvSpPr>
          <p:spPr>
            <a:xfrm>
              <a:off x="3878" y="981"/>
              <a:ext cx="635"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5" name="Line 41"/>
            <p:cNvSpPr/>
            <p:nvPr/>
          </p:nvSpPr>
          <p:spPr>
            <a:xfrm>
              <a:off x="4513" y="981"/>
              <a:ext cx="0" cy="136"/>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sp>
        <p:nvSpPr>
          <p:cNvPr id="269354" name="Line 42"/>
          <p:cNvSpPr/>
          <p:nvPr/>
        </p:nvSpPr>
        <p:spPr>
          <a:xfrm>
            <a:off x="9191625" y="1052514"/>
            <a:ext cx="0" cy="720725"/>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sp>
        <p:nvSpPr>
          <p:cNvPr id="269355" name="Line 43"/>
          <p:cNvSpPr/>
          <p:nvPr/>
        </p:nvSpPr>
        <p:spPr>
          <a:xfrm>
            <a:off x="8472488" y="3357563"/>
            <a:ext cx="0" cy="215900"/>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nvGrpSpPr>
          <p:cNvPr id="269356" name="Group 44"/>
          <p:cNvGrpSpPr/>
          <p:nvPr/>
        </p:nvGrpSpPr>
        <p:grpSpPr>
          <a:xfrm>
            <a:off x="8832850" y="2276475"/>
            <a:ext cx="863600" cy="1296988"/>
            <a:chOff x="4604" y="1434"/>
            <a:chExt cx="544" cy="817"/>
          </a:xfrm>
        </p:grpSpPr>
        <p:sp>
          <p:nvSpPr>
            <p:cNvPr id="19499" name="Line 45"/>
            <p:cNvSpPr/>
            <p:nvPr/>
          </p:nvSpPr>
          <p:spPr>
            <a:xfrm>
              <a:off x="5148" y="1434"/>
              <a:ext cx="0" cy="726"/>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500" name="Line 46"/>
            <p:cNvSpPr/>
            <p:nvPr/>
          </p:nvSpPr>
          <p:spPr>
            <a:xfrm>
              <a:off x="4604" y="2160"/>
              <a:ext cx="544"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501" name="Line 47"/>
            <p:cNvSpPr/>
            <p:nvPr/>
          </p:nvSpPr>
          <p:spPr>
            <a:xfrm>
              <a:off x="4604" y="2160"/>
              <a:ext cx="0" cy="91"/>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sp>
        <p:nvSpPr>
          <p:cNvPr id="269360" name="Oval 48"/>
          <p:cNvSpPr/>
          <p:nvPr/>
        </p:nvSpPr>
        <p:spPr>
          <a:xfrm>
            <a:off x="7391401" y="1341438"/>
            <a:ext cx="3097213" cy="2303462"/>
          </a:xfrm>
          <a:prstGeom prst="ellipse">
            <a:avLst/>
          </a:prstGeom>
          <a:noFill/>
          <a:ln w="25400" cap="rnd" cmpd="sng">
            <a:solidFill>
              <a:srgbClr val="800000"/>
            </a:solidFill>
            <a:prstDash val="sysDot"/>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69361" name="Text Box 49"/>
          <p:cNvSpPr txBox="1"/>
          <p:nvPr/>
        </p:nvSpPr>
        <p:spPr>
          <a:xfrm>
            <a:off x="9767889" y="3860801"/>
            <a:ext cx="504825" cy="1655763"/>
          </a:xfrm>
          <a:prstGeom prst="rect">
            <a:avLst/>
          </a:prstGeom>
          <a:solidFill>
            <a:srgbClr val="00FFFF"/>
          </a:solidFill>
          <a:ln w="9525">
            <a:noFill/>
          </a:ln>
          <a:effectLst>
            <a:outerShdw dist="107763" dir="2699999" algn="ctr" rotWithShape="0">
              <a:srgbClr val="808080">
                <a:alpha val="50000"/>
              </a:srgbClr>
            </a:outerShdw>
          </a:effectLst>
        </p:spPr>
        <p:txBody>
          <a:bodyPr anchor="t" anchorCtr="0"/>
          <a:lstStyle/>
          <a:p>
            <a:r>
              <a:rPr lang="zh-CN" altLang="en-US" sz="2000" b="1" dirty="0">
                <a:solidFill>
                  <a:srgbClr val="3333FF"/>
                </a:solidFill>
                <a:latin typeface="黑体" panose="02010609060101010101" pitchFamily="49" charset="-122"/>
                <a:ea typeface="黑体" panose="02010609060101010101" pitchFamily="49" charset="-122"/>
              </a:rPr>
              <a:t>特征值</a:t>
            </a:r>
            <a:endParaRPr lang="zh-CN" altLang="en-US" sz="2000" b="1" dirty="0">
              <a:solidFill>
                <a:srgbClr val="3333FF"/>
              </a:solidFill>
              <a:latin typeface="黑体" panose="02010609060101010101" pitchFamily="49" charset="-122"/>
              <a:ea typeface="黑体" panose="02010609060101010101" pitchFamily="49" charset="-122"/>
            </a:endParaRPr>
          </a:p>
          <a:p>
            <a:r>
              <a:rPr lang="zh-CN" altLang="en-US" sz="2000" b="1" dirty="0">
                <a:solidFill>
                  <a:srgbClr val="3333FF"/>
                </a:solidFill>
                <a:latin typeface="黑体" panose="02010609060101010101" pitchFamily="49" charset="-122"/>
                <a:ea typeface="黑体" panose="02010609060101010101" pitchFamily="49" charset="-122"/>
              </a:rPr>
              <a:t>问题</a:t>
            </a:r>
            <a:endParaRPr lang="zh-CN" altLang="en-US" sz="2000" b="1" dirty="0">
              <a:solidFill>
                <a:srgbClr val="3333FF"/>
              </a:solidFill>
              <a:latin typeface="黑体" panose="02010609060101010101" pitchFamily="49" charset="-122"/>
              <a:ea typeface="黑体" panose="02010609060101010101" pitchFamily="49" charset="-122"/>
            </a:endParaRPr>
          </a:p>
        </p:txBody>
      </p:sp>
      <p:sp>
        <p:nvSpPr>
          <p:cNvPr id="269362" name="Line 50"/>
          <p:cNvSpPr/>
          <p:nvPr/>
        </p:nvSpPr>
        <p:spPr>
          <a:xfrm flipH="1" flipV="1">
            <a:off x="9912351" y="3213100"/>
            <a:ext cx="144463" cy="64770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graphicFrame>
        <p:nvGraphicFramePr>
          <p:cNvPr id="269363" name="Object 51"/>
          <p:cNvGraphicFramePr>
            <a:graphicFrameLocks noGrp="1" noChangeAspect="1"/>
          </p:cNvGraphicFramePr>
          <p:nvPr>
            <p:ph/>
          </p:nvPr>
        </p:nvGraphicFramePr>
        <p:xfrm>
          <a:off x="2711451" y="5716589"/>
          <a:ext cx="2232025" cy="479425"/>
        </p:xfrm>
        <a:graphic>
          <a:graphicData uri="http://schemas.openxmlformats.org/presentationml/2006/ole">
            <mc:AlternateContent xmlns:mc="http://schemas.openxmlformats.org/markup-compatibility/2006">
              <mc:Choice xmlns:v="urn:schemas-microsoft-com:vml" Requires="v">
                <p:oleObj spid="_x0000_s14" name="" r:id="rId25" imgW="1358265" imgH="292100" progId="Equation.DSMT4">
                  <p:embed/>
                </p:oleObj>
              </mc:Choice>
              <mc:Fallback>
                <p:oleObj name="" r:id="rId25" imgW="1358265" imgH="292100" progId="Equation.DSMT4">
                  <p:embed/>
                  <p:pic>
                    <p:nvPicPr>
                      <p:cNvPr id="0" name="Object 51"/>
                      <p:cNvPicPr/>
                      <p:nvPr/>
                    </p:nvPicPr>
                    <p:blipFill>
                      <a:blip r:embed="rId26">
                        <a:biLevel thresh="50000"/>
                        <a:grayscl/>
                      </a:blip>
                      <a:stretch>
                        <a:fillRect/>
                      </a:stretch>
                    </p:blipFill>
                    <p:spPr>
                      <a:xfrm>
                        <a:off x="2711451" y="5716589"/>
                        <a:ext cx="2232025" cy="479425"/>
                      </a:xfrm>
                      <a:prstGeom prst="rect">
                        <a:avLst/>
                      </a:prstGeom>
                      <a:solidFill>
                        <a:srgbClr val="00FFFF"/>
                      </a:solidFill>
                      <a:ln w="38100">
                        <a:miter/>
                      </a:ln>
                      <a:effectLst>
                        <a:outerShdw dist="107763" dir="2699999" algn="ctr" rotWithShape="0">
                          <a:srgbClr val="808080">
                            <a:alpha val="50000"/>
                          </a:srgbClr>
                        </a:outerShdw>
                      </a:effectLst>
                    </p:spPr>
                  </p:pic>
                </p:oleObj>
              </mc:Fallback>
            </mc:AlternateContent>
          </a:graphicData>
        </a:graphic>
      </p:graphicFrame>
      <p:sp>
        <p:nvSpPr>
          <p:cNvPr id="15" name="矩形: 圆角 1"/>
          <p:cNvSpPr/>
          <p:nvPr/>
        </p:nvSpPr>
        <p:spPr>
          <a:xfrm>
            <a:off x="3657600" y="168273"/>
            <a:ext cx="6548582" cy="1187451"/>
          </a:xfrm>
          <a:prstGeom prst="round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9350"/>
                                        </p:tgtEl>
                                        <p:attrNameLst>
                                          <p:attrName>style.visibility</p:attrName>
                                        </p:attrNameLst>
                                      </p:cBhvr>
                                      <p:to>
                                        <p:strVal val="visible"/>
                                      </p:to>
                                    </p:set>
                                    <p:animEffect transition="in" filter="blinds(horizontal)">
                                      <p:cBhvr>
                                        <p:cTn id="7" dur="500"/>
                                        <p:tgtEl>
                                          <p:spTgt spid="2693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9319"/>
                                        </p:tgtEl>
                                        <p:attrNameLst>
                                          <p:attrName>style.visibility</p:attrName>
                                        </p:attrNameLst>
                                      </p:cBhvr>
                                      <p:to>
                                        <p:strVal val="visible"/>
                                      </p:to>
                                    </p:set>
                                    <p:animEffect transition="in" filter="blinds(horizontal)">
                                      <p:cBhvr>
                                        <p:cTn id="12" dur="500"/>
                                        <p:tgtEl>
                                          <p:spTgt spid="2693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9338"/>
                                        </p:tgtEl>
                                        <p:attrNameLst>
                                          <p:attrName>style.visibility</p:attrName>
                                        </p:attrNameLst>
                                      </p:cBhvr>
                                      <p:to>
                                        <p:strVal val="visible"/>
                                      </p:to>
                                    </p:set>
                                    <p:animEffect transition="in" filter="blinds(horizontal)">
                                      <p:cBhvr>
                                        <p:cTn id="17" dur="500"/>
                                        <p:tgtEl>
                                          <p:spTgt spid="26933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9321"/>
                                        </p:tgtEl>
                                        <p:attrNameLst>
                                          <p:attrName>style.visibility</p:attrName>
                                        </p:attrNameLst>
                                      </p:cBhvr>
                                      <p:to>
                                        <p:strVal val="visible"/>
                                      </p:to>
                                    </p:set>
                                    <p:animEffect transition="in" filter="blinds(horizontal)">
                                      <p:cBhvr>
                                        <p:cTn id="22" dur="500"/>
                                        <p:tgtEl>
                                          <p:spTgt spid="2693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9332"/>
                                        </p:tgtEl>
                                        <p:attrNameLst>
                                          <p:attrName>style.visibility</p:attrName>
                                        </p:attrNameLst>
                                      </p:cBhvr>
                                      <p:to>
                                        <p:strVal val="visible"/>
                                      </p:to>
                                    </p:set>
                                    <p:animEffect transition="in" filter="blinds(horizontal)">
                                      <p:cBhvr>
                                        <p:cTn id="27" dur="500"/>
                                        <p:tgtEl>
                                          <p:spTgt spid="2693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9322"/>
                                        </p:tgtEl>
                                        <p:attrNameLst>
                                          <p:attrName>style.visibility</p:attrName>
                                        </p:attrNameLst>
                                      </p:cBhvr>
                                      <p:to>
                                        <p:strVal val="visible"/>
                                      </p:to>
                                    </p:set>
                                    <p:animEffect transition="in" filter="blinds(horizontal)">
                                      <p:cBhvr>
                                        <p:cTn id="32" dur="500"/>
                                        <p:tgtEl>
                                          <p:spTgt spid="2693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69323"/>
                                        </p:tgtEl>
                                        <p:attrNameLst>
                                          <p:attrName>style.visibility</p:attrName>
                                        </p:attrNameLst>
                                      </p:cBhvr>
                                      <p:to>
                                        <p:strVal val="visible"/>
                                      </p:to>
                                    </p:set>
                                    <p:animEffect transition="in" filter="blinds(horizontal)">
                                      <p:cBhvr>
                                        <p:cTn id="37" dur="500"/>
                                        <p:tgtEl>
                                          <p:spTgt spid="26932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69351"/>
                                        </p:tgtEl>
                                        <p:attrNameLst>
                                          <p:attrName>style.visibility</p:attrName>
                                        </p:attrNameLst>
                                      </p:cBhvr>
                                      <p:to>
                                        <p:strVal val="visible"/>
                                      </p:to>
                                    </p:set>
                                    <p:animEffect transition="in" filter="blinds(horizontal)">
                                      <p:cBhvr>
                                        <p:cTn id="42" dur="500"/>
                                        <p:tgtEl>
                                          <p:spTgt spid="26935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69354"/>
                                        </p:tgtEl>
                                        <p:attrNameLst>
                                          <p:attrName>style.visibility</p:attrName>
                                        </p:attrNameLst>
                                      </p:cBhvr>
                                      <p:to>
                                        <p:strVal val="visible"/>
                                      </p:to>
                                    </p:set>
                                    <p:animEffect transition="in" filter="blinds(horizontal)">
                                      <p:cBhvr>
                                        <p:cTn id="47" dur="500"/>
                                        <p:tgtEl>
                                          <p:spTgt spid="26935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69320"/>
                                        </p:tgtEl>
                                        <p:attrNameLst>
                                          <p:attrName>style.visibility</p:attrName>
                                        </p:attrNameLst>
                                      </p:cBhvr>
                                      <p:to>
                                        <p:strVal val="visible"/>
                                      </p:to>
                                    </p:set>
                                    <p:animEffect transition="in" filter="blinds(horizontal)">
                                      <p:cBhvr>
                                        <p:cTn id="52" dur="500"/>
                                        <p:tgtEl>
                                          <p:spTgt spid="26932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69355"/>
                                        </p:tgtEl>
                                        <p:attrNameLst>
                                          <p:attrName>style.visibility</p:attrName>
                                        </p:attrNameLst>
                                      </p:cBhvr>
                                      <p:to>
                                        <p:strVal val="visible"/>
                                      </p:to>
                                    </p:set>
                                    <p:animEffect transition="in" filter="blinds(horizontal)">
                                      <p:cBhvr>
                                        <p:cTn id="57" dur="500"/>
                                        <p:tgtEl>
                                          <p:spTgt spid="26935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69356"/>
                                        </p:tgtEl>
                                        <p:attrNameLst>
                                          <p:attrName>style.visibility</p:attrName>
                                        </p:attrNameLst>
                                      </p:cBhvr>
                                      <p:to>
                                        <p:strVal val="visible"/>
                                      </p:to>
                                    </p:set>
                                    <p:animEffect transition="in" filter="blinds(horizontal)">
                                      <p:cBhvr>
                                        <p:cTn id="62" dur="500"/>
                                        <p:tgtEl>
                                          <p:spTgt spid="26935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69325"/>
                                        </p:tgtEl>
                                        <p:attrNameLst>
                                          <p:attrName>style.visibility</p:attrName>
                                        </p:attrNameLst>
                                      </p:cBhvr>
                                      <p:to>
                                        <p:strVal val="visible"/>
                                      </p:to>
                                    </p:set>
                                    <p:animEffect transition="in" filter="blinds(horizontal)">
                                      <p:cBhvr>
                                        <p:cTn id="67" dur="500"/>
                                        <p:tgtEl>
                                          <p:spTgt spid="26932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69340"/>
                                        </p:tgtEl>
                                        <p:attrNameLst>
                                          <p:attrName>style.visibility</p:attrName>
                                        </p:attrNameLst>
                                      </p:cBhvr>
                                      <p:to>
                                        <p:strVal val="visible"/>
                                      </p:to>
                                    </p:set>
                                    <p:animEffect transition="in" filter="blinds(horizontal)">
                                      <p:cBhvr>
                                        <p:cTn id="72" dur="500"/>
                                        <p:tgtEl>
                                          <p:spTgt spid="26934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269339"/>
                                        </p:tgtEl>
                                        <p:attrNameLst>
                                          <p:attrName>style.visibility</p:attrName>
                                        </p:attrNameLst>
                                      </p:cBhvr>
                                      <p:to>
                                        <p:strVal val="visible"/>
                                      </p:to>
                                    </p:set>
                                    <p:animEffect transition="in" filter="blinds(horizontal)">
                                      <p:cBhvr>
                                        <p:cTn id="77" dur="500"/>
                                        <p:tgtEl>
                                          <p:spTgt spid="26933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69324"/>
                                        </p:tgtEl>
                                        <p:attrNameLst>
                                          <p:attrName>style.visibility</p:attrName>
                                        </p:attrNameLst>
                                      </p:cBhvr>
                                      <p:to>
                                        <p:strVal val="visible"/>
                                      </p:to>
                                    </p:set>
                                    <p:animEffect transition="in" filter="blinds(horizontal)">
                                      <p:cBhvr>
                                        <p:cTn id="82" dur="500"/>
                                        <p:tgtEl>
                                          <p:spTgt spid="269324"/>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69329"/>
                                        </p:tgtEl>
                                        <p:attrNameLst>
                                          <p:attrName>style.visibility</p:attrName>
                                        </p:attrNameLst>
                                      </p:cBhvr>
                                      <p:to>
                                        <p:strVal val="visible"/>
                                      </p:to>
                                    </p:set>
                                    <p:animEffect transition="in" filter="blinds(horizontal)">
                                      <p:cBhvr>
                                        <p:cTn id="87" dur="500"/>
                                        <p:tgtEl>
                                          <p:spTgt spid="269329"/>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69326"/>
                                        </p:tgtEl>
                                        <p:attrNameLst>
                                          <p:attrName>style.visibility</p:attrName>
                                        </p:attrNameLst>
                                      </p:cBhvr>
                                      <p:to>
                                        <p:strVal val="visible"/>
                                      </p:to>
                                    </p:set>
                                    <p:animEffect transition="in" filter="blinds(horizontal)">
                                      <p:cBhvr>
                                        <p:cTn id="92" dur="500"/>
                                        <p:tgtEl>
                                          <p:spTgt spid="269326"/>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69335"/>
                                        </p:tgtEl>
                                        <p:attrNameLst>
                                          <p:attrName>style.visibility</p:attrName>
                                        </p:attrNameLst>
                                      </p:cBhvr>
                                      <p:to>
                                        <p:strVal val="visible"/>
                                      </p:to>
                                    </p:set>
                                    <p:animEffect transition="in" filter="blinds(horizontal)">
                                      <p:cBhvr>
                                        <p:cTn id="97" dur="500"/>
                                        <p:tgtEl>
                                          <p:spTgt spid="269335"/>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69327"/>
                                        </p:tgtEl>
                                        <p:attrNameLst>
                                          <p:attrName>style.visibility</p:attrName>
                                        </p:attrNameLst>
                                      </p:cBhvr>
                                      <p:to>
                                        <p:strVal val="visible"/>
                                      </p:to>
                                    </p:set>
                                    <p:animEffect transition="in" filter="blinds(horizontal)">
                                      <p:cBhvr>
                                        <p:cTn id="102" dur="500"/>
                                        <p:tgtEl>
                                          <p:spTgt spid="269327"/>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69343"/>
                                        </p:tgtEl>
                                        <p:attrNameLst>
                                          <p:attrName>style.visibility</p:attrName>
                                        </p:attrNameLst>
                                      </p:cBhvr>
                                      <p:to>
                                        <p:strVal val="visible"/>
                                      </p:to>
                                    </p:set>
                                    <p:animEffect transition="in" filter="blinds(horizontal)">
                                      <p:cBhvr>
                                        <p:cTn id="107" dur="500"/>
                                        <p:tgtEl>
                                          <p:spTgt spid="26934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269337"/>
                                        </p:tgtEl>
                                        <p:attrNameLst>
                                          <p:attrName>style.visibility</p:attrName>
                                        </p:attrNameLst>
                                      </p:cBhvr>
                                      <p:to>
                                        <p:strVal val="visible"/>
                                      </p:to>
                                    </p:set>
                                    <p:animEffect transition="in" filter="blinds(horizontal)">
                                      <p:cBhvr>
                                        <p:cTn id="112" dur="500"/>
                                        <p:tgtEl>
                                          <p:spTgt spid="269337"/>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269360"/>
                                        </p:tgtEl>
                                        <p:attrNameLst>
                                          <p:attrName>style.visibility</p:attrName>
                                        </p:attrNameLst>
                                      </p:cBhvr>
                                      <p:to>
                                        <p:strVal val="visible"/>
                                      </p:to>
                                    </p:set>
                                    <p:animEffect transition="in" filter="blinds(horizontal)">
                                      <p:cBhvr>
                                        <p:cTn id="117" dur="500"/>
                                        <p:tgtEl>
                                          <p:spTgt spid="269360"/>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269362"/>
                                        </p:tgtEl>
                                        <p:attrNameLst>
                                          <p:attrName>style.visibility</p:attrName>
                                        </p:attrNameLst>
                                      </p:cBhvr>
                                      <p:to>
                                        <p:strVal val="visible"/>
                                      </p:to>
                                    </p:set>
                                    <p:animEffect transition="in" filter="blinds(horizontal)">
                                      <p:cBhvr>
                                        <p:cTn id="122" dur="500"/>
                                        <p:tgtEl>
                                          <p:spTgt spid="269362"/>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269361"/>
                                        </p:tgtEl>
                                        <p:attrNameLst>
                                          <p:attrName>style.visibility</p:attrName>
                                        </p:attrNameLst>
                                      </p:cBhvr>
                                      <p:to>
                                        <p:strVal val="visible"/>
                                      </p:to>
                                    </p:set>
                                    <p:animEffect transition="in" filter="blinds(horizontal)">
                                      <p:cBhvr>
                                        <p:cTn id="127" dur="500"/>
                                        <p:tgtEl>
                                          <p:spTgt spid="269361"/>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269363"/>
                                        </p:tgtEl>
                                        <p:attrNameLst>
                                          <p:attrName>style.visibility</p:attrName>
                                        </p:attrNameLst>
                                      </p:cBhvr>
                                      <p:to>
                                        <p:strVal val="visible"/>
                                      </p:to>
                                    </p:set>
                                    <p:animEffect transition="in" filter="blinds(horizontal)">
                                      <p:cBhvr>
                                        <p:cTn id="132" dur="500"/>
                                        <p:tgtEl>
                                          <p:spTgt spid="269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37" grpId="0" animBg="1"/>
      <p:bldP spid="269360" grpId="0" animBg="1"/>
      <p:bldP spid="26936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41" name="Object 13"/>
          <p:cNvGraphicFramePr>
            <a:graphicFrameLocks noChangeAspect="1"/>
          </p:cNvGraphicFramePr>
          <p:nvPr/>
        </p:nvGraphicFramePr>
        <p:xfrm>
          <a:off x="2468564" y="3716339"/>
          <a:ext cx="7183437" cy="2682875"/>
        </p:xfrm>
        <a:graphic>
          <a:graphicData uri="http://schemas.openxmlformats.org/presentationml/2006/ole">
            <mc:AlternateContent xmlns:mc="http://schemas.openxmlformats.org/markup-compatibility/2006">
              <mc:Choice xmlns:v="urn:schemas-microsoft-com:vml" Requires="v">
                <p:oleObj spid="_x0000_s13" name="" r:id="rId1" imgW="6946900" imgH="3098800" progId="Equation.DSMT4">
                  <p:embed/>
                </p:oleObj>
              </mc:Choice>
              <mc:Fallback>
                <p:oleObj name="" r:id="rId1" imgW="6946900" imgH="3098800" progId="Equation.DSMT4">
                  <p:embed/>
                  <p:pic>
                    <p:nvPicPr>
                      <p:cNvPr id="0" name="Object 13"/>
                      <p:cNvPicPr/>
                      <p:nvPr/>
                    </p:nvPicPr>
                    <p:blipFill>
                      <a:blip r:embed="rId2">
                        <a:clrChange>
                          <a:clrFrom>
                            <a:srgbClr val="000000"/>
                          </a:clrFrom>
                          <a:clrTo>
                            <a:srgbClr val="E40000"/>
                          </a:clrTo>
                        </a:clrChange>
                        <a:biLevel thresh="50000"/>
                        <a:grayscl/>
                      </a:blip>
                      <a:stretch>
                        <a:fillRect/>
                      </a:stretch>
                    </p:blipFill>
                    <p:spPr>
                      <a:xfrm>
                        <a:off x="2468564" y="3716339"/>
                        <a:ext cx="7183437" cy="26828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7410" name="Oval 15"/>
          <p:cNvSpPr/>
          <p:nvPr/>
        </p:nvSpPr>
        <p:spPr>
          <a:xfrm>
            <a:off x="5664200" y="5157789"/>
            <a:ext cx="4103688" cy="1368425"/>
          </a:xfrm>
          <a:prstGeom prst="ellipse">
            <a:avLst/>
          </a:prstGeom>
          <a:solidFill>
            <a:schemeClr val="accent1">
              <a:alpha val="0"/>
            </a:schemeClr>
          </a:solidFill>
          <a:ln w="25400" cap="flat" cmpd="sng">
            <a:solidFill>
              <a:srgbClr val="FF0000"/>
            </a:solidFill>
            <a:prstDash val="dash"/>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7411" name="Rectangle 2"/>
          <p:cNvSpPr/>
          <p:nvPr/>
        </p:nvSpPr>
        <p:spPr>
          <a:xfrm>
            <a:off x="3905250" y="5443538"/>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48131" name="Rectangle 3"/>
          <p:cNvSpPr/>
          <p:nvPr/>
        </p:nvSpPr>
        <p:spPr>
          <a:xfrm>
            <a:off x="2208213" y="2924176"/>
            <a:ext cx="4343400" cy="519113"/>
          </a:xfrm>
          <a:prstGeom prst="rect">
            <a:avLst/>
          </a:prstGeom>
          <a:noFill/>
          <a:ln w="9525">
            <a:noFill/>
          </a:ln>
        </p:spPr>
        <p:txBody>
          <a:bodyPr anchor="t" anchorCtr="0">
            <a:spAutoFit/>
          </a:bodyPr>
          <a:lstStyle/>
          <a:p>
            <a:r>
              <a:rPr lang="zh-CN" altLang="en-US" sz="2800" b="1" dirty="0">
                <a:solidFill>
                  <a:srgbClr val="2B03BD"/>
                </a:solidFill>
                <a:latin typeface="Times New Roman" panose="02020603050405020304" pitchFamily="18" charset="0"/>
                <a:ea typeface="黑体" panose="02010609060101010101" pitchFamily="49" charset="-122"/>
              </a:rPr>
              <a:t>代入初始条件得⑦：</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pSp>
        <p:nvGrpSpPr>
          <p:cNvPr id="17413" name="Group 5"/>
          <p:cNvGrpSpPr/>
          <p:nvPr/>
        </p:nvGrpSpPr>
        <p:grpSpPr>
          <a:xfrm>
            <a:off x="1943100" y="1557339"/>
            <a:ext cx="8370888" cy="1476375"/>
            <a:chOff x="378" y="2963"/>
            <a:chExt cx="5273" cy="930"/>
          </a:xfrm>
        </p:grpSpPr>
        <p:graphicFrame>
          <p:nvGraphicFramePr>
            <p:cNvPr id="17414" name="Object 6"/>
            <p:cNvGraphicFramePr>
              <a:graphicFrameLocks noChangeAspect="1"/>
            </p:cNvGraphicFramePr>
            <p:nvPr/>
          </p:nvGraphicFramePr>
          <p:xfrm>
            <a:off x="378" y="2963"/>
            <a:ext cx="5273" cy="732"/>
          </p:xfrm>
          <a:graphic>
            <a:graphicData uri="http://schemas.openxmlformats.org/presentationml/2006/ole">
              <mc:AlternateContent xmlns:mc="http://schemas.openxmlformats.org/markup-compatibility/2006">
                <mc:Choice xmlns:v="urn:schemas-microsoft-com:vml" Requires="v">
                  <p:oleObj spid="_x0000_s2" name="" r:id="rId3" imgW="8991600" imgH="1447800" progId="Equation.DSMT4">
                    <p:embed/>
                  </p:oleObj>
                </mc:Choice>
                <mc:Fallback>
                  <p:oleObj name="" r:id="rId3" imgW="8991600" imgH="1447800" progId="Equation.DSMT4">
                    <p:embed/>
                    <p:pic>
                      <p:nvPicPr>
                        <p:cNvPr id="0" name="Object 6"/>
                        <p:cNvPicPr/>
                        <p:nvPr/>
                      </p:nvPicPr>
                      <p:blipFill>
                        <a:blip r:embed="rId4">
                          <a:clrChange>
                            <a:clrFrom>
                              <a:srgbClr val="000000"/>
                            </a:clrFrom>
                            <a:clrTo>
                              <a:srgbClr val="E40000"/>
                            </a:clrTo>
                          </a:clrChange>
                          <a:biLevel thresh="50000"/>
                          <a:grayscl/>
                        </a:blip>
                        <a:stretch>
                          <a:fillRect/>
                        </a:stretch>
                      </p:blipFill>
                      <p:spPr>
                        <a:xfrm>
                          <a:off x="378" y="2963"/>
                          <a:ext cx="5273" cy="73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48135" name="Rectangle 7"/>
            <p:cNvSpPr>
              <a:spLocks noChangeArrowheads="1"/>
            </p:cNvSpPr>
            <p:nvPr/>
          </p:nvSpPr>
          <p:spPr bwMode="auto">
            <a:xfrm>
              <a:off x="3016" y="3566"/>
              <a:ext cx="2246" cy="327"/>
            </a:xfrm>
            <a:prstGeom prst="rect">
              <a:avLst/>
            </a:prstGeom>
            <a:solidFill>
              <a:srgbClr val="00FFFF"/>
            </a:solidFill>
            <a:ln>
              <a:noFill/>
            </a:ln>
            <a:effectLst/>
            <a:extLst>
              <a:ext uri="{91240B29-F687-4F45-9708-019B960494DF}">
                <a14:hiddenLine xmlns:a14="http://schemas.microsoft.com/office/drawing/2010/main" w="25400">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fontAlgn="base">
                <a:spcBef>
                  <a:spcPct val="20000"/>
                </a:spcBef>
                <a:spcAft>
                  <a:spcPct val="0"/>
                </a:spcAft>
                <a:defRPr/>
              </a:pPr>
              <a:r>
                <a:rPr kumimoji="1" lang="en-US" altLang="zh-CN" sz="2800" b="1">
                  <a:latin typeface="Times New Roman" panose="02020603050405020304" pitchFamily="18" charset="0"/>
                  <a:ea typeface="宋体" panose="02010600030101010101" pitchFamily="2" charset="-122"/>
                </a:rPr>
                <a:t>………………...</a:t>
              </a:r>
              <a:r>
                <a:rPr kumimoji="1" lang="en-US" altLang="zh-CN" sz="2800" b="1">
                  <a:effectLst>
                    <a:outerShdw blurRad="38100" dist="38100" dir="2700000" algn="tl">
                      <a:srgbClr val="FFFFFF"/>
                    </a:outerShdw>
                  </a:effectLst>
                  <a:latin typeface="Times New Roman" panose="02020603050405020304" pitchFamily="18" charset="0"/>
                  <a:ea typeface="宋体" panose="02010600030101010101" pitchFamily="2" charset="-122"/>
                </a:rPr>
                <a:t>⑥</a:t>
              </a:r>
              <a:endParaRPr kumimoji="1" lang="en-US" altLang="zh-CN" sz="2800" b="1">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grpSp>
      <p:sp>
        <p:nvSpPr>
          <p:cNvPr id="17416" name="Rectangle 9"/>
          <p:cNvSpPr/>
          <p:nvPr/>
        </p:nvSpPr>
        <p:spPr>
          <a:xfrm>
            <a:off x="2135188" y="765176"/>
            <a:ext cx="3759200" cy="519113"/>
          </a:xfrm>
          <a:prstGeom prst="rect">
            <a:avLst/>
          </a:prstGeom>
          <a:noFill/>
          <a:ln w="25400">
            <a:noFill/>
          </a:ln>
        </p:spPr>
        <p:txBody>
          <a:bodyPr wrap="none" anchor="ctr" anchorCtr="0">
            <a:spAutoFit/>
          </a:bodyPr>
          <a:lstStyle/>
          <a:p>
            <a:r>
              <a:rPr lang="en-US" altLang="zh-CN" sz="2800" b="1" dirty="0">
                <a:solidFill>
                  <a:schemeClr val="tx2"/>
                </a:solidFill>
                <a:latin typeface="黑体" panose="02010609060101010101" pitchFamily="49" charset="-122"/>
                <a:ea typeface="黑体" panose="02010609060101010101" pitchFamily="49" charset="-122"/>
              </a:rPr>
              <a:t>5. </a:t>
            </a:r>
            <a:r>
              <a:rPr lang="zh-CN" altLang="en-US" sz="2800" b="1" dirty="0">
                <a:solidFill>
                  <a:schemeClr val="tx2"/>
                </a:solidFill>
                <a:latin typeface="黑体" panose="02010609060101010101" pitchFamily="49" charset="-122"/>
                <a:ea typeface="黑体" panose="02010609060101010101" pitchFamily="49" charset="-122"/>
              </a:rPr>
              <a:t>波动方程傅氏解：</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sp>
        <p:nvSpPr>
          <p:cNvPr id="17417" name="AutoShape 12"/>
          <p:cNvSpPr/>
          <p:nvPr/>
        </p:nvSpPr>
        <p:spPr>
          <a:xfrm>
            <a:off x="6240464" y="260351"/>
            <a:ext cx="3527425" cy="1008063"/>
          </a:xfrm>
          <a:prstGeom prst="cloudCallout">
            <a:avLst>
              <a:gd name="adj1" fmla="val -48829"/>
              <a:gd name="adj2" fmla="val 70000"/>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sz="2800" b="1" dirty="0">
                <a:solidFill>
                  <a:schemeClr val="tx2"/>
                </a:solidFill>
                <a:latin typeface="Arial" panose="020B0604020202020204" pitchFamily="34" charset="0"/>
                <a:ea typeface="楷体_GB2312" pitchFamily="49" charset="-122"/>
              </a:rPr>
              <a:t>运用叠加原理</a:t>
            </a:r>
            <a:endParaRPr lang="zh-CN" altLang="en-US" sz="2800" b="1" dirty="0">
              <a:solidFill>
                <a:schemeClr val="tx2"/>
              </a:solidFill>
              <a:latin typeface="Arial" panose="020B0604020202020204" pitchFamily="34" charset="0"/>
              <a:ea typeface="楷体_GB2312" pitchFamily="49" charset="-122"/>
            </a:endParaRPr>
          </a:p>
        </p:txBody>
      </p:sp>
      <p:sp>
        <p:nvSpPr>
          <p:cNvPr id="17418" name="Oval 14"/>
          <p:cNvSpPr/>
          <p:nvPr/>
        </p:nvSpPr>
        <p:spPr>
          <a:xfrm>
            <a:off x="5591175" y="3789364"/>
            <a:ext cx="4103688" cy="1368425"/>
          </a:xfrm>
          <a:prstGeom prst="ellipse">
            <a:avLst/>
          </a:prstGeom>
          <a:solidFill>
            <a:schemeClr val="accent1">
              <a:alpha val="0"/>
            </a:schemeClr>
          </a:solidFill>
          <a:ln w="25400" cap="flat" cmpd="sng">
            <a:solidFill>
              <a:srgbClr val="FF0000"/>
            </a:solidFill>
            <a:prstDash val="dash"/>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7419" name="AutoShape 16"/>
          <p:cNvSpPr/>
          <p:nvPr/>
        </p:nvSpPr>
        <p:spPr>
          <a:xfrm>
            <a:off x="9912351" y="3243264"/>
            <a:ext cx="504825" cy="2562225"/>
          </a:xfrm>
          <a:prstGeom prst="accentBorderCallout2">
            <a:avLst>
              <a:gd name="adj1" fmla="val 4463"/>
              <a:gd name="adj2" fmla="val -15093"/>
              <a:gd name="adj3" fmla="val 4463"/>
              <a:gd name="adj4" fmla="val -157861"/>
              <a:gd name="adj5" fmla="val 19023"/>
              <a:gd name="adj6" fmla="val -306917"/>
            </a:avLst>
          </a:prstGeom>
          <a:solidFill>
            <a:srgbClr val="00FFFF"/>
          </a:solidFill>
          <a:ln w="25400" cap="flat" cmpd="sng">
            <a:solidFill>
              <a:schemeClr val="tx2"/>
            </a:solidFill>
            <a:prstDash val="solid"/>
            <a:miter/>
            <a:headEnd type="none" w="med" len="med"/>
            <a:tailEnd type="none" w="med" len="med"/>
          </a:ln>
          <a:effectLst>
            <a:outerShdw dist="107763" dir="2699999" algn="ctr" rotWithShape="0">
              <a:srgbClr val="808080">
                <a:alpha val="50000"/>
              </a:srgbClr>
            </a:outerShdw>
          </a:effectLst>
        </p:spPr>
        <p:txBody>
          <a:bodyPr anchor="t" anchorCtr="0"/>
          <a:lstStyle/>
          <a:p>
            <a:pPr algn="ctr" eaLnBrk="0" hangingPunct="0"/>
            <a:r>
              <a:rPr lang="zh-CN" altLang="en-US" dirty="0">
                <a:latin typeface="Arial" panose="020B0604020202020204" pitchFamily="34" charset="0"/>
                <a:ea typeface="黑体" panose="02010609060101010101" pitchFamily="49" charset="-122"/>
              </a:rPr>
              <a:t>傅氏正弦级数</a:t>
            </a:r>
            <a:endParaRPr lang="zh-CN" altLang="en-US"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wipe(down)">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8141"/>
                                        </p:tgtEl>
                                        <p:attrNameLst>
                                          <p:attrName>style.visibility</p:attrName>
                                        </p:attrNameLst>
                                      </p:cBhvr>
                                      <p:to>
                                        <p:strVal val="visible"/>
                                      </p:to>
                                    </p:set>
                                    <p:animEffect transition="in" filter="wipe(up)">
                                      <p:cBhvr>
                                        <p:cTn id="12" dur="500"/>
                                        <p:tgtEl>
                                          <p:spTgt spid="4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3106" name="Object 2"/>
          <p:cNvGraphicFramePr>
            <a:graphicFrameLocks noChangeAspect="1"/>
          </p:cNvGraphicFramePr>
          <p:nvPr/>
        </p:nvGraphicFramePr>
        <p:xfrm>
          <a:off x="2566988" y="1655764"/>
          <a:ext cx="7129462" cy="2033587"/>
        </p:xfrm>
        <a:graphic>
          <a:graphicData uri="http://schemas.openxmlformats.org/presentationml/2006/ole">
            <mc:AlternateContent xmlns:mc="http://schemas.openxmlformats.org/markup-compatibility/2006">
              <mc:Choice xmlns:v="urn:schemas-microsoft-com:vml" Requires="v">
                <p:oleObj spid="_x0000_s13" name="" r:id="rId1" imgW="8369300" imgH="2463800" progId="Equation.DSMT4">
                  <p:embed/>
                </p:oleObj>
              </mc:Choice>
              <mc:Fallback>
                <p:oleObj name="" r:id="rId1" imgW="8369300" imgH="2463800" progId="Equation.DSMT4">
                  <p:embed/>
                  <p:pic>
                    <p:nvPicPr>
                      <p:cNvPr id="0" name="Object 2"/>
                      <p:cNvPicPr/>
                      <p:nvPr/>
                    </p:nvPicPr>
                    <p:blipFill>
                      <a:blip r:embed="rId2">
                        <a:clrChange>
                          <a:clrFrom>
                            <a:srgbClr val="000000"/>
                          </a:clrFrom>
                          <a:clrTo>
                            <a:srgbClr val="E40000"/>
                          </a:clrTo>
                        </a:clrChange>
                        <a:biLevel thresh="50000"/>
                        <a:grayscl/>
                      </a:blip>
                      <a:stretch>
                        <a:fillRect/>
                      </a:stretch>
                    </p:blipFill>
                    <p:spPr>
                      <a:xfrm>
                        <a:off x="2566988" y="1655764"/>
                        <a:ext cx="7129462" cy="20335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8434" name="Rectangle 4"/>
          <p:cNvSpPr/>
          <p:nvPr/>
        </p:nvSpPr>
        <p:spPr>
          <a:xfrm>
            <a:off x="3905250" y="5443538"/>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8435" name="Rectangle 9"/>
          <p:cNvSpPr/>
          <p:nvPr/>
        </p:nvSpPr>
        <p:spPr>
          <a:xfrm>
            <a:off x="2135188" y="765176"/>
            <a:ext cx="2330450" cy="519113"/>
          </a:xfrm>
          <a:prstGeom prst="rect">
            <a:avLst/>
          </a:prstGeom>
          <a:noFill/>
          <a:ln w="25400">
            <a:noFill/>
          </a:ln>
        </p:spPr>
        <p:txBody>
          <a:bodyPr wrap="none" anchor="ctr" anchorCtr="0">
            <a:spAutoFit/>
          </a:bodyPr>
          <a:lstStyle/>
          <a:p>
            <a:r>
              <a:rPr lang="en-US" altLang="zh-CN" sz="2800" b="1" dirty="0">
                <a:solidFill>
                  <a:schemeClr val="tx2"/>
                </a:solidFill>
                <a:latin typeface="黑体" panose="02010609060101010101" pitchFamily="49" charset="-122"/>
                <a:ea typeface="黑体" panose="02010609060101010101" pitchFamily="49" charset="-122"/>
              </a:rPr>
              <a:t>6. </a:t>
            </a:r>
            <a:r>
              <a:rPr lang="zh-CN" altLang="en-US" sz="2800" b="1" dirty="0">
                <a:solidFill>
                  <a:schemeClr val="tx2"/>
                </a:solidFill>
                <a:latin typeface="黑体" panose="02010609060101010101" pitchFamily="49" charset="-122"/>
                <a:ea typeface="黑体" panose="02010609060101010101" pitchFamily="49" charset="-122"/>
              </a:rPr>
              <a:t>求系数：</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sp>
        <p:nvSpPr>
          <p:cNvPr id="18436" name="AutoShape 10"/>
          <p:cNvSpPr/>
          <p:nvPr/>
        </p:nvSpPr>
        <p:spPr>
          <a:xfrm>
            <a:off x="6240464" y="260351"/>
            <a:ext cx="3527425" cy="1008063"/>
          </a:xfrm>
          <a:prstGeom prst="cloudCallout">
            <a:avLst>
              <a:gd name="adj1" fmla="val -50898"/>
              <a:gd name="adj2" fmla="val 90157"/>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b="1" dirty="0">
                <a:solidFill>
                  <a:srgbClr val="3333FF"/>
                </a:solidFill>
                <a:latin typeface="黑体" panose="02010609060101010101" pitchFamily="49" charset="-122"/>
                <a:ea typeface="黑体" panose="02010609060101010101" pitchFamily="49" charset="-122"/>
              </a:rPr>
              <a:t>运用傅氏级数展开原理</a:t>
            </a:r>
            <a:endParaRPr lang="zh-CN" altLang="en-US" b="1" dirty="0">
              <a:solidFill>
                <a:srgbClr val="3333FF"/>
              </a:solidFill>
              <a:latin typeface="黑体" panose="02010609060101010101" pitchFamily="49" charset="-122"/>
              <a:ea typeface="黑体" panose="02010609060101010101" pitchFamily="49" charset="-122"/>
            </a:endParaRPr>
          </a:p>
        </p:txBody>
      </p:sp>
      <p:sp>
        <p:nvSpPr>
          <p:cNvPr id="18437" name="Rectangle 13"/>
          <p:cNvSpPr/>
          <p:nvPr/>
        </p:nvSpPr>
        <p:spPr>
          <a:xfrm>
            <a:off x="2279650" y="4005263"/>
            <a:ext cx="3221038" cy="519112"/>
          </a:xfrm>
          <a:prstGeom prst="rect">
            <a:avLst/>
          </a:prstGeom>
          <a:noFill/>
          <a:ln w="25400">
            <a:noFill/>
          </a:ln>
        </p:spPr>
        <p:txBody>
          <a:bodyPr wrap="none" anchor="ctr" anchorCtr="0">
            <a:spAutoFit/>
          </a:bodyPr>
          <a:lstStyle/>
          <a:p>
            <a:r>
              <a:rPr lang="zh-CN" altLang="en-US" sz="2800" b="1" dirty="0">
                <a:solidFill>
                  <a:srgbClr val="3333FF"/>
                </a:solidFill>
                <a:latin typeface="黑体" panose="02010609060101010101" pitchFamily="49" charset="-122"/>
                <a:ea typeface="黑体" panose="02010609060101010101" pitchFamily="49" charset="-122"/>
              </a:rPr>
              <a:t>带入所求解即可</a:t>
            </a:r>
            <a:r>
              <a:rPr lang="zh-CN" altLang="en-US" sz="2800" b="1" dirty="0">
                <a:solidFill>
                  <a:srgbClr val="2B03BD"/>
                </a:solidFill>
                <a:latin typeface="黑体" panose="02010609060101010101" pitchFamily="49" charset="-122"/>
                <a:ea typeface="黑体" panose="02010609060101010101" pitchFamily="49" charset="-122"/>
              </a:rPr>
              <a:t>：</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graphicFrame>
        <p:nvGraphicFramePr>
          <p:cNvPr id="18438" name="Object 15"/>
          <p:cNvGraphicFramePr>
            <a:graphicFrameLocks noChangeAspect="1"/>
          </p:cNvGraphicFramePr>
          <p:nvPr/>
        </p:nvGraphicFramePr>
        <p:xfrm>
          <a:off x="2566988" y="4724400"/>
          <a:ext cx="7200900" cy="1722438"/>
        </p:xfrm>
        <a:graphic>
          <a:graphicData uri="http://schemas.openxmlformats.org/presentationml/2006/ole">
            <mc:AlternateContent xmlns:mc="http://schemas.openxmlformats.org/markup-compatibility/2006">
              <mc:Choice xmlns:v="urn:schemas-microsoft-com:vml" Requires="v">
                <p:oleObj spid="_x0000_s2" name="" r:id="rId3" imgW="9029700" imgH="2120900" progId="Equation.DSMT4">
                  <p:embed/>
                </p:oleObj>
              </mc:Choice>
              <mc:Fallback>
                <p:oleObj name="" r:id="rId3" imgW="9029700" imgH="2120900" progId="Equation.DSMT4">
                  <p:embed/>
                  <p:pic>
                    <p:nvPicPr>
                      <p:cNvPr id="0" name="Object 15"/>
                      <p:cNvPicPr/>
                      <p:nvPr/>
                    </p:nvPicPr>
                    <p:blipFill>
                      <a:blip r:embed="rId4">
                        <a:clrChange>
                          <a:clrFrom>
                            <a:srgbClr val="000000"/>
                          </a:clrFrom>
                          <a:clrTo>
                            <a:srgbClr val="E40000"/>
                          </a:clrTo>
                        </a:clrChange>
                        <a:biLevel thresh="50000"/>
                        <a:grayscl/>
                      </a:blip>
                      <a:stretch>
                        <a:fillRect/>
                      </a:stretch>
                    </p:blipFill>
                    <p:spPr>
                      <a:xfrm>
                        <a:off x="2566988" y="4724400"/>
                        <a:ext cx="7200900" cy="1722438"/>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3106"/>
                                        </p:tgtEl>
                                        <p:attrNameLst>
                                          <p:attrName>style.visibility</p:attrName>
                                        </p:attrNameLst>
                                      </p:cBhvr>
                                      <p:to>
                                        <p:strVal val="visible"/>
                                      </p:to>
                                    </p:set>
                                    <p:animEffect transition="in" filter="wipe(up)">
                                      <p:cBhvr>
                                        <p:cTn id="7" dur="500"/>
                                        <p:tgtEl>
                                          <p:spTgt spid="303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p:cNvSpPr>
          <p:nvPr>
            <p:ph type="title"/>
          </p:nvPr>
        </p:nvSpPr>
        <p:spPr>
          <a:xfrm>
            <a:off x="1024891" y="602714"/>
            <a:ext cx="7418069" cy="792163"/>
          </a:xfrm>
        </p:spPr>
        <p:txBody>
          <a:bodyPr vert="horz" wrap="square" lIns="91440" tIns="45720" rIns="91440" bIns="45720" numCol="1" rtlCol="0" anchor="ctr" anchorCtr="0" compatLnSpc="1">
            <a:noAutofit/>
          </a:bodyPr>
          <a:lstStyle/>
          <a:p>
            <a:pPr algn="l" eaLnBrk="1" hangingPunct="1"/>
            <a:r>
              <a:rPr lang="zh-CN" altLang="en-US" sz="3200" dirty="0">
                <a:latin typeface="黑体" panose="02010609060101010101" pitchFamily="49" charset="-122"/>
                <a:ea typeface="黑体" panose="02010609060101010101" pitchFamily="49" charset="-122"/>
              </a:rPr>
              <a:t>分离变量法</a:t>
            </a:r>
            <a:r>
              <a:rPr lang="zh-CN" altLang="en-US" sz="3200" dirty="0">
                <a:solidFill>
                  <a:srgbClr val="FF0000"/>
                </a:solidFill>
                <a:latin typeface="黑体" panose="02010609060101010101" pitchFamily="49" charset="-122"/>
                <a:ea typeface="黑体" panose="02010609060101010101" pitchFamily="49" charset="-122"/>
              </a:rPr>
              <a:t>解题步骤</a:t>
            </a:r>
            <a:r>
              <a:rPr lang="en-US" altLang="zh-CN" sz="3200" dirty="0">
                <a:latin typeface="黑体" panose="02010609060101010101" pitchFamily="49" charset="-122"/>
                <a:ea typeface="黑体" panose="02010609060101010101" pitchFamily="49" charset="-122"/>
              </a:rPr>
              <a:t>(P101)</a:t>
            </a:r>
            <a:r>
              <a:rPr lang="zh-CN" altLang="en-US"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20482" name="Rectangle 3"/>
          <p:cNvSpPr>
            <a:spLocks noGrp="1" noRot="1"/>
          </p:cNvSpPr>
          <p:nvPr>
            <p:ph idx="1"/>
          </p:nvPr>
        </p:nvSpPr>
        <p:spPr>
          <a:xfrm>
            <a:off x="1536065" y="1842136"/>
            <a:ext cx="9119870" cy="4498975"/>
          </a:xfrm>
        </p:spPr>
        <p:txBody>
          <a:bodyPr vert="horz" wrap="square" lIns="91440" tIns="45720" rIns="91440" bIns="45720" numCol="1" rtlCol="0" anchor="t" anchorCtr="0" compatLnSpc="1">
            <a:noAutofit/>
          </a:bodyPr>
          <a:lstStyle/>
          <a:p>
            <a:pPr eaLnBrk="1" hangingPunct="1">
              <a:lnSpc>
                <a:spcPct val="100000"/>
              </a:lnSpc>
              <a:buNone/>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将偏微分方程的定解问题通过分离变量得到相应的常微分方程特征值问题；</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求解特征值问题，确定特征值与特征函数；</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求解满足原偏微分方程和边界条件的解；</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利用叠加原理，将解叠加；</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(5)</a:t>
            </a:r>
            <a:r>
              <a:rPr lang="zh-CN" altLang="en-US" sz="2800" b="1" dirty="0">
                <a:latin typeface="黑体" panose="02010609060101010101" pitchFamily="49" charset="-122"/>
                <a:ea typeface="黑体" panose="02010609060101010101" pitchFamily="49" charset="-122"/>
              </a:rPr>
              <a:t>利用初始条件和齐次边界条件确定叠加系数；</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(6)</a:t>
            </a:r>
            <a:r>
              <a:rPr lang="zh-CN" altLang="en-US" sz="2800" b="1" dirty="0">
                <a:latin typeface="黑体" panose="02010609060101010101" pitchFamily="49" charset="-122"/>
                <a:ea typeface="黑体" panose="02010609060101010101" pitchFamily="49" charset="-122"/>
              </a:rPr>
              <a:t>得偏微分方程定解问题的形式解。</a:t>
            </a:r>
            <a:endParaRPr lang="zh-CN" altLang="en-US" sz="2800" b="1" dirty="0">
              <a:latin typeface="黑体" panose="02010609060101010101" pitchFamily="49" charset="-122"/>
              <a:ea typeface="黑体" panose="02010609060101010101" pitchFamily="49" charset="-122"/>
            </a:endParaRPr>
          </a:p>
        </p:txBody>
      </p:sp>
      <p:sp>
        <p:nvSpPr>
          <p:cNvPr id="20483" name="Rectangle 4"/>
          <p:cNvSpPr/>
          <p:nvPr/>
        </p:nvSpPr>
        <p:spPr>
          <a:xfrm>
            <a:off x="6003635" y="-184666"/>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0484" name="Rectangle 6"/>
          <p:cNvSpPr/>
          <p:nvPr/>
        </p:nvSpPr>
        <p:spPr>
          <a:xfrm>
            <a:off x="6003635" y="-184666"/>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0485" name="Rectangle 8"/>
          <p:cNvSpPr/>
          <p:nvPr/>
        </p:nvSpPr>
        <p:spPr>
          <a:xfrm>
            <a:off x="6003635" y="3115747"/>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p:cNvSpPr>
          <p:nvPr>
            <p:ph type="title"/>
          </p:nvPr>
        </p:nvSpPr>
        <p:spPr>
          <a:xfrm>
            <a:off x="1807586" y="387350"/>
            <a:ext cx="8135937" cy="719138"/>
          </a:xfrm>
        </p:spPr>
        <p:txBody>
          <a:bodyPr vert="horz" wrap="square" lIns="91440" tIns="45720" rIns="91440" bIns="45720" numCol="1" rtlCol="0" anchor="ctr" anchorCtr="0" compatLnSpc="1">
            <a:noAutofit/>
          </a:bodyPr>
          <a:lstStyle/>
          <a:p>
            <a:pPr algn="ctr" eaLnBrk="1" hangingPunct="1"/>
            <a:r>
              <a:rPr lang="en-US" altLang="zh-CN" sz="3200" dirty="0"/>
              <a:t>Fourier</a:t>
            </a:r>
            <a:r>
              <a:rPr lang="zh-CN" altLang="en-US" sz="3200" dirty="0">
                <a:ea typeface="黑体" panose="02010609060101010101" pitchFamily="49" charset="-122"/>
              </a:rPr>
              <a:t>级数展开</a:t>
            </a:r>
            <a:endParaRPr lang="zh-CN" altLang="en-US" sz="3200" dirty="0">
              <a:ea typeface="黑体" panose="02010609060101010101" pitchFamily="49" charset="-122"/>
            </a:endParaRPr>
          </a:p>
        </p:txBody>
      </p:sp>
      <p:sp>
        <p:nvSpPr>
          <p:cNvPr id="302083" name="Rectangle 3"/>
          <p:cNvSpPr/>
          <p:nvPr/>
        </p:nvSpPr>
        <p:spPr>
          <a:xfrm>
            <a:off x="2154816" y="1853913"/>
            <a:ext cx="5905500" cy="3586163"/>
          </a:xfrm>
          <a:prstGeom prst="rect">
            <a:avLst/>
          </a:prstGeom>
          <a:noFill/>
          <a:ln w="9525">
            <a:noFill/>
          </a:ln>
        </p:spPr>
        <p:txBody>
          <a:bodyPr>
            <a:spAutoFit/>
          </a:bodyPr>
          <a:lstStyle/>
          <a:p>
            <a:pPr eaLnBrk="1" hangingPunct="1"/>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3200" b="1" dirty="0">
                <a:solidFill>
                  <a:srgbClr val="2B03BD"/>
                </a:solidFill>
                <a:latin typeface="黑体" panose="02010609060101010101" pitchFamily="49" charset="-122"/>
                <a:ea typeface="黑体" panose="02010609060101010101" pitchFamily="49" charset="-122"/>
              </a:rPr>
              <a:t>一</a:t>
            </a:r>
            <a:r>
              <a:rPr lang="en-US" altLang="zh-CN" sz="3200" b="1" dirty="0">
                <a:solidFill>
                  <a:srgbClr val="2B03BD"/>
                </a:solidFill>
                <a:latin typeface="黑体" panose="02010609060101010101" pitchFamily="49" charset="-122"/>
                <a:ea typeface="黑体" panose="02010609060101010101" pitchFamily="49" charset="-122"/>
              </a:rPr>
              <a:t>.</a:t>
            </a:r>
            <a:r>
              <a:rPr lang="zh-CN" altLang="en-US" sz="3200" b="1" dirty="0">
                <a:solidFill>
                  <a:srgbClr val="2B03BD"/>
                </a:solidFill>
                <a:latin typeface="Arial" panose="020B0604020202020204" pitchFamily="34" charset="0"/>
                <a:ea typeface="黑体" panose="02010609060101010101" pitchFamily="49" charset="-122"/>
              </a:rPr>
              <a:t>级数</a:t>
            </a:r>
            <a:endParaRPr lang="zh-CN" altLang="en-US" sz="3200" b="1" dirty="0">
              <a:solidFill>
                <a:srgbClr val="2B03BD"/>
              </a:solidFill>
              <a:latin typeface="Arial" panose="020B0604020202020204" pitchFamily="34" charset="0"/>
              <a:ea typeface="黑体" panose="02010609060101010101" pitchFamily="49" charset="-122"/>
            </a:endParaRPr>
          </a:p>
          <a:p>
            <a:pPr eaLnBrk="1" hangingPunct="1"/>
            <a:endParaRPr lang="zh-CN" altLang="en-US" sz="1000" b="1" dirty="0">
              <a:solidFill>
                <a:srgbClr val="2B03BD"/>
              </a:solidFill>
              <a:latin typeface="Arial" panose="020B0604020202020204" pitchFamily="34" charset="0"/>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    </a:t>
            </a:r>
            <a:r>
              <a:rPr lang="zh-CN" altLang="en-US" sz="3200" b="1" dirty="0">
                <a:solidFill>
                  <a:srgbClr val="2B03BD"/>
                </a:solidFill>
                <a:latin typeface="黑体" panose="02010609060101010101" pitchFamily="49" charset="-122"/>
                <a:ea typeface="黑体" panose="02010609060101010101" pitchFamily="49" charset="-122"/>
              </a:rPr>
              <a:t>二</a:t>
            </a:r>
            <a:r>
              <a:rPr lang="en-US" altLang="zh-CN" sz="3200" b="1" dirty="0">
                <a:solidFill>
                  <a:srgbClr val="2B03BD"/>
                </a:solidFill>
                <a:latin typeface="黑体" panose="02010609060101010101" pitchFamily="49" charset="-122"/>
                <a:ea typeface="黑体" panose="02010609060101010101" pitchFamily="49" charset="-122"/>
              </a:rPr>
              <a:t>.</a:t>
            </a:r>
            <a:r>
              <a:rPr lang="zh-CN" altLang="en-US" sz="3200" b="1" dirty="0">
                <a:solidFill>
                  <a:srgbClr val="2B03BD"/>
                </a:solidFill>
                <a:latin typeface="黑体" panose="02010609060101010101" pitchFamily="49" charset="-122"/>
                <a:ea typeface="黑体" panose="02010609060101010101" pitchFamily="49" charset="-122"/>
              </a:rPr>
              <a:t>三角函数系及其正交性</a:t>
            </a:r>
            <a:endParaRPr lang="zh-CN" altLang="en-US" sz="3200" b="1" dirty="0">
              <a:solidFill>
                <a:srgbClr val="2B03BD"/>
              </a:solidFill>
              <a:latin typeface="黑体" panose="02010609060101010101" pitchFamily="49" charset="-122"/>
              <a:ea typeface="黑体" panose="02010609060101010101" pitchFamily="49" charset="-122"/>
            </a:endParaRPr>
          </a:p>
          <a:p>
            <a:pPr eaLnBrk="1" hangingPunct="1"/>
            <a:endParaRPr lang="zh-CN" altLang="en-US" sz="9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    </a:t>
            </a:r>
            <a:r>
              <a:rPr lang="zh-CN" altLang="en-US" sz="3200" b="1" dirty="0">
                <a:solidFill>
                  <a:srgbClr val="2B03BD"/>
                </a:solidFill>
                <a:latin typeface="黑体" panose="02010609060101010101" pitchFamily="49" charset="-122"/>
                <a:ea typeface="黑体" panose="02010609060101010101" pitchFamily="49" charset="-122"/>
              </a:rPr>
              <a:t>三</a:t>
            </a:r>
            <a:r>
              <a:rPr lang="en-US" altLang="zh-CN" sz="3200" b="1" dirty="0">
                <a:solidFill>
                  <a:srgbClr val="2B03BD"/>
                </a:solidFill>
                <a:latin typeface="黑体" panose="02010609060101010101" pitchFamily="49" charset="-122"/>
                <a:ea typeface="黑体" panose="02010609060101010101" pitchFamily="49" charset="-122"/>
              </a:rPr>
              <a:t>.</a:t>
            </a:r>
            <a:r>
              <a:rPr lang="en-US" altLang="zh-CN" sz="3200" b="1" dirty="0">
                <a:solidFill>
                  <a:srgbClr val="2B03BD"/>
                </a:solidFill>
                <a:latin typeface="Arial" panose="020B0604020202020204" pitchFamily="34" charset="0"/>
                <a:ea typeface="黑体" panose="02010609060101010101" pitchFamily="49" charset="-122"/>
              </a:rPr>
              <a:t>Fourier</a:t>
            </a:r>
            <a:r>
              <a:rPr lang="zh-CN" altLang="en-US" sz="3200" b="1" dirty="0">
                <a:solidFill>
                  <a:srgbClr val="2B03BD"/>
                </a:solidFill>
                <a:latin typeface="黑体" panose="02010609060101010101" pitchFamily="49" charset="-122"/>
                <a:ea typeface="黑体" panose="02010609060101010101" pitchFamily="49" charset="-122"/>
              </a:rPr>
              <a:t>级数展开</a:t>
            </a:r>
            <a:endParaRPr lang="zh-CN" altLang="en-US" sz="3200" b="1" dirty="0">
              <a:solidFill>
                <a:srgbClr val="2B03BD"/>
              </a:solidFill>
              <a:latin typeface="黑体" panose="02010609060101010101" pitchFamily="49" charset="-122"/>
              <a:ea typeface="黑体" panose="02010609060101010101" pitchFamily="49" charset="-122"/>
            </a:endParaRPr>
          </a:p>
          <a:p>
            <a:pPr eaLnBrk="1" hangingPunct="1"/>
            <a:endParaRPr lang="zh-CN" altLang="en-US" sz="10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    </a:t>
            </a:r>
            <a:r>
              <a:rPr lang="zh-CN" altLang="en-US" sz="3200" b="1" dirty="0">
                <a:solidFill>
                  <a:srgbClr val="2B03BD"/>
                </a:solidFill>
                <a:latin typeface="黑体" panose="02010609060101010101" pitchFamily="49" charset="-122"/>
                <a:ea typeface="黑体" panose="02010609060101010101" pitchFamily="49" charset="-122"/>
              </a:rPr>
              <a:t>四</a:t>
            </a:r>
            <a:r>
              <a:rPr lang="en-US" altLang="zh-CN" sz="3200" b="1" dirty="0">
                <a:solidFill>
                  <a:srgbClr val="2B03BD"/>
                </a:solidFill>
                <a:latin typeface="黑体" panose="02010609060101010101" pitchFamily="49" charset="-122"/>
                <a:ea typeface="黑体" panose="02010609060101010101" pitchFamily="49" charset="-122"/>
              </a:rPr>
              <a:t>.</a:t>
            </a:r>
            <a:r>
              <a:rPr lang="zh-CN" altLang="en-US" sz="3200" b="1" dirty="0">
                <a:solidFill>
                  <a:srgbClr val="2B03BD"/>
                </a:solidFill>
                <a:latin typeface="黑体" panose="02010609060101010101" pitchFamily="49" charset="-122"/>
                <a:ea typeface="黑体" panose="02010609060101010101" pitchFamily="49" charset="-122"/>
              </a:rPr>
              <a:t>正弦级数与余弦级数</a:t>
            </a:r>
            <a:endParaRPr lang="zh-CN" altLang="en-US" sz="3200" b="1" dirty="0">
              <a:solidFill>
                <a:srgbClr val="2B03BD"/>
              </a:solidFill>
              <a:latin typeface="黑体" panose="02010609060101010101" pitchFamily="49" charset="-122"/>
              <a:ea typeface="黑体" panose="02010609060101010101" pitchFamily="49" charset="-122"/>
            </a:endParaRPr>
          </a:p>
          <a:p>
            <a:pPr eaLnBrk="1" hangingPunct="1"/>
            <a:endParaRPr lang="zh-CN" altLang="en-US" sz="10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    </a:t>
            </a:r>
            <a:r>
              <a:rPr lang="zh-CN" altLang="en-US" sz="3200" b="1" dirty="0">
                <a:solidFill>
                  <a:srgbClr val="2B03BD"/>
                </a:solidFill>
                <a:latin typeface="黑体" panose="02010609060101010101" pitchFamily="49" charset="-122"/>
                <a:ea typeface="黑体" panose="02010609060101010101" pitchFamily="49" charset="-122"/>
              </a:rPr>
              <a:t>五</a:t>
            </a:r>
            <a:r>
              <a:rPr lang="en-US" altLang="zh-CN" sz="3200" b="1" dirty="0">
                <a:solidFill>
                  <a:srgbClr val="2B03BD"/>
                </a:solidFill>
                <a:latin typeface="黑体" panose="02010609060101010101" pitchFamily="49" charset="-122"/>
                <a:ea typeface="黑体" panose="02010609060101010101" pitchFamily="49" charset="-122"/>
              </a:rPr>
              <a:t>.</a:t>
            </a:r>
            <a:r>
              <a:rPr lang="zh-CN" altLang="en-US" sz="3200" b="1" dirty="0">
                <a:solidFill>
                  <a:srgbClr val="2B03BD"/>
                </a:solidFill>
                <a:latin typeface="黑体" panose="02010609060101010101" pitchFamily="49" charset="-122"/>
                <a:ea typeface="黑体" panose="02010609060101010101" pitchFamily="49" charset="-122"/>
              </a:rPr>
              <a:t>傅氏解的物理意义</a:t>
            </a:r>
            <a:endParaRPr lang="zh-CN" altLang="en-US" sz="2800" b="1" dirty="0">
              <a:solidFill>
                <a:srgbClr val="2B03BD"/>
              </a:solidFill>
              <a:latin typeface="黑体" panose="02010609060101010101" pitchFamily="49" charset="-122"/>
              <a:ea typeface="黑体" panose="02010609060101010101" pitchFamily="49" charset="-122"/>
            </a:endParaRPr>
          </a:p>
          <a:p>
            <a:pPr eaLnBrk="1" hangingPunct="1"/>
            <a:endParaRPr lang="en-US" altLang="zh-CN" sz="2800" b="1" dirty="0">
              <a:solidFill>
                <a:srgbClr val="2B03BD"/>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2083"/>
                                        </p:tgtEl>
                                        <p:attrNameLst>
                                          <p:attrName>style.visibility</p:attrName>
                                        </p:attrNameLst>
                                      </p:cBhvr>
                                      <p:to>
                                        <p:strVal val="visible"/>
                                      </p:to>
                                    </p:set>
                                    <p:animEffect transition="in" filter="wipe(down)">
                                      <p:cBhvr>
                                        <p:cTn id="7" dur="500"/>
                                        <p:tgtEl>
                                          <p:spTgt spid="30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p:nvPr/>
        </p:nvSpPr>
        <p:spPr>
          <a:xfrm>
            <a:off x="3905250" y="5443538"/>
            <a:ext cx="9144000" cy="369332"/>
          </a:xfrm>
          <a:prstGeom prst="rect">
            <a:avLst/>
          </a:prstGeom>
          <a:noFill/>
          <a:ln w="9525">
            <a:noFill/>
          </a:ln>
        </p:spPr>
        <p:txBody>
          <a:bodyPr>
            <a:spAutoFit/>
          </a:bodyPr>
          <a:lstStyle/>
          <a:p>
            <a:pPr algn="ctr"/>
            <a:endParaRPr lang="zh-CN" altLang="en-US" dirty="0">
              <a:latin typeface="Arial" panose="020B0604020202020204" pitchFamily="34" charset="0"/>
            </a:endParaRPr>
          </a:p>
        </p:txBody>
      </p:sp>
      <p:sp>
        <p:nvSpPr>
          <p:cNvPr id="11267" name="Rectangle 10"/>
          <p:cNvSpPr>
            <a:spLocks noRot="1"/>
          </p:cNvSpPr>
          <p:nvPr/>
        </p:nvSpPr>
        <p:spPr>
          <a:xfrm>
            <a:off x="1774825" y="404814"/>
            <a:ext cx="5113338" cy="1038225"/>
          </a:xfrm>
          <a:prstGeom prst="rect">
            <a:avLst/>
          </a:prstGeom>
          <a:noFill/>
          <a:ln w="9525">
            <a:noFill/>
          </a:ln>
        </p:spPr>
        <p:txBody>
          <a:bodyPr anchor="ctr" anchorCtr="0"/>
          <a:lstStyle/>
          <a:p>
            <a:pPr algn="ctr" eaLnBrk="1" hangingPunct="1"/>
            <a:r>
              <a:rPr lang="zh-CN" altLang="en-US" sz="3200" b="1" dirty="0">
                <a:solidFill>
                  <a:schemeClr val="tx2"/>
                </a:solidFill>
                <a:latin typeface="Arial" panose="020B0604020202020204" pitchFamily="34" charset="0"/>
                <a:ea typeface="黑体" panose="02010609060101010101" pitchFamily="49" charset="-122"/>
              </a:rPr>
              <a:t>一</a:t>
            </a:r>
            <a:r>
              <a:rPr lang="en-US" altLang="zh-CN" sz="3200" b="1" dirty="0">
                <a:solidFill>
                  <a:schemeClr val="tx2"/>
                </a:solidFill>
                <a:latin typeface="Arial" panose="020B0604020202020204" pitchFamily="34" charset="0"/>
                <a:ea typeface="黑体" panose="02010609060101010101" pitchFamily="49" charset="-122"/>
              </a:rPr>
              <a:t>. </a:t>
            </a:r>
            <a:r>
              <a:rPr lang="en-US" altLang="zh-CN" sz="3200" b="1" dirty="0">
                <a:solidFill>
                  <a:schemeClr val="tx2"/>
                </a:solidFill>
                <a:latin typeface="Arial" panose="020B0604020202020204" pitchFamily="34" charset="0"/>
              </a:rPr>
              <a:t>Fourier</a:t>
            </a:r>
            <a:r>
              <a:rPr lang="zh-CN" altLang="en-US" sz="3200" b="1" dirty="0">
                <a:solidFill>
                  <a:schemeClr val="tx2"/>
                </a:solidFill>
                <a:latin typeface="Arial" panose="020B0604020202020204" pitchFamily="34" charset="0"/>
                <a:ea typeface="黑体" panose="02010609060101010101" pitchFamily="49" charset="-122"/>
              </a:rPr>
              <a:t>级数：</a:t>
            </a:r>
            <a:endParaRPr lang="zh-CN" altLang="en-US" sz="3200" b="1" dirty="0">
              <a:solidFill>
                <a:schemeClr val="tx2"/>
              </a:solidFill>
              <a:latin typeface="Arial" panose="020B0604020202020204" pitchFamily="34" charset="0"/>
              <a:ea typeface="黑体" panose="02010609060101010101" pitchFamily="49" charset="-122"/>
            </a:endParaRPr>
          </a:p>
        </p:txBody>
      </p:sp>
      <p:sp>
        <p:nvSpPr>
          <p:cNvPr id="11268" name="Rectangle 12"/>
          <p:cNvSpPr/>
          <p:nvPr/>
        </p:nvSpPr>
        <p:spPr>
          <a:xfrm>
            <a:off x="6003635" y="2644259"/>
            <a:ext cx="184731" cy="369332"/>
          </a:xfrm>
          <a:prstGeom prst="rect">
            <a:avLst/>
          </a:prstGeom>
          <a:noFill/>
          <a:ln w="9525">
            <a:noFill/>
          </a:ln>
        </p:spPr>
        <p:txBody>
          <a:bodyPr wrap="none" anchor="ctr" anchorCtr="0">
            <a:spAutoFit/>
          </a:bodyPr>
          <a:lstStyle/>
          <a:p>
            <a:pPr algn="ctr"/>
            <a:endParaRPr lang="zh-CN" altLang="en-US" dirty="0">
              <a:latin typeface="Arial" panose="020B0604020202020204" pitchFamily="34" charset="0"/>
            </a:endParaRPr>
          </a:p>
        </p:txBody>
      </p:sp>
      <p:graphicFrame>
        <p:nvGraphicFramePr>
          <p:cNvPr id="11269" name="Object 11"/>
          <p:cNvGraphicFramePr>
            <a:graphicFrameLocks noChangeAspect="1"/>
          </p:cNvGraphicFramePr>
          <p:nvPr/>
        </p:nvGraphicFramePr>
        <p:xfrm>
          <a:off x="3071813" y="1844676"/>
          <a:ext cx="6481762" cy="1979613"/>
        </p:xfrm>
        <a:graphic>
          <a:graphicData uri="http://schemas.openxmlformats.org/presentationml/2006/ole">
            <mc:AlternateContent xmlns:mc="http://schemas.openxmlformats.org/markup-compatibility/2006">
              <mc:Choice xmlns:v="urn:schemas-microsoft-com:vml" Requires="v">
                <p:oleObj spid="_x0000_s13" name="" r:id="rId1" imgW="3009900" imgH="914400" progId="Equation.DSMT4">
                  <p:embed/>
                </p:oleObj>
              </mc:Choice>
              <mc:Fallback>
                <p:oleObj name="" r:id="rId1" imgW="3009900" imgH="914400" progId="Equation.DSMT4">
                  <p:embed/>
                  <p:pic>
                    <p:nvPicPr>
                      <p:cNvPr id="0" name="Object 11"/>
                      <p:cNvPicPr/>
                      <p:nvPr/>
                    </p:nvPicPr>
                    <p:blipFill>
                      <a:blip r:embed="rId2"/>
                      <a:stretch>
                        <a:fillRect/>
                      </a:stretch>
                    </p:blipFill>
                    <p:spPr>
                      <a:xfrm>
                        <a:off x="3071813" y="1844676"/>
                        <a:ext cx="6481762" cy="197961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1270" name="Rectangle 13"/>
          <p:cNvSpPr/>
          <p:nvPr/>
        </p:nvSpPr>
        <p:spPr>
          <a:xfrm>
            <a:off x="2566988" y="1311276"/>
            <a:ext cx="1509712" cy="519113"/>
          </a:xfrm>
          <a:prstGeom prst="rect">
            <a:avLst/>
          </a:prstGeom>
          <a:noFill/>
          <a:ln w="9525">
            <a:noFill/>
          </a:ln>
        </p:spPr>
        <p:txBody>
          <a:bodyPr wrap="none" anchor="ctr" anchorCtr="0">
            <a:spAutoFit/>
          </a:bodyPr>
          <a:lstStyle/>
          <a:p>
            <a:pPr eaLnBrk="1" hangingPunct="1"/>
            <a:r>
              <a:rPr lang="en-US" altLang="zh-CN" b="1" dirty="0">
                <a:latin typeface="Arial" panose="020B0604020202020204" pitchFamily="34" charset="0"/>
              </a:rPr>
              <a:t>  </a:t>
            </a:r>
            <a:r>
              <a:rPr lang="en-US" altLang="zh-CN" sz="2800" b="1" dirty="0">
                <a:solidFill>
                  <a:srgbClr val="2B03BD"/>
                </a:solidFill>
                <a:latin typeface="黑体" panose="02010609060101010101" pitchFamily="49" charset="-122"/>
                <a:ea typeface="黑体" panose="02010609060101010101" pitchFamily="49" charset="-122"/>
              </a:rPr>
              <a:t>1.</a:t>
            </a:r>
            <a:r>
              <a:rPr lang="zh-CN" altLang="en-US" sz="2800" b="1" dirty="0">
                <a:solidFill>
                  <a:srgbClr val="2B03BD"/>
                </a:solidFill>
                <a:latin typeface="黑体" panose="02010609060101010101" pitchFamily="49" charset="-122"/>
                <a:ea typeface="黑体" panose="02010609060101010101" pitchFamily="49" charset="-122"/>
              </a:rPr>
              <a:t>级数</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1271" name="Rectangle 14"/>
          <p:cNvSpPr/>
          <p:nvPr/>
        </p:nvSpPr>
        <p:spPr>
          <a:xfrm>
            <a:off x="2566988" y="3860801"/>
            <a:ext cx="1866900" cy="519113"/>
          </a:xfrm>
          <a:prstGeom prst="rect">
            <a:avLst/>
          </a:prstGeom>
          <a:noFill/>
          <a:ln w="9525">
            <a:noFill/>
          </a:ln>
        </p:spPr>
        <p:txBody>
          <a:bodyPr wrap="none" anchor="ctr" anchorCtr="0">
            <a:spAutoFit/>
          </a:bodyPr>
          <a:lstStyle/>
          <a:p>
            <a:pPr eaLnBrk="1" hangingPunct="1"/>
            <a:r>
              <a:rPr lang="en-US" altLang="zh-CN" b="1" dirty="0">
                <a:latin typeface="Arial" panose="020B0604020202020204" pitchFamily="34" charset="0"/>
              </a:rPr>
              <a:t>  </a:t>
            </a:r>
            <a:r>
              <a:rPr lang="en-US" altLang="zh-CN" sz="2800" b="1" dirty="0">
                <a:solidFill>
                  <a:srgbClr val="2B03BD"/>
                </a:solidFill>
                <a:latin typeface="黑体" panose="02010609060101010101" pitchFamily="49" charset="-122"/>
                <a:ea typeface="黑体" panose="02010609060101010101" pitchFamily="49" charset="-122"/>
              </a:rPr>
              <a:t>2.</a:t>
            </a:r>
            <a:r>
              <a:rPr lang="zh-CN" altLang="en-US" sz="2800" b="1" dirty="0">
                <a:solidFill>
                  <a:srgbClr val="2B03BD"/>
                </a:solidFill>
                <a:latin typeface="黑体" panose="02010609060101010101" pitchFamily="49" charset="-122"/>
                <a:ea typeface="黑体" panose="02010609060101010101" pitchFamily="49" charset="-122"/>
              </a:rPr>
              <a:t>幂级数</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1272" name="Rectangle 16"/>
          <p:cNvSpPr/>
          <p:nvPr/>
        </p:nvSpPr>
        <p:spPr>
          <a:xfrm>
            <a:off x="1524000" y="2886075"/>
            <a:ext cx="9144000" cy="0"/>
          </a:xfrm>
          <a:prstGeom prst="rect">
            <a:avLst/>
          </a:prstGeom>
          <a:solidFill>
            <a:srgbClr val="00FFFF"/>
          </a:solidFill>
          <a:ln w="9525">
            <a:noFill/>
          </a:ln>
          <a:effectLst>
            <a:outerShdw dist="107763" dir="2699999" algn="ctr" rotWithShape="0">
              <a:srgbClr val="808080">
                <a:alpha val="50000"/>
              </a:srgbClr>
            </a:outerShdw>
          </a:effectLst>
        </p:spPr>
        <p:txBody>
          <a:bodyPr/>
          <a:lstStyle/>
          <a:p>
            <a:pPr algn="ctr"/>
            <a:endParaRPr lang="zh-CN" altLang="en-US" dirty="0">
              <a:latin typeface="Arial" panose="020B0604020202020204" pitchFamily="34" charset="0"/>
            </a:endParaRPr>
          </a:p>
        </p:txBody>
      </p:sp>
      <p:graphicFrame>
        <p:nvGraphicFramePr>
          <p:cNvPr id="11273" name="Object 15"/>
          <p:cNvGraphicFramePr>
            <a:graphicFrameLocks noChangeAspect="1"/>
          </p:cNvGraphicFramePr>
          <p:nvPr/>
        </p:nvGraphicFramePr>
        <p:xfrm>
          <a:off x="3000376" y="4508500"/>
          <a:ext cx="7343775" cy="1879600"/>
        </p:xfrm>
        <a:graphic>
          <a:graphicData uri="http://schemas.openxmlformats.org/presentationml/2006/ole">
            <mc:AlternateContent xmlns:mc="http://schemas.openxmlformats.org/markup-compatibility/2006">
              <mc:Choice xmlns:v="urn:schemas-microsoft-com:vml" Requires="v">
                <p:oleObj spid="_x0000_s2" name="" r:id="rId3" imgW="3581400" imgH="914400" progId="Equation.DSMT4">
                  <p:embed/>
                </p:oleObj>
              </mc:Choice>
              <mc:Fallback>
                <p:oleObj name="" r:id="rId3" imgW="3581400" imgH="914400" progId="Equation.DSMT4">
                  <p:embed/>
                  <p:pic>
                    <p:nvPicPr>
                      <p:cNvPr id="0" name="Object 15"/>
                      <p:cNvPicPr/>
                      <p:nvPr/>
                    </p:nvPicPr>
                    <p:blipFill>
                      <a:blip r:embed="rId4"/>
                      <a:stretch>
                        <a:fillRect/>
                      </a:stretch>
                    </p:blipFill>
                    <p:spPr>
                      <a:xfrm>
                        <a:off x="3000376" y="4508500"/>
                        <a:ext cx="7343775" cy="18796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p:nvPr/>
        </p:nvSpPr>
        <p:spPr>
          <a:xfrm>
            <a:off x="3905250" y="5443538"/>
            <a:ext cx="9144000" cy="369332"/>
          </a:xfrm>
          <a:prstGeom prst="rect">
            <a:avLst/>
          </a:prstGeom>
          <a:noFill/>
          <a:ln w="9525">
            <a:noFill/>
          </a:ln>
        </p:spPr>
        <p:txBody>
          <a:bodyPr>
            <a:spAutoFit/>
          </a:bodyPr>
          <a:lstStyle/>
          <a:p>
            <a:pPr algn="ctr"/>
            <a:endParaRPr lang="zh-CN" altLang="en-US" dirty="0">
              <a:latin typeface="Arial" panose="020B0604020202020204" pitchFamily="34" charset="0"/>
            </a:endParaRPr>
          </a:p>
        </p:txBody>
      </p:sp>
      <p:sp>
        <p:nvSpPr>
          <p:cNvPr id="12291" name="Rectangle 4"/>
          <p:cNvSpPr/>
          <p:nvPr/>
        </p:nvSpPr>
        <p:spPr>
          <a:xfrm>
            <a:off x="6003635" y="2644259"/>
            <a:ext cx="184731" cy="369332"/>
          </a:xfrm>
          <a:prstGeom prst="rect">
            <a:avLst/>
          </a:prstGeom>
          <a:noFill/>
          <a:ln w="9525">
            <a:noFill/>
          </a:ln>
        </p:spPr>
        <p:txBody>
          <a:bodyPr wrap="none" anchor="ctr" anchorCtr="0">
            <a:spAutoFit/>
          </a:bodyPr>
          <a:lstStyle/>
          <a:p>
            <a:pPr algn="ctr"/>
            <a:endParaRPr lang="zh-CN" altLang="en-US" dirty="0">
              <a:latin typeface="Arial" panose="020B0604020202020204" pitchFamily="34" charset="0"/>
            </a:endParaRPr>
          </a:p>
        </p:txBody>
      </p:sp>
      <p:sp>
        <p:nvSpPr>
          <p:cNvPr id="12292" name="Rectangle 7"/>
          <p:cNvSpPr/>
          <p:nvPr/>
        </p:nvSpPr>
        <p:spPr>
          <a:xfrm>
            <a:off x="2495550" y="877889"/>
            <a:ext cx="4491038" cy="579437"/>
          </a:xfrm>
          <a:prstGeom prst="rect">
            <a:avLst/>
          </a:prstGeom>
          <a:noFill/>
          <a:ln w="9525">
            <a:noFill/>
          </a:ln>
        </p:spPr>
        <p:txBody>
          <a:bodyPr wrap="none" anchor="ctr" anchorCtr="0">
            <a:spAutoFit/>
          </a:bodyPr>
          <a:lstStyle/>
          <a:p>
            <a:pPr eaLnBrk="1" hangingPunct="1"/>
            <a:r>
              <a:rPr lang="en-US" altLang="zh-CN" sz="3200" b="1" dirty="0">
                <a:latin typeface="Arial" panose="020B0604020202020204" pitchFamily="34" charset="0"/>
              </a:rPr>
              <a:t>  </a:t>
            </a:r>
            <a:r>
              <a:rPr lang="en-US" altLang="zh-CN" sz="3200" b="1" dirty="0">
                <a:solidFill>
                  <a:srgbClr val="2B03BD"/>
                </a:solidFill>
                <a:latin typeface="黑体" panose="02010609060101010101" pitchFamily="49" charset="-122"/>
                <a:ea typeface="黑体" panose="02010609060101010101" pitchFamily="49" charset="-122"/>
              </a:rPr>
              <a:t>3.</a:t>
            </a:r>
            <a:r>
              <a:rPr lang="zh-CN" altLang="en-US" sz="3200" b="1" dirty="0">
                <a:solidFill>
                  <a:srgbClr val="2B03BD"/>
                </a:solidFill>
                <a:latin typeface="黑体" panose="02010609060101010101" pitchFamily="49" charset="-122"/>
                <a:ea typeface="黑体" panose="02010609060101010101" pitchFamily="49" charset="-122"/>
              </a:rPr>
              <a:t>麦克劳林级数展开式</a:t>
            </a:r>
            <a:endParaRPr lang="zh-CN" altLang="en-US" sz="3200" b="1" dirty="0">
              <a:solidFill>
                <a:srgbClr val="2B03BD"/>
              </a:solidFill>
              <a:latin typeface="黑体" panose="02010609060101010101" pitchFamily="49" charset="-122"/>
              <a:ea typeface="黑体" panose="02010609060101010101" pitchFamily="49" charset="-122"/>
            </a:endParaRPr>
          </a:p>
        </p:txBody>
      </p:sp>
      <p:sp>
        <p:nvSpPr>
          <p:cNvPr id="12293" name="Rectangle 8"/>
          <p:cNvSpPr/>
          <p:nvPr/>
        </p:nvSpPr>
        <p:spPr>
          <a:xfrm>
            <a:off x="6003635" y="2701409"/>
            <a:ext cx="184731" cy="369332"/>
          </a:xfrm>
          <a:prstGeom prst="rect">
            <a:avLst/>
          </a:prstGeom>
          <a:noFill/>
          <a:ln w="9525">
            <a:noFill/>
          </a:ln>
        </p:spPr>
        <p:txBody>
          <a:bodyPr wrap="none" anchor="ctr" anchorCtr="0">
            <a:spAutoFit/>
          </a:bodyPr>
          <a:lstStyle/>
          <a:p>
            <a:pPr algn="ctr"/>
            <a:endParaRPr lang="zh-CN" altLang="en-US" dirty="0">
              <a:latin typeface="Arial" panose="020B0604020202020204" pitchFamily="34" charset="0"/>
            </a:endParaRPr>
          </a:p>
        </p:txBody>
      </p:sp>
      <p:pic>
        <p:nvPicPr>
          <p:cNvPr id="12294" name="Picture 10"/>
          <p:cNvPicPr>
            <a:picLocks noChangeAspect="1"/>
          </p:cNvPicPr>
          <p:nvPr/>
        </p:nvPicPr>
        <p:blipFill>
          <a:blip r:embed="rId1"/>
          <a:srcRect t="9549"/>
          <a:stretch>
            <a:fillRect/>
          </a:stretch>
        </p:blipFill>
        <p:spPr>
          <a:xfrm>
            <a:off x="2855913" y="1773238"/>
            <a:ext cx="6553200" cy="4279900"/>
          </a:xfrm>
          <a:prstGeom prst="rect">
            <a:avLst/>
          </a:prstGeom>
          <a:solidFill>
            <a:srgbClr val="00FFFF"/>
          </a:solidFill>
          <a:ln w="9525">
            <a:noFill/>
          </a:ln>
          <a:effectLst>
            <a:outerShdw dist="107763" dir="2699999" algn="ctr" rotWithShape="0">
              <a:srgbClr val="80808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p:cNvSpPr>
          <p:nvPr>
            <p:ph type="title"/>
          </p:nvPr>
        </p:nvSpPr>
        <p:spPr>
          <a:xfrm>
            <a:off x="2063750" y="404814"/>
            <a:ext cx="5761038" cy="822325"/>
          </a:xfrm>
        </p:spPr>
        <p:txBody>
          <a:bodyPr vert="horz" wrap="square" lIns="91440" tIns="45720" rIns="91440" bIns="45720" numCol="1" anchor="ctr" anchorCtr="0" compatLnSpc="1"/>
          <a:lstStyle/>
          <a:p>
            <a:pPr eaLnBrk="1" hangingPunct="1"/>
            <a:r>
              <a:rPr lang="zh-CN" altLang="en-US" sz="3200" dirty="0">
                <a:ea typeface="黑体" panose="02010609060101010101" pitchFamily="49" charset="-122"/>
              </a:rPr>
              <a:t>二</a:t>
            </a:r>
            <a:r>
              <a:rPr lang="en-US" altLang="zh-CN" sz="3200" dirty="0">
                <a:ea typeface="黑体" panose="02010609060101010101" pitchFamily="49" charset="-122"/>
              </a:rPr>
              <a:t>.  </a:t>
            </a:r>
            <a:r>
              <a:rPr lang="zh-CN" altLang="en-US" sz="3200" dirty="0">
                <a:ea typeface="黑体" panose="02010609060101010101" pitchFamily="49" charset="-122"/>
              </a:rPr>
              <a:t>三角级数系及其正交性：</a:t>
            </a:r>
            <a:endParaRPr lang="zh-CN" altLang="en-US" sz="3200" dirty="0">
              <a:ea typeface="黑体" panose="02010609060101010101" pitchFamily="49" charset="-122"/>
            </a:endParaRPr>
          </a:p>
        </p:txBody>
      </p:sp>
      <p:graphicFrame>
        <p:nvGraphicFramePr>
          <p:cNvPr id="188419" name="Object 3"/>
          <p:cNvGraphicFramePr>
            <a:graphicFrameLocks noGrp="1" noChangeAspect="1"/>
          </p:cNvGraphicFramePr>
          <p:nvPr>
            <p:ph sz="half" idx="1"/>
          </p:nvPr>
        </p:nvGraphicFramePr>
        <p:xfrm>
          <a:off x="2640013" y="1268414"/>
          <a:ext cx="7200900" cy="1685925"/>
        </p:xfrm>
        <a:graphic>
          <a:graphicData uri="http://schemas.openxmlformats.org/presentationml/2006/ole">
            <mc:AlternateContent xmlns:mc="http://schemas.openxmlformats.org/markup-compatibility/2006">
              <mc:Choice xmlns:v="urn:schemas-microsoft-com:vml" Requires="v">
                <p:oleObj spid="_x0000_s13" name="" r:id="rId1" imgW="3035300" imgH="711200" progId="Equation.DSMT4">
                  <p:embed/>
                </p:oleObj>
              </mc:Choice>
              <mc:Fallback>
                <p:oleObj name="" r:id="rId1" imgW="3035300" imgH="711200" progId="Equation.DSMT4">
                  <p:embed/>
                  <p:pic>
                    <p:nvPicPr>
                      <p:cNvPr id="0" name="Object 3"/>
                      <p:cNvPicPr/>
                      <p:nvPr/>
                    </p:nvPicPr>
                    <p:blipFill>
                      <a:blip r:embed="rId2"/>
                      <a:srcRect/>
                      <a:stretch>
                        <a:fillRect/>
                      </a:stretch>
                    </p:blipFill>
                    <p:spPr>
                      <a:xfrm>
                        <a:off x="2640013" y="1268414"/>
                        <a:ext cx="7200900" cy="1685925"/>
                      </a:xfrm>
                      <a:prstGeom prst="rect">
                        <a:avLst/>
                      </a:prstGeom>
                      <a:solidFill>
                        <a:srgbClr val="00FFFF">
                          <a:alpha val="100000"/>
                        </a:srgbClr>
                      </a:solidFill>
                      <a:ln w="38100">
                        <a:miter/>
                      </a:ln>
                      <a:effectLst>
                        <a:outerShdw dist="107763" dir="2699999" algn="ctr" rotWithShape="0">
                          <a:srgbClr val="808080">
                            <a:alpha val="50000"/>
                          </a:srgbClr>
                        </a:outerShdw>
                      </a:effectLst>
                    </p:spPr>
                  </p:pic>
                </p:oleObj>
              </mc:Fallback>
            </mc:AlternateContent>
          </a:graphicData>
        </a:graphic>
      </p:graphicFrame>
      <p:graphicFrame>
        <p:nvGraphicFramePr>
          <p:cNvPr id="188420" name="Object 4"/>
          <p:cNvGraphicFramePr>
            <a:graphicFrameLocks noGrp="1" noChangeAspect="1"/>
          </p:cNvGraphicFramePr>
          <p:nvPr>
            <p:ph sz="quarter" idx="2"/>
          </p:nvPr>
        </p:nvGraphicFramePr>
        <p:xfrm>
          <a:off x="2640014" y="3068639"/>
          <a:ext cx="6840537" cy="2420937"/>
        </p:xfrm>
        <a:graphic>
          <a:graphicData uri="http://schemas.openxmlformats.org/presentationml/2006/ole">
            <mc:AlternateContent xmlns:mc="http://schemas.openxmlformats.org/markup-compatibility/2006">
              <mc:Choice xmlns:v="urn:schemas-microsoft-com:vml" Requires="v">
                <p:oleObj spid="_x0000_s2" name="" r:id="rId3" imgW="2870200" imgH="1016000" progId="Equation.DSMT4">
                  <p:embed/>
                </p:oleObj>
              </mc:Choice>
              <mc:Fallback>
                <p:oleObj name="" r:id="rId3" imgW="2870200" imgH="1016000" progId="Equation.DSMT4">
                  <p:embed/>
                  <p:pic>
                    <p:nvPicPr>
                      <p:cNvPr id="0" name="Object 4"/>
                      <p:cNvPicPr/>
                      <p:nvPr/>
                    </p:nvPicPr>
                    <p:blipFill>
                      <a:blip r:embed="rId4"/>
                      <a:srcRect/>
                      <a:stretch>
                        <a:fillRect/>
                      </a:stretch>
                    </p:blipFill>
                    <p:spPr>
                      <a:xfrm>
                        <a:off x="2640014" y="3068639"/>
                        <a:ext cx="6840537" cy="2420937"/>
                      </a:xfrm>
                      <a:prstGeom prst="rect">
                        <a:avLst/>
                      </a:prstGeom>
                      <a:solidFill>
                        <a:srgbClr val="00FFFF">
                          <a:alpha val="100000"/>
                        </a:srgbClr>
                      </a:solidFill>
                      <a:ln w="38100">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8419"/>
                                        </p:tgtEl>
                                        <p:attrNameLst>
                                          <p:attrName>style.visibility</p:attrName>
                                        </p:attrNameLst>
                                      </p:cBhvr>
                                      <p:to>
                                        <p:strVal val="visible"/>
                                      </p:to>
                                    </p:set>
                                    <p:animEffect transition="in" filter="wipe(down)">
                                      <p:cBhvr>
                                        <p:cTn id="7" dur="500"/>
                                        <p:tgtEl>
                                          <p:spTgt spid="1884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8420"/>
                                        </p:tgtEl>
                                        <p:attrNameLst>
                                          <p:attrName>style.visibility</p:attrName>
                                        </p:attrNameLst>
                                      </p:cBhvr>
                                      <p:to>
                                        <p:strVal val="visible"/>
                                      </p:to>
                                    </p:set>
                                    <p:animEffect transition="in" filter="wipe(down)">
                                      <p:cBhvr>
                                        <p:cTn id="12" dur="500"/>
                                        <p:tgtEl>
                                          <p:spTgt spid="188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5"/>
          <p:cNvPicPr>
            <a:picLocks noChangeAspect="1"/>
          </p:cNvPicPr>
          <p:nvPr/>
        </p:nvPicPr>
        <p:blipFill>
          <a:blip r:embed="rId1"/>
          <a:stretch>
            <a:fillRect/>
          </a:stretch>
        </p:blipFill>
        <p:spPr>
          <a:xfrm>
            <a:off x="2008189" y="873125"/>
            <a:ext cx="8175625" cy="51117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2"/>
          <p:cNvPicPr>
            <a:picLocks noChangeAspect="1"/>
          </p:cNvPicPr>
          <p:nvPr/>
        </p:nvPicPr>
        <p:blipFill>
          <a:blip r:embed="rId1"/>
          <a:stretch>
            <a:fillRect/>
          </a:stretch>
        </p:blipFill>
        <p:spPr>
          <a:xfrm>
            <a:off x="2214564" y="652464"/>
            <a:ext cx="7762875" cy="55530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Grp="1" noChangeAspect="1"/>
          </p:cNvGraphicFramePr>
          <p:nvPr>
            <p:ph sz="half" idx="1"/>
          </p:nvPr>
        </p:nvGraphicFramePr>
        <p:xfrm>
          <a:off x="2640014" y="1412875"/>
          <a:ext cx="6911975" cy="1582738"/>
        </p:xfrm>
        <a:graphic>
          <a:graphicData uri="http://schemas.openxmlformats.org/presentationml/2006/ole">
            <mc:AlternateContent xmlns:mc="http://schemas.openxmlformats.org/markup-compatibility/2006">
              <mc:Choice xmlns:v="urn:schemas-microsoft-com:vml" Requires="v">
                <p:oleObj spid="_x0000_s13" name="" r:id="rId1" imgW="2882900" imgH="660400" progId="Equation.DSMT4">
                  <p:embed/>
                </p:oleObj>
              </mc:Choice>
              <mc:Fallback>
                <p:oleObj name="" r:id="rId1" imgW="2882900" imgH="660400" progId="Equation.DSMT4">
                  <p:embed/>
                  <p:pic>
                    <p:nvPicPr>
                      <p:cNvPr id="0" name="Object 2"/>
                      <p:cNvPicPr/>
                      <p:nvPr/>
                    </p:nvPicPr>
                    <p:blipFill>
                      <a:blip r:embed="rId2"/>
                      <a:srcRect/>
                      <a:stretch>
                        <a:fillRect/>
                      </a:stretch>
                    </p:blipFill>
                    <p:spPr>
                      <a:xfrm>
                        <a:off x="2640014" y="1412875"/>
                        <a:ext cx="6911975" cy="1582738"/>
                      </a:xfrm>
                      <a:prstGeom prst="rect">
                        <a:avLst/>
                      </a:prstGeom>
                      <a:solidFill>
                        <a:srgbClr val="00FFFF">
                          <a:alpha val="100000"/>
                        </a:srgbClr>
                      </a:solidFill>
                      <a:ln w="38100">
                        <a:miter/>
                      </a:ln>
                      <a:effectLst>
                        <a:outerShdw dist="107763" dir="2699999" algn="ctr" rotWithShape="0">
                          <a:srgbClr val="808080">
                            <a:alpha val="50000"/>
                          </a:srgbClr>
                        </a:outerShdw>
                      </a:effectLst>
                    </p:spPr>
                  </p:pic>
                </p:oleObj>
              </mc:Fallback>
            </mc:AlternateContent>
          </a:graphicData>
        </a:graphic>
      </p:graphicFrame>
      <p:graphicFrame>
        <p:nvGraphicFramePr>
          <p:cNvPr id="189443" name="Object 3"/>
          <p:cNvGraphicFramePr>
            <a:graphicFrameLocks noGrp="1" noChangeAspect="1"/>
          </p:cNvGraphicFramePr>
          <p:nvPr>
            <p:ph sz="quarter" idx="2"/>
          </p:nvPr>
        </p:nvGraphicFramePr>
        <p:xfrm>
          <a:off x="2711451" y="3213100"/>
          <a:ext cx="6697663" cy="2393950"/>
        </p:xfrm>
        <a:graphic>
          <a:graphicData uri="http://schemas.openxmlformats.org/presentationml/2006/ole">
            <mc:AlternateContent xmlns:mc="http://schemas.openxmlformats.org/markup-compatibility/2006">
              <mc:Choice xmlns:v="urn:schemas-microsoft-com:vml" Requires="v">
                <p:oleObj spid="_x0000_s2" name="" r:id="rId3" imgW="2806700" imgH="1003300" progId="Equation.DSMT4">
                  <p:embed/>
                </p:oleObj>
              </mc:Choice>
              <mc:Fallback>
                <p:oleObj name="" r:id="rId3" imgW="2806700" imgH="1003300" progId="Equation.DSMT4">
                  <p:embed/>
                  <p:pic>
                    <p:nvPicPr>
                      <p:cNvPr id="0" name="Object 3"/>
                      <p:cNvPicPr/>
                      <p:nvPr/>
                    </p:nvPicPr>
                    <p:blipFill>
                      <a:blip r:embed="rId4"/>
                      <a:srcRect/>
                      <a:stretch>
                        <a:fillRect/>
                      </a:stretch>
                    </p:blipFill>
                    <p:spPr>
                      <a:xfrm>
                        <a:off x="2711451" y="3213100"/>
                        <a:ext cx="6697663" cy="2393950"/>
                      </a:xfrm>
                      <a:prstGeom prst="rect">
                        <a:avLst/>
                      </a:prstGeom>
                      <a:solidFill>
                        <a:srgbClr val="00FFFF">
                          <a:alpha val="100000"/>
                        </a:srgbClr>
                      </a:solidFill>
                      <a:ln w="38100">
                        <a:miter/>
                      </a:ln>
                      <a:effectLst>
                        <a:outerShdw dist="107763" dir="2699999" algn="ctr" rotWithShape="0">
                          <a:srgbClr val="808080">
                            <a:alpha val="50000"/>
                          </a:srgbClr>
                        </a:outerShdw>
                      </a:effectLst>
                    </p:spPr>
                  </p:pic>
                </p:oleObj>
              </mc:Fallback>
            </mc:AlternateContent>
          </a:graphicData>
        </a:graphic>
      </p:graphicFrame>
      <p:sp>
        <p:nvSpPr>
          <p:cNvPr id="16388" name="Rectangle 10"/>
          <p:cNvSpPr/>
          <p:nvPr/>
        </p:nvSpPr>
        <p:spPr>
          <a:xfrm>
            <a:off x="2063751" y="617539"/>
            <a:ext cx="7096125" cy="585787"/>
          </a:xfrm>
          <a:prstGeom prst="rect">
            <a:avLst/>
          </a:prstGeom>
          <a:noFill/>
          <a:ln w="9525">
            <a:noFill/>
          </a:ln>
        </p:spPr>
        <p:txBody>
          <a:bodyPr wrap="none" anchor="ctr" anchorCtr="0">
            <a:spAutoFit/>
          </a:bodyPr>
          <a:lstStyle/>
          <a:p>
            <a:pPr eaLnBrk="1" hangingPunct="1"/>
            <a:r>
              <a:rPr lang="en-US" altLang="zh-CN" dirty="0">
                <a:latin typeface="Arial" panose="020B0604020202020204" pitchFamily="34" charset="0"/>
              </a:rPr>
              <a:t> </a:t>
            </a:r>
            <a:r>
              <a:rPr lang="zh-CN" altLang="en-US" sz="3200" b="1" dirty="0">
                <a:solidFill>
                  <a:schemeClr val="tx2"/>
                </a:solidFill>
                <a:latin typeface="Arial" panose="020B0604020202020204" pitchFamily="34" charset="0"/>
                <a:ea typeface="黑体" panose="02010609060101010101" pitchFamily="49" charset="-122"/>
              </a:rPr>
              <a:t>三</a:t>
            </a:r>
            <a:r>
              <a:rPr lang="en-US" altLang="zh-CN" sz="3200" b="1" dirty="0">
                <a:solidFill>
                  <a:schemeClr val="tx2"/>
                </a:solidFill>
                <a:latin typeface="Arial" panose="020B0604020202020204" pitchFamily="34" charset="0"/>
                <a:ea typeface="黑体" panose="02010609060101010101" pitchFamily="49" charset="-122"/>
              </a:rPr>
              <a:t>.  </a:t>
            </a:r>
            <a:r>
              <a:rPr lang="zh-CN" altLang="en-US" sz="3200" b="1" dirty="0">
                <a:solidFill>
                  <a:schemeClr val="tx2"/>
                </a:solidFill>
                <a:latin typeface="Arial" panose="020B0604020202020204" pitchFamily="34" charset="0"/>
                <a:ea typeface="黑体" panose="02010609060101010101" pitchFamily="49" charset="-122"/>
              </a:rPr>
              <a:t>周期</a:t>
            </a:r>
            <a:r>
              <a:rPr lang="en-US" altLang="zh-CN" sz="3200" b="1" dirty="0">
                <a:solidFill>
                  <a:schemeClr val="tx2"/>
                </a:solidFill>
                <a:latin typeface="Arial" panose="020B0604020202020204" pitchFamily="34" charset="0"/>
                <a:ea typeface="黑体" panose="02010609060101010101" pitchFamily="49" charset="-122"/>
              </a:rPr>
              <a:t>2π</a:t>
            </a:r>
            <a:r>
              <a:rPr lang="zh-CN" altLang="en-US" sz="3200" b="1" dirty="0">
                <a:solidFill>
                  <a:schemeClr val="tx2"/>
                </a:solidFill>
                <a:latin typeface="Arial" panose="020B0604020202020204" pitchFamily="34" charset="0"/>
                <a:ea typeface="黑体" panose="02010609060101010101" pitchFamily="49" charset="-122"/>
              </a:rPr>
              <a:t>的函数的</a:t>
            </a:r>
            <a:r>
              <a:rPr lang="en-US" altLang="zh-CN" sz="3200" b="1" dirty="0">
                <a:solidFill>
                  <a:schemeClr val="tx2"/>
                </a:solidFill>
                <a:latin typeface="Arial" panose="020B0604020202020204" pitchFamily="34" charset="0"/>
                <a:ea typeface="黑体" panose="02010609060101010101" pitchFamily="49" charset="-122"/>
              </a:rPr>
              <a:t>Fourier</a:t>
            </a:r>
            <a:r>
              <a:rPr lang="zh-CN" altLang="en-US" sz="3200" b="1" dirty="0">
                <a:solidFill>
                  <a:schemeClr val="tx2"/>
                </a:solidFill>
                <a:latin typeface="Arial" panose="020B0604020202020204" pitchFamily="34" charset="0"/>
                <a:ea typeface="黑体" panose="02010609060101010101" pitchFamily="49" charset="-122"/>
              </a:rPr>
              <a:t>级数展开</a:t>
            </a:r>
            <a:endParaRPr lang="zh-CN" altLang="en-US" sz="3200" b="1" dirty="0">
              <a:solidFill>
                <a:schemeClr val="tx2"/>
              </a:solidFill>
              <a:latin typeface="Arial" panose="020B0604020202020204" pitchFamily="34" charset="0"/>
              <a:ea typeface="黑体" panose="02010609060101010101" pitchFamily="49" charset="-122"/>
            </a:endParaRPr>
          </a:p>
        </p:txBody>
      </p:sp>
      <p:graphicFrame>
        <p:nvGraphicFramePr>
          <p:cNvPr id="189452" name="Object 12"/>
          <p:cNvGraphicFramePr>
            <a:graphicFrameLocks noGrp="1" noChangeAspect="1"/>
          </p:cNvGraphicFramePr>
          <p:nvPr>
            <p:ph sz="quarter" idx="3"/>
          </p:nvPr>
        </p:nvGraphicFramePr>
        <p:xfrm>
          <a:off x="2711451" y="5734051"/>
          <a:ext cx="7345363" cy="519113"/>
        </p:xfrm>
        <a:graphic>
          <a:graphicData uri="http://schemas.openxmlformats.org/presentationml/2006/ole">
            <mc:AlternateContent xmlns:mc="http://schemas.openxmlformats.org/markup-compatibility/2006">
              <mc:Choice xmlns:v="urn:schemas-microsoft-com:vml" Requires="v">
                <p:oleObj spid="_x0000_s3" name="" r:id="rId5" imgW="3060700" imgH="215900" progId="Equation.DSMT4">
                  <p:embed/>
                </p:oleObj>
              </mc:Choice>
              <mc:Fallback>
                <p:oleObj name="" r:id="rId5" imgW="3060700" imgH="215900" progId="Equation.DSMT4">
                  <p:embed/>
                  <p:pic>
                    <p:nvPicPr>
                      <p:cNvPr id="0" name="Object 12"/>
                      <p:cNvPicPr/>
                      <p:nvPr/>
                    </p:nvPicPr>
                    <p:blipFill>
                      <a:blip r:embed="rId6"/>
                      <a:srcRect/>
                      <a:stretch>
                        <a:fillRect/>
                      </a:stretch>
                    </p:blipFill>
                    <p:spPr>
                      <a:xfrm>
                        <a:off x="2711451" y="5734051"/>
                        <a:ext cx="7345363" cy="519113"/>
                      </a:xfrm>
                      <a:prstGeom prst="rect">
                        <a:avLst/>
                      </a:prstGeom>
                      <a:solidFill>
                        <a:srgbClr val="00FFFF">
                          <a:alpha val="100000"/>
                        </a:srgbClr>
                      </a:solidFill>
                      <a:ln w="38100">
                        <a:miter/>
                      </a:ln>
                      <a:effectLst>
                        <a:outerShdw dist="107763" dir="2699999" algn="ctr" rotWithShape="0">
                          <a:srgbClr val="808080">
                            <a:alpha val="50000"/>
                          </a:srgbClr>
                        </a:outerShdw>
                      </a:effectLst>
                    </p:spPr>
                  </p:pic>
                </p:oleObj>
              </mc:Fallback>
            </mc:AlternateContent>
          </a:graphicData>
        </a:graphic>
      </p:graphicFrame>
      <p:sp>
        <p:nvSpPr>
          <p:cNvPr id="4" name="矩形 3"/>
          <p:cNvSpPr/>
          <p:nvPr/>
        </p:nvSpPr>
        <p:spPr bwMode="auto">
          <a:xfrm>
            <a:off x="4606926" y="1412875"/>
            <a:ext cx="1439863" cy="431800"/>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algn="ctr" eaLnBrk="0" fontAlgn="base" hangingPunct="0">
              <a:spcBef>
                <a:spcPct val="0"/>
              </a:spcBef>
              <a:spcAft>
                <a:spcPct val="0"/>
              </a:spcAft>
              <a:defRPr/>
            </a:pPr>
            <a:endParaRPr lang="zh-CN" altLang="en-US" sz="2400">
              <a:solidFill>
                <a:schemeClr val="tx1"/>
              </a:solidFill>
              <a:latin typeface="Arial" panose="020B0604020202020204" pitchFamily="34" charset="0"/>
              <a:ea typeface="宋体" panose="02010600030101010101" pitchFamily="2" charset="-122"/>
            </a:endParaRPr>
          </a:p>
        </p:txBody>
      </p:sp>
      <p:cxnSp>
        <p:nvCxnSpPr>
          <p:cNvPr id="16391" name="连接符: 曲线 3"/>
          <p:cNvCxnSpPr>
            <a:stCxn id="2" idx="0"/>
          </p:cNvCxnSpPr>
          <p:nvPr/>
        </p:nvCxnSpPr>
        <p:spPr>
          <a:xfrm rot="5400000" flipH="1" flipV="1">
            <a:off x="6256339" y="320675"/>
            <a:ext cx="161925" cy="2020888"/>
          </a:xfrm>
          <a:prstGeom prst="curvedConnector2">
            <a:avLst/>
          </a:prstGeom>
          <a:ln w="9525" cap="flat" cmpd="sng">
            <a:solidFill>
              <a:schemeClr val="tx1"/>
            </a:solidFill>
            <a:prstDash val="solid"/>
            <a:headEnd type="none" w="med" len="med"/>
            <a:tailEnd type="triangle" w="med" len="med"/>
          </a:ln>
        </p:spPr>
      </p:cxnSp>
      <p:sp>
        <p:nvSpPr>
          <p:cNvPr id="16392" name="矩形: 圆角 4"/>
          <p:cNvSpPr/>
          <p:nvPr/>
        </p:nvSpPr>
        <p:spPr>
          <a:xfrm>
            <a:off x="7348539" y="1185864"/>
            <a:ext cx="2124075" cy="433387"/>
          </a:xfrm>
          <a:prstGeom prst="roundRect">
            <a:avLst>
              <a:gd name="adj" fmla="val 16667"/>
            </a:avLst>
          </a:prstGeom>
          <a:solidFill>
            <a:schemeClr val="accent1"/>
          </a:solidFill>
          <a:ln w="9525" cap="flat" cmpd="sng">
            <a:solidFill>
              <a:schemeClr val="tx1"/>
            </a:solidFill>
            <a:prstDash val="solid"/>
            <a:headEnd type="none" w="med" len="med"/>
            <a:tailEnd type="none" w="med" len="med"/>
          </a:ln>
        </p:spPr>
        <p:txBody>
          <a:bodyPr/>
          <a:lstStyle/>
          <a:p>
            <a:pPr algn="ctr">
              <a:buNone/>
            </a:pPr>
            <a:r>
              <a:rPr lang="zh-CN" altLang="en-US" dirty="0">
                <a:latin typeface="Arial" panose="020B0604020202020204" pitchFamily="34" charset="0"/>
              </a:rPr>
              <a:t>狄利克雷条件</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9443"/>
                                        </p:tgtEl>
                                        <p:attrNameLst>
                                          <p:attrName>style.visibility</p:attrName>
                                        </p:attrNameLst>
                                      </p:cBhvr>
                                      <p:to>
                                        <p:strVal val="visible"/>
                                      </p:to>
                                    </p:set>
                                    <p:animEffect transition="in" filter="wipe(down)">
                                      <p:cBhvr>
                                        <p:cTn id="7" dur="500"/>
                                        <p:tgtEl>
                                          <p:spTgt spid="1894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9452"/>
                                        </p:tgtEl>
                                        <p:attrNameLst>
                                          <p:attrName>style.visibility</p:attrName>
                                        </p:attrNameLst>
                                      </p:cBhvr>
                                      <p:to>
                                        <p:strVal val="visible"/>
                                      </p:to>
                                    </p:set>
                                    <p:animEffect transition="in" filter="wipe(down)">
                                      <p:cBhvr>
                                        <p:cTn id="12" dur="500"/>
                                        <p:tgtEl>
                                          <p:spTgt spid="189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6"/>
          <p:cNvPicPr>
            <a:picLocks noChangeAspect="1"/>
          </p:cNvPicPr>
          <p:nvPr/>
        </p:nvPicPr>
        <p:blipFill>
          <a:blip r:embed="rId1"/>
          <a:stretch>
            <a:fillRect/>
          </a:stretch>
        </p:blipFill>
        <p:spPr>
          <a:xfrm>
            <a:off x="1524000" y="260351"/>
            <a:ext cx="9144000" cy="2632075"/>
          </a:xfrm>
          <a:prstGeom prst="rect">
            <a:avLst/>
          </a:prstGeom>
          <a:noFill/>
          <a:ln w="9525">
            <a:noFill/>
          </a:ln>
        </p:spPr>
      </p:pic>
      <p:pic>
        <p:nvPicPr>
          <p:cNvPr id="17411" name="图片 10"/>
          <p:cNvPicPr>
            <a:picLocks noChangeAspect="1"/>
          </p:cNvPicPr>
          <p:nvPr/>
        </p:nvPicPr>
        <p:blipFill>
          <a:blip r:embed="rId2"/>
          <a:stretch>
            <a:fillRect/>
          </a:stretch>
        </p:blipFill>
        <p:spPr>
          <a:xfrm>
            <a:off x="1524000" y="3644901"/>
            <a:ext cx="9144000" cy="26447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图片 2"/>
          <p:cNvPicPr>
            <a:picLocks noChangeAspect="1"/>
          </p:cNvPicPr>
          <p:nvPr/>
        </p:nvPicPr>
        <p:blipFill>
          <a:blip r:embed="rId1"/>
          <a:stretch>
            <a:fillRect/>
          </a:stretch>
        </p:blipFill>
        <p:spPr>
          <a:xfrm>
            <a:off x="3227389" y="0"/>
            <a:ext cx="5737225" cy="68580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图片 6"/>
          <p:cNvPicPr>
            <a:picLocks noChangeAspect="1"/>
          </p:cNvPicPr>
          <p:nvPr/>
        </p:nvPicPr>
        <p:blipFill>
          <a:blip r:embed="rId1"/>
          <a:stretch>
            <a:fillRect/>
          </a:stretch>
        </p:blipFill>
        <p:spPr>
          <a:xfrm>
            <a:off x="2000250" y="542925"/>
            <a:ext cx="8267700" cy="57721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p:nvPr/>
        </p:nvSpPr>
        <p:spPr>
          <a:xfrm>
            <a:off x="2279650" y="1412875"/>
            <a:ext cx="7551738" cy="946150"/>
          </a:xfrm>
          <a:prstGeom prst="rect">
            <a:avLst/>
          </a:prstGeom>
          <a:noFill/>
          <a:ln w="9525">
            <a:noFill/>
          </a:ln>
        </p:spPr>
        <p:txBody>
          <a:bodyPr wrap="none" anchor="ctr" anchorCtr="0">
            <a:spAutoFit/>
          </a:bodyPr>
          <a:lstStyle/>
          <a:p>
            <a:pPr eaLnBrk="1" hangingPunct="1"/>
            <a:r>
              <a:rPr lang="en-US" altLang="zh-CN" sz="2800" b="1" dirty="0">
                <a:solidFill>
                  <a:srgbClr val="2B03BD"/>
                </a:solidFill>
                <a:latin typeface="黑体" panose="02010609060101010101" pitchFamily="49" charset="-122"/>
                <a:ea typeface="黑体" panose="02010609060101010101" pitchFamily="49" charset="-122"/>
              </a:rPr>
              <a:t>(1)</a:t>
            </a:r>
            <a:r>
              <a:rPr lang="zh-CN" altLang="en-US" sz="2800" b="1" dirty="0">
                <a:solidFill>
                  <a:srgbClr val="2B03BD"/>
                </a:solidFill>
                <a:latin typeface="黑体" panose="02010609060101010101" pitchFamily="49" charset="-122"/>
                <a:ea typeface="黑体" panose="02010609060101010101" pitchFamily="49" charset="-122"/>
              </a:rPr>
              <a:t>定理</a:t>
            </a:r>
            <a:r>
              <a:rPr lang="en-US" altLang="zh-CN" sz="2800" b="1" dirty="0">
                <a:solidFill>
                  <a:srgbClr val="2B03BD"/>
                </a:solidFill>
                <a:latin typeface="黑体" panose="02010609060101010101" pitchFamily="49" charset="-122"/>
                <a:ea typeface="黑体" panose="02010609060101010101" pitchFamily="49" charset="-122"/>
              </a:rPr>
              <a:t>: </a:t>
            </a:r>
            <a:r>
              <a:rPr lang="zh-CN" altLang="en-US" sz="2800" b="1" dirty="0">
                <a:solidFill>
                  <a:srgbClr val="2B03BD"/>
                </a:solidFill>
                <a:latin typeface="黑体" panose="02010609060101010101" pitchFamily="49" charset="-122"/>
                <a:ea typeface="黑体" panose="02010609060101010101" pitchFamily="49" charset="-122"/>
              </a:rPr>
              <a:t>设</a:t>
            </a:r>
            <a:r>
              <a:rPr lang="en-US" altLang="zh-CN" sz="2800" b="1" dirty="0">
                <a:solidFill>
                  <a:srgbClr val="2B03BD"/>
                </a:solidFill>
                <a:latin typeface="Arial" panose="020B0604020202020204" pitchFamily="34" charset="0"/>
                <a:ea typeface="黑体" panose="02010609060101010101" pitchFamily="49" charset="-122"/>
              </a:rPr>
              <a:t>f(x)</a:t>
            </a:r>
            <a:r>
              <a:rPr lang="zh-CN" altLang="en-US" sz="2800" b="1" dirty="0">
                <a:solidFill>
                  <a:srgbClr val="2B03BD"/>
                </a:solidFill>
                <a:latin typeface="黑体" panose="02010609060101010101" pitchFamily="49" charset="-122"/>
                <a:ea typeface="黑体" panose="02010609060101010101" pitchFamily="49" charset="-122"/>
              </a:rPr>
              <a:t>是周期为</a:t>
            </a:r>
            <a:r>
              <a:rPr lang="en-US" altLang="zh-CN" sz="2800" b="1" dirty="0">
                <a:solidFill>
                  <a:srgbClr val="2B03BD"/>
                </a:solidFill>
                <a:latin typeface="黑体" panose="02010609060101010101" pitchFamily="49" charset="-122"/>
                <a:ea typeface="黑体" panose="02010609060101010101" pitchFamily="49" charset="-122"/>
              </a:rPr>
              <a:t>2</a:t>
            </a:r>
            <a:r>
              <a:rPr lang="en-US" altLang="zh-CN" sz="2800" b="1" dirty="0">
                <a:solidFill>
                  <a:srgbClr val="2B03BD"/>
                </a:solidFill>
                <a:latin typeface="Arial" panose="020B0604020202020204" pitchFamily="34" charset="0"/>
                <a:ea typeface="黑体" panose="02010609060101010101" pitchFamily="49" charset="-122"/>
              </a:rPr>
              <a:t>π</a:t>
            </a:r>
            <a:r>
              <a:rPr lang="zh-CN" altLang="en-US" sz="2800" b="1" dirty="0">
                <a:solidFill>
                  <a:srgbClr val="2B03BD"/>
                </a:solidFill>
                <a:latin typeface="黑体" panose="02010609060101010101" pitchFamily="49" charset="-122"/>
                <a:ea typeface="黑体" panose="02010609060101010101" pitchFamily="49" charset="-122"/>
              </a:rPr>
              <a:t>的奇函数</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则</a:t>
            </a:r>
            <a:r>
              <a:rPr lang="en-US" altLang="zh-CN" sz="2800" b="1" dirty="0">
                <a:solidFill>
                  <a:srgbClr val="2B03BD"/>
                </a:solidFill>
                <a:latin typeface="Arial" panose="020B0604020202020204" pitchFamily="34" charset="0"/>
                <a:ea typeface="黑体" panose="02010609060101010101" pitchFamily="49" charset="-122"/>
              </a:rPr>
              <a:t>f(x)</a:t>
            </a:r>
            <a:r>
              <a:rPr lang="zh-CN" altLang="en-US" sz="2800" b="1" dirty="0">
                <a:solidFill>
                  <a:srgbClr val="2B03BD"/>
                </a:solidFill>
                <a:latin typeface="黑体" panose="02010609060101010101" pitchFamily="49" charset="-122"/>
                <a:ea typeface="黑体" panose="02010609060101010101" pitchFamily="49" charset="-122"/>
              </a:rPr>
              <a:t>的</a:t>
            </a:r>
            <a:endParaRPr lang="zh-CN" altLang="en-US" sz="28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傅里叶系数为</a:t>
            </a:r>
            <a:r>
              <a:rPr lang="en-US" altLang="zh-CN" sz="2800" b="1" dirty="0">
                <a:solidFill>
                  <a:srgbClr val="2B03BD"/>
                </a:solidFill>
                <a:latin typeface="黑体" panose="02010609060101010101" pitchFamily="49" charset="-122"/>
                <a:ea typeface="黑体" panose="02010609060101010101" pitchFamily="49" charset="-122"/>
              </a:rPr>
              <a:t>:</a:t>
            </a:r>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0483" name="Rectangle 11"/>
          <p:cNvSpPr/>
          <p:nvPr/>
        </p:nvSpPr>
        <p:spPr>
          <a:xfrm>
            <a:off x="2063751" y="620714"/>
            <a:ext cx="4602163" cy="579437"/>
          </a:xfrm>
          <a:prstGeom prst="rect">
            <a:avLst/>
          </a:prstGeom>
          <a:noFill/>
          <a:ln w="9525">
            <a:noFill/>
          </a:ln>
        </p:spPr>
        <p:txBody>
          <a:bodyPr wrap="none" anchor="ctr" anchorCtr="0">
            <a:spAutoFit/>
          </a:bodyPr>
          <a:lstStyle/>
          <a:p>
            <a:pPr eaLnBrk="1" hangingPunct="1"/>
            <a:r>
              <a:rPr lang="en-US" altLang="zh-CN" sz="3200" b="1" dirty="0">
                <a:solidFill>
                  <a:schemeClr val="tx2"/>
                </a:solidFill>
                <a:latin typeface="Arial" panose="020B0604020202020204" pitchFamily="34" charset="0"/>
                <a:ea typeface="黑体" panose="02010609060101010101" pitchFamily="49" charset="-122"/>
              </a:rPr>
              <a:t> </a:t>
            </a:r>
            <a:r>
              <a:rPr lang="zh-CN" altLang="en-US" sz="3200" b="1" dirty="0">
                <a:solidFill>
                  <a:schemeClr val="tx2"/>
                </a:solidFill>
                <a:latin typeface="Arial" panose="020B0604020202020204" pitchFamily="34" charset="0"/>
                <a:ea typeface="黑体" panose="02010609060101010101" pitchFamily="49" charset="-122"/>
              </a:rPr>
              <a:t>四</a:t>
            </a:r>
            <a:r>
              <a:rPr lang="en-US" altLang="zh-CN" sz="3200" b="1" dirty="0">
                <a:solidFill>
                  <a:schemeClr val="tx2"/>
                </a:solidFill>
                <a:latin typeface="Arial" panose="020B0604020202020204" pitchFamily="34" charset="0"/>
                <a:ea typeface="黑体" panose="02010609060101010101" pitchFamily="49" charset="-122"/>
              </a:rPr>
              <a:t>. </a:t>
            </a:r>
            <a:r>
              <a:rPr lang="zh-CN" altLang="en-US" sz="3200" b="1" dirty="0">
                <a:solidFill>
                  <a:schemeClr val="tx2"/>
                </a:solidFill>
                <a:latin typeface="Arial" panose="020B0604020202020204" pitchFamily="34" charset="0"/>
                <a:ea typeface="黑体" panose="02010609060101010101" pitchFamily="49" charset="-122"/>
              </a:rPr>
              <a:t>正弦级数、余弦级数</a:t>
            </a:r>
            <a:endParaRPr lang="zh-CN" altLang="en-US" sz="3200" b="1" dirty="0">
              <a:solidFill>
                <a:schemeClr val="tx2"/>
              </a:solidFill>
              <a:latin typeface="Arial" panose="020B0604020202020204" pitchFamily="34" charset="0"/>
              <a:ea typeface="黑体" panose="02010609060101010101" pitchFamily="49" charset="-122"/>
            </a:endParaRPr>
          </a:p>
        </p:txBody>
      </p:sp>
      <p:sp>
        <p:nvSpPr>
          <p:cNvPr id="20484" name="Rectangle 13"/>
          <p:cNvSpPr/>
          <p:nvPr/>
        </p:nvSpPr>
        <p:spPr>
          <a:xfrm>
            <a:off x="6003635" y="2810947"/>
            <a:ext cx="184731" cy="369332"/>
          </a:xfrm>
          <a:prstGeom prst="rect">
            <a:avLst/>
          </a:prstGeom>
          <a:noFill/>
          <a:ln w="9525">
            <a:noFill/>
          </a:ln>
        </p:spPr>
        <p:txBody>
          <a:bodyPr wrap="none" anchor="ctr" anchorCtr="0">
            <a:spAutoFit/>
          </a:bodyPr>
          <a:lstStyle/>
          <a:p>
            <a:pPr algn="ctr"/>
            <a:endParaRPr lang="zh-CN" altLang="en-US" dirty="0">
              <a:latin typeface="Arial" panose="020B0604020202020204" pitchFamily="34" charset="0"/>
            </a:endParaRPr>
          </a:p>
        </p:txBody>
      </p:sp>
      <p:graphicFrame>
        <p:nvGraphicFramePr>
          <p:cNvPr id="20485" name="Object 12"/>
          <p:cNvGraphicFramePr>
            <a:graphicFrameLocks noChangeAspect="1"/>
          </p:cNvGraphicFramePr>
          <p:nvPr/>
        </p:nvGraphicFramePr>
        <p:xfrm>
          <a:off x="5016500" y="2060576"/>
          <a:ext cx="3024188" cy="1376363"/>
        </p:xfrm>
        <a:graphic>
          <a:graphicData uri="http://schemas.openxmlformats.org/presentationml/2006/ole">
            <mc:AlternateContent xmlns:mc="http://schemas.openxmlformats.org/markup-compatibility/2006">
              <mc:Choice xmlns:v="urn:schemas-microsoft-com:vml" Requires="v">
                <p:oleObj spid="_x0000_s13" name="" r:id="rId1" imgW="1422400" imgH="635000" progId="Equation.DSMT4">
                  <p:embed/>
                </p:oleObj>
              </mc:Choice>
              <mc:Fallback>
                <p:oleObj name="" r:id="rId1" imgW="1422400" imgH="635000" progId="Equation.DSMT4">
                  <p:embed/>
                  <p:pic>
                    <p:nvPicPr>
                      <p:cNvPr id="0" name="Object 12"/>
                      <p:cNvPicPr/>
                      <p:nvPr/>
                    </p:nvPicPr>
                    <p:blipFill>
                      <a:blip r:embed="rId2"/>
                      <a:stretch>
                        <a:fillRect/>
                      </a:stretch>
                    </p:blipFill>
                    <p:spPr>
                      <a:xfrm>
                        <a:off x="5016500" y="2060576"/>
                        <a:ext cx="3024188" cy="13763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0486" name="Rectangle 14"/>
          <p:cNvSpPr/>
          <p:nvPr/>
        </p:nvSpPr>
        <p:spPr>
          <a:xfrm>
            <a:off x="2279650" y="3644900"/>
            <a:ext cx="7551738" cy="946150"/>
          </a:xfrm>
          <a:prstGeom prst="rect">
            <a:avLst/>
          </a:prstGeom>
          <a:noFill/>
          <a:ln w="9525">
            <a:noFill/>
          </a:ln>
        </p:spPr>
        <p:txBody>
          <a:bodyPr wrap="none" anchor="ctr" anchorCtr="0">
            <a:spAutoFit/>
          </a:bodyPr>
          <a:lstStyle/>
          <a:p>
            <a:pPr eaLnBrk="1" hangingPunct="1"/>
            <a:r>
              <a:rPr lang="en-US" altLang="zh-CN" sz="2800" b="1" dirty="0">
                <a:solidFill>
                  <a:srgbClr val="2B03BD"/>
                </a:solidFill>
                <a:latin typeface="黑体" panose="02010609060101010101" pitchFamily="49" charset="-122"/>
                <a:ea typeface="黑体" panose="02010609060101010101" pitchFamily="49" charset="-122"/>
              </a:rPr>
              <a:t>(2)</a:t>
            </a:r>
            <a:r>
              <a:rPr lang="zh-CN" altLang="en-US" sz="2800" b="1" dirty="0">
                <a:solidFill>
                  <a:srgbClr val="2B03BD"/>
                </a:solidFill>
                <a:latin typeface="黑体" panose="02010609060101010101" pitchFamily="49" charset="-122"/>
                <a:ea typeface="黑体" panose="02010609060101010101" pitchFamily="49" charset="-122"/>
              </a:rPr>
              <a:t>定理</a:t>
            </a:r>
            <a:r>
              <a:rPr lang="en-US" altLang="zh-CN" sz="2800" b="1" dirty="0">
                <a:solidFill>
                  <a:srgbClr val="2B03BD"/>
                </a:solidFill>
                <a:latin typeface="黑体" panose="02010609060101010101" pitchFamily="49" charset="-122"/>
                <a:ea typeface="黑体" panose="02010609060101010101" pitchFamily="49" charset="-122"/>
              </a:rPr>
              <a:t>: </a:t>
            </a:r>
            <a:r>
              <a:rPr lang="zh-CN" altLang="en-US" sz="2800" b="1" dirty="0">
                <a:solidFill>
                  <a:srgbClr val="2B03BD"/>
                </a:solidFill>
                <a:latin typeface="黑体" panose="02010609060101010101" pitchFamily="49" charset="-122"/>
                <a:ea typeface="黑体" panose="02010609060101010101" pitchFamily="49" charset="-122"/>
              </a:rPr>
              <a:t>设</a:t>
            </a:r>
            <a:r>
              <a:rPr lang="en-US" altLang="zh-CN" sz="2800" b="1" dirty="0">
                <a:solidFill>
                  <a:srgbClr val="2B03BD"/>
                </a:solidFill>
                <a:latin typeface="Arial" panose="020B0604020202020204" pitchFamily="34" charset="0"/>
                <a:ea typeface="黑体" panose="02010609060101010101" pitchFamily="49" charset="-122"/>
              </a:rPr>
              <a:t>f(x)</a:t>
            </a:r>
            <a:r>
              <a:rPr lang="zh-CN" altLang="en-US" sz="2800" b="1" dirty="0">
                <a:solidFill>
                  <a:srgbClr val="2B03BD"/>
                </a:solidFill>
                <a:latin typeface="黑体" panose="02010609060101010101" pitchFamily="49" charset="-122"/>
                <a:ea typeface="黑体" panose="02010609060101010101" pitchFamily="49" charset="-122"/>
              </a:rPr>
              <a:t>是周期为</a:t>
            </a:r>
            <a:r>
              <a:rPr lang="en-US" altLang="zh-CN" sz="2800" b="1" dirty="0">
                <a:solidFill>
                  <a:srgbClr val="2B03BD"/>
                </a:solidFill>
                <a:latin typeface="黑体" panose="02010609060101010101" pitchFamily="49" charset="-122"/>
                <a:ea typeface="黑体" panose="02010609060101010101" pitchFamily="49" charset="-122"/>
              </a:rPr>
              <a:t>2</a:t>
            </a:r>
            <a:r>
              <a:rPr lang="en-US" altLang="zh-CN" sz="2800" b="1" dirty="0">
                <a:solidFill>
                  <a:srgbClr val="2B03BD"/>
                </a:solidFill>
                <a:latin typeface="Arial" panose="020B0604020202020204" pitchFamily="34" charset="0"/>
                <a:ea typeface="黑体" panose="02010609060101010101" pitchFamily="49" charset="-122"/>
              </a:rPr>
              <a:t>π</a:t>
            </a:r>
            <a:r>
              <a:rPr lang="zh-CN" altLang="en-US" sz="2800" b="1" dirty="0">
                <a:solidFill>
                  <a:srgbClr val="2B03BD"/>
                </a:solidFill>
                <a:latin typeface="黑体" panose="02010609060101010101" pitchFamily="49" charset="-122"/>
                <a:ea typeface="黑体" panose="02010609060101010101" pitchFamily="49" charset="-122"/>
              </a:rPr>
              <a:t>的偶函数</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则</a:t>
            </a:r>
            <a:r>
              <a:rPr lang="en-US" altLang="zh-CN" sz="2800" b="1" dirty="0">
                <a:solidFill>
                  <a:srgbClr val="2B03BD"/>
                </a:solidFill>
                <a:latin typeface="Arial" panose="020B0604020202020204" pitchFamily="34" charset="0"/>
                <a:ea typeface="黑体" panose="02010609060101010101" pitchFamily="49" charset="-122"/>
              </a:rPr>
              <a:t>f(x)</a:t>
            </a:r>
            <a:r>
              <a:rPr lang="zh-CN" altLang="en-US" sz="2800" b="1" dirty="0">
                <a:solidFill>
                  <a:srgbClr val="2B03BD"/>
                </a:solidFill>
                <a:latin typeface="黑体" panose="02010609060101010101" pitchFamily="49" charset="-122"/>
                <a:ea typeface="黑体" panose="02010609060101010101" pitchFamily="49" charset="-122"/>
              </a:rPr>
              <a:t>的</a:t>
            </a:r>
            <a:endParaRPr lang="zh-CN" altLang="en-US" sz="28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傅里叶系数为</a:t>
            </a:r>
            <a:r>
              <a:rPr lang="en-US" altLang="zh-CN" sz="2800" b="1" dirty="0">
                <a:solidFill>
                  <a:srgbClr val="2B03BD"/>
                </a:solidFill>
                <a:latin typeface="黑体" panose="02010609060101010101" pitchFamily="49" charset="-122"/>
                <a:ea typeface="黑体" panose="02010609060101010101" pitchFamily="49" charset="-122"/>
              </a:rPr>
              <a:t>:</a:t>
            </a:r>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0487" name="Rectangle 16"/>
          <p:cNvSpPr/>
          <p:nvPr/>
        </p:nvSpPr>
        <p:spPr>
          <a:xfrm>
            <a:off x="6003635" y="2625209"/>
            <a:ext cx="184731" cy="369332"/>
          </a:xfrm>
          <a:prstGeom prst="rect">
            <a:avLst/>
          </a:prstGeom>
          <a:noFill/>
          <a:ln w="9525">
            <a:noFill/>
          </a:ln>
        </p:spPr>
        <p:txBody>
          <a:bodyPr wrap="none" anchor="ctr" anchorCtr="0">
            <a:spAutoFit/>
          </a:bodyPr>
          <a:lstStyle/>
          <a:p>
            <a:pPr algn="ctr"/>
            <a:endParaRPr lang="zh-CN" altLang="en-US" dirty="0">
              <a:latin typeface="Arial" panose="020B0604020202020204" pitchFamily="34" charset="0"/>
            </a:endParaRPr>
          </a:p>
        </p:txBody>
      </p:sp>
      <p:graphicFrame>
        <p:nvGraphicFramePr>
          <p:cNvPr id="20488" name="Object 15"/>
          <p:cNvGraphicFramePr>
            <a:graphicFrameLocks noChangeAspect="1"/>
          </p:cNvGraphicFramePr>
          <p:nvPr/>
        </p:nvGraphicFramePr>
        <p:xfrm>
          <a:off x="5087939" y="4292601"/>
          <a:ext cx="3024187" cy="2195513"/>
        </p:xfrm>
        <a:graphic>
          <a:graphicData uri="http://schemas.openxmlformats.org/presentationml/2006/ole">
            <mc:AlternateContent xmlns:mc="http://schemas.openxmlformats.org/markup-compatibility/2006">
              <mc:Choice xmlns:v="urn:schemas-microsoft-com:vml" Requires="v">
                <p:oleObj spid="_x0000_s2" name="" r:id="rId3" imgW="1459865" imgH="1040765" progId="Equation.DSMT4">
                  <p:embed/>
                </p:oleObj>
              </mc:Choice>
              <mc:Fallback>
                <p:oleObj name="" r:id="rId3" imgW="1459865" imgH="1040765" progId="Equation.DSMT4">
                  <p:embed/>
                  <p:pic>
                    <p:nvPicPr>
                      <p:cNvPr id="0" name="Object 15"/>
                      <p:cNvPicPr/>
                      <p:nvPr/>
                    </p:nvPicPr>
                    <p:blipFill>
                      <a:blip r:embed="rId4"/>
                      <a:stretch>
                        <a:fillRect/>
                      </a:stretch>
                    </p:blipFill>
                    <p:spPr>
                      <a:xfrm>
                        <a:off x="5087939" y="4292601"/>
                        <a:ext cx="3024187" cy="219551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3"/>
          <p:cNvSpPr/>
          <p:nvPr/>
        </p:nvSpPr>
        <p:spPr>
          <a:xfrm>
            <a:off x="6003635" y="2810947"/>
            <a:ext cx="184731" cy="369332"/>
          </a:xfrm>
          <a:prstGeom prst="rect">
            <a:avLst/>
          </a:prstGeom>
          <a:noFill/>
          <a:ln w="9525">
            <a:noFill/>
          </a:ln>
        </p:spPr>
        <p:txBody>
          <a:bodyPr wrap="none" anchor="ctr" anchorCtr="0">
            <a:spAutoFit/>
          </a:bodyPr>
          <a:lstStyle/>
          <a:p>
            <a:pPr algn="ctr">
              <a:buNone/>
            </a:pPr>
            <a:endParaRPr lang="zh-CN" altLang="en-US" dirty="0">
              <a:latin typeface="Arial" panose="020B0604020202020204" pitchFamily="34" charset="0"/>
            </a:endParaRPr>
          </a:p>
        </p:txBody>
      </p:sp>
      <p:sp>
        <p:nvSpPr>
          <p:cNvPr id="21507" name="Rectangle 16"/>
          <p:cNvSpPr/>
          <p:nvPr/>
        </p:nvSpPr>
        <p:spPr>
          <a:xfrm>
            <a:off x="6003635" y="2625209"/>
            <a:ext cx="184731" cy="369332"/>
          </a:xfrm>
          <a:prstGeom prst="rect">
            <a:avLst/>
          </a:prstGeom>
          <a:noFill/>
          <a:ln w="9525">
            <a:noFill/>
          </a:ln>
        </p:spPr>
        <p:txBody>
          <a:bodyPr wrap="none" anchor="ctr" anchorCtr="0">
            <a:spAutoFit/>
          </a:bodyPr>
          <a:lstStyle/>
          <a:p>
            <a:pPr algn="ctr">
              <a:buNone/>
            </a:pPr>
            <a:endParaRPr lang="zh-CN" altLang="en-US" dirty="0">
              <a:latin typeface="Arial" panose="020B0604020202020204" pitchFamily="34" charset="0"/>
            </a:endParaRPr>
          </a:p>
        </p:txBody>
      </p:sp>
      <p:pic>
        <p:nvPicPr>
          <p:cNvPr id="21508" name="图片 2"/>
          <p:cNvPicPr>
            <a:picLocks noChangeAspect="1"/>
          </p:cNvPicPr>
          <p:nvPr/>
        </p:nvPicPr>
        <p:blipFill>
          <a:blip r:embed="rId1"/>
          <a:stretch>
            <a:fillRect/>
          </a:stretch>
        </p:blipFill>
        <p:spPr>
          <a:xfrm>
            <a:off x="1524000" y="203200"/>
            <a:ext cx="9144000" cy="64516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p:nvPr/>
        </p:nvSpPr>
        <p:spPr>
          <a:xfrm>
            <a:off x="3905250" y="5443538"/>
            <a:ext cx="9144000" cy="369332"/>
          </a:xfrm>
          <a:prstGeom prst="rect">
            <a:avLst/>
          </a:prstGeom>
          <a:noFill/>
          <a:ln w="9525">
            <a:noFill/>
          </a:ln>
        </p:spPr>
        <p:txBody>
          <a:bodyPr>
            <a:spAutoFit/>
          </a:bodyPr>
          <a:lstStyle/>
          <a:p>
            <a:pPr algn="ctr"/>
            <a:endParaRPr lang="zh-CN" altLang="en-US" dirty="0">
              <a:latin typeface="Arial" panose="020B0604020202020204" pitchFamily="34" charset="0"/>
            </a:endParaRPr>
          </a:p>
        </p:txBody>
      </p:sp>
      <p:sp>
        <p:nvSpPr>
          <p:cNvPr id="22531" name="Rectangle 8"/>
          <p:cNvSpPr/>
          <p:nvPr/>
        </p:nvSpPr>
        <p:spPr>
          <a:xfrm>
            <a:off x="2135188" y="404814"/>
            <a:ext cx="4648200" cy="579437"/>
          </a:xfrm>
          <a:prstGeom prst="rect">
            <a:avLst/>
          </a:prstGeom>
          <a:noFill/>
          <a:ln w="25400">
            <a:noFill/>
          </a:ln>
        </p:spPr>
        <p:txBody>
          <a:bodyPr wrap="none" anchor="ctr" anchorCtr="0">
            <a:spAutoFit/>
          </a:bodyPr>
          <a:lstStyle/>
          <a:p>
            <a:pPr eaLnBrk="1" hangingPunct="1"/>
            <a:r>
              <a:rPr lang="zh-CN" altLang="en-US" sz="3200" b="1" dirty="0">
                <a:solidFill>
                  <a:schemeClr val="tx2"/>
                </a:solidFill>
                <a:latin typeface="黑体" panose="02010609060101010101" pitchFamily="49" charset="-122"/>
                <a:ea typeface="黑体" panose="02010609060101010101" pitchFamily="49" charset="-122"/>
              </a:rPr>
              <a:t>五</a:t>
            </a:r>
            <a:r>
              <a:rPr lang="en-US" altLang="zh-CN" sz="3200" b="1" dirty="0">
                <a:solidFill>
                  <a:schemeClr val="tx2"/>
                </a:solidFill>
                <a:latin typeface="黑体" panose="02010609060101010101" pitchFamily="49" charset="-122"/>
                <a:ea typeface="黑体" panose="02010609060101010101" pitchFamily="49" charset="-122"/>
              </a:rPr>
              <a:t>.</a:t>
            </a:r>
            <a:r>
              <a:rPr lang="zh-CN" altLang="en-US" sz="3200" b="1" dirty="0">
                <a:solidFill>
                  <a:schemeClr val="tx2"/>
                </a:solidFill>
                <a:latin typeface="黑体" panose="02010609060101010101" pitchFamily="49" charset="-122"/>
                <a:ea typeface="黑体" panose="02010609060101010101" pitchFamily="49" charset="-122"/>
              </a:rPr>
              <a:t>傅氏级数求解系数：</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graphicFrame>
        <p:nvGraphicFramePr>
          <p:cNvPr id="22532" name="Object 15"/>
          <p:cNvGraphicFramePr>
            <a:graphicFrameLocks noChangeAspect="1"/>
          </p:cNvGraphicFramePr>
          <p:nvPr/>
        </p:nvGraphicFramePr>
        <p:xfrm>
          <a:off x="2711451" y="1125539"/>
          <a:ext cx="7313613" cy="2022475"/>
        </p:xfrm>
        <a:graphic>
          <a:graphicData uri="http://schemas.openxmlformats.org/presentationml/2006/ole">
            <mc:AlternateContent xmlns:mc="http://schemas.openxmlformats.org/markup-compatibility/2006">
              <mc:Choice xmlns:v="urn:schemas-microsoft-com:vml" Requires="v">
                <p:oleObj spid="_x0000_s13" name="" r:id="rId1" imgW="2819400" imgH="838200" progId="Equation.DSMT4">
                  <p:embed/>
                </p:oleObj>
              </mc:Choice>
              <mc:Fallback>
                <p:oleObj name="" r:id="rId1" imgW="2819400" imgH="838200" progId="Equation.DSMT4">
                  <p:embed/>
                  <p:pic>
                    <p:nvPicPr>
                      <p:cNvPr id="0" name="Object 15"/>
                      <p:cNvPicPr/>
                      <p:nvPr/>
                    </p:nvPicPr>
                    <p:blipFill>
                      <a:blip r:embed="rId2">
                        <a:biLevel thresh="50000"/>
                        <a:grayscl/>
                      </a:blip>
                      <a:stretch>
                        <a:fillRect/>
                      </a:stretch>
                    </p:blipFill>
                    <p:spPr>
                      <a:xfrm>
                        <a:off x="2711451" y="1125539"/>
                        <a:ext cx="7313613" cy="20224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2533" name="Rectangle 16"/>
          <p:cNvSpPr/>
          <p:nvPr/>
        </p:nvSpPr>
        <p:spPr>
          <a:xfrm>
            <a:off x="2279651" y="3357563"/>
            <a:ext cx="3935413" cy="519112"/>
          </a:xfrm>
          <a:prstGeom prst="rect">
            <a:avLst/>
          </a:prstGeom>
          <a:noFill/>
          <a:ln w="25400">
            <a:noFill/>
          </a:ln>
        </p:spPr>
        <p:txBody>
          <a:bodyPr wrap="none" anchor="ctr" anchorCtr="0">
            <a:spAutoFit/>
          </a:bodyPr>
          <a:lstStyle/>
          <a:p>
            <a:pPr eaLnBrk="1" hangingPunct="1"/>
            <a:r>
              <a:rPr lang="zh-CN" altLang="en-US" sz="2800" b="1" dirty="0">
                <a:solidFill>
                  <a:schemeClr val="tx2"/>
                </a:solidFill>
                <a:latin typeface="黑体" panose="02010609060101010101" pitchFamily="49" charset="-122"/>
                <a:ea typeface="黑体" panose="02010609060101010101" pitchFamily="49" charset="-122"/>
              </a:rPr>
              <a:t>利用三角级数正交性：</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grpSp>
        <p:nvGrpSpPr>
          <p:cNvPr id="264209" name="Group 17"/>
          <p:cNvGrpSpPr/>
          <p:nvPr/>
        </p:nvGrpSpPr>
        <p:grpSpPr>
          <a:xfrm>
            <a:off x="2135189" y="4076700"/>
            <a:ext cx="7921625" cy="2586038"/>
            <a:chOff x="521" y="2478"/>
            <a:chExt cx="4990" cy="1629"/>
          </a:xfrm>
        </p:grpSpPr>
        <p:grpSp>
          <p:nvGrpSpPr>
            <p:cNvPr id="22535" name="Group 18"/>
            <p:cNvGrpSpPr/>
            <p:nvPr/>
          </p:nvGrpSpPr>
          <p:grpSpPr>
            <a:xfrm>
              <a:off x="521" y="2523"/>
              <a:ext cx="4840" cy="1584"/>
              <a:chOff x="793" y="1752"/>
              <a:chExt cx="4840" cy="1584"/>
            </a:xfrm>
          </p:grpSpPr>
          <p:grpSp>
            <p:nvGrpSpPr>
              <p:cNvPr id="22537" name="Group 19"/>
              <p:cNvGrpSpPr/>
              <p:nvPr/>
            </p:nvGrpSpPr>
            <p:grpSpPr>
              <a:xfrm>
                <a:off x="793" y="1752"/>
                <a:ext cx="3880" cy="1584"/>
                <a:chOff x="780" y="1616"/>
                <a:chExt cx="3880" cy="1584"/>
              </a:xfrm>
            </p:grpSpPr>
            <p:graphicFrame>
              <p:nvGraphicFramePr>
                <p:cNvPr id="22539" name="Object 20"/>
                <p:cNvGraphicFramePr>
                  <a:graphicFrameLocks noChangeAspect="1"/>
                </p:cNvGraphicFramePr>
                <p:nvPr/>
              </p:nvGraphicFramePr>
              <p:xfrm>
                <a:off x="780" y="1616"/>
                <a:ext cx="3880" cy="528"/>
              </p:xfrm>
              <a:graphic>
                <a:graphicData uri="http://schemas.openxmlformats.org/presentationml/2006/ole">
                  <mc:AlternateContent xmlns:mc="http://schemas.openxmlformats.org/markup-compatibility/2006">
                    <mc:Choice xmlns:v="urn:schemas-microsoft-com:vml" Requires="v">
                      <p:oleObj spid="_x0000_s2" name="" r:id="rId3" imgW="6159500" imgH="838200" progId="Equation.DSMT4">
                        <p:embed/>
                      </p:oleObj>
                    </mc:Choice>
                    <mc:Fallback>
                      <p:oleObj name="" r:id="rId3" imgW="6159500" imgH="838200" progId="Equation.DSMT4">
                        <p:embed/>
                        <p:pic>
                          <p:nvPicPr>
                            <p:cNvPr id="0" name="Object 20"/>
                            <p:cNvPicPr/>
                            <p:nvPr/>
                          </p:nvPicPr>
                          <p:blipFill>
                            <a:blip r:embed="rId4"/>
                            <a:stretch>
                              <a:fillRect/>
                            </a:stretch>
                          </p:blipFill>
                          <p:spPr>
                            <a:xfrm>
                              <a:off x="780" y="1616"/>
                              <a:ext cx="3880" cy="528"/>
                            </a:xfrm>
                            <a:prstGeom prst="rect">
                              <a:avLst/>
                            </a:prstGeom>
                            <a:noFill/>
                            <a:ln w="38100">
                              <a:noFill/>
                              <a:miter/>
                            </a:ln>
                          </p:spPr>
                        </p:pic>
                      </p:oleObj>
                    </mc:Fallback>
                  </mc:AlternateContent>
                </a:graphicData>
              </a:graphic>
            </p:graphicFrame>
            <p:graphicFrame>
              <p:nvGraphicFramePr>
                <p:cNvPr id="22540" name="Object 21"/>
                <p:cNvGraphicFramePr>
                  <a:graphicFrameLocks noChangeAspect="1"/>
                </p:cNvGraphicFramePr>
                <p:nvPr/>
              </p:nvGraphicFramePr>
              <p:xfrm>
                <a:off x="2699" y="2296"/>
                <a:ext cx="1528" cy="904"/>
              </p:xfrm>
              <a:graphic>
                <a:graphicData uri="http://schemas.openxmlformats.org/presentationml/2006/ole">
                  <mc:AlternateContent xmlns:mc="http://schemas.openxmlformats.org/markup-compatibility/2006">
                    <mc:Choice xmlns:v="urn:schemas-microsoft-com:vml" Requires="v">
                      <p:oleObj spid="_x0000_s3" name="" r:id="rId5" imgW="2425700" imgH="1435100" progId="Equation.DSMT4">
                        <p:embed/>
                      </p:oleObj>
                    </mc:Choice>
                    <mc:Fallback>
                      <p:oleObj name="" r:id="rId5" imgW="2425700" imgH="1435100" progId="Equation.DSMT4">
                        <p:embed/>
                        <p:pic>
                          <p:nvPicPr>
                            <p:cNvPr id="0" name="Object 21"/>
                            <p:cNvPicPr/>
                            <p:nvPr/>
                          </p:nvPicPr>
                          <p:blipFill>
                            <a:blip r:embed="rId6"/>
                            <a:stretch>
                              <a:fillRect/>
                            </a:stretch>
                          </p:blipFill>
                          <p:spPr>
                            <a:xfrm>
                              <a:off x="2699" y="2296"/>
                              <a:ext cx="1528" cy="904"/>
                            </a:xfrm>
                            <a:prstGeom prst="rect">
                              <a:avLst/>
                            </a:prstGeom>
                            <a:noFill/>
                            <a:ln w="38100">
                              <a:noFill/>
                              <a:miter/>
                            </a:ln>
                          </p:spPr>
                        </p:pic>
                      </p:oleObj>
                    </mc:Fallback>
                  </mc:AlternateContent>
                </a:graphicData>
              </a:graphic>
            </p:graphicFrame>
          </p:grpSp>
          <p:graphicFrame>
            <p:nvGraphicFramePr>
              <p:cNvPr id="22538" name="Object 22"/>
              <p:cNvGraphicFramePr>
                <a:graphicFrameLocks noChangeAspect="1"/>
              </p:cNvGraphicFramePr>
              <p:nvPr/>
            </p:nvGraphicFramePr>
            <p:xfrm>
              <a:off x="4241" y="2659"/>
              <a:ext cx="1392" cy="280"/>
            </p:xfrm>
            <a:graphic>
              <a:graphicData uri="http://schemas.openxmlformats.org/presentationml/2006/ole">
                <mc:AlternateContent xmlns:mc="http://schemas.openxmlformats.org/markup-compatibility/2006">
                  <mc:Choice xmlns:v="urn:schemas-microsoft-com:vml" Requires="v">
                    <p:oleObj spid="_x0000_s4" name="" r:id="rId7" imgW="2209800" imgH="444500" progId="Equation.DSMT4">
                      <p:embed/>
                    </p:oleObj>
                  </mc:Choice>
                  <mc:Fallback>
                    <p:oleObj name="" r:id="rId7" imgW="2209800" imgH="444500" progId="Equation.DSMT4">
                      <p:embed/>
                      <p:pic>
                        <p:nvPicPr>
                          <p:cNvPr id="0" name="Object 22"/>
                          <p:cNvPicPr/>
                          <p:nvPr/>
                        </p:nvPicPr>
                        <p:blipFill>
                          <a:blip r:embed="rId8"/>
                          <a:stretch>
                            <a:fillRect/>
                          </a:stretch>
                        </p:blipFill>
                        <p:spPr>
                          <a:xfrm>
                            <a:off x="4241" y="2659"/>
                            <a:ext cx="1392" cy="280"/>
                          </a:xfrm>
                          <a:prstGeom prst="rect">
                            <a:avLst/>
                          </a:prstGeom>
                          <a:noFill/>
                          <a:ln w="38100">
                            <a:noFill/>
                            <a:miter/>
                          </a:ln>
                        </p:spPr>
                      </p:pic>
                    </p:oleObj>
                  </mc:Fallback>
                </mc:AlternateContent>
              </a:graphicData>
            </a:graphic>
          </p:graphicFrame>
        </p:grpSp>
        <p:sp>
          <p:nvSpPr>
            <p:cNvPr id="22536" name="Line 23"/>
            <p:cNvSpPr/>
            <p:nvPr/>
          </p:nvSpPr>
          <p:spPr>
            <a:xfrm>
              <a:off x="543" y="2478"/>
              <a:ext cx="4968" cy="0"/>
            </a:xfrm>
            <a:prstGeom prst="line">
              <a:avLst/>
            </a:prstGeom>
            <a:ln w="25400" cap="flat" cmpd="sng">
              <a:solidFill>
                <a:schemeClr val="tx2"/>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4209"/>
                                        </p:tgtEl>
                                        <p:attrNameLst>
                                          <p:attrName>style.visibility</p:attrName>
                                        </p:attrNameLst>
                                      </p:cBhvr>
                                      <p:to>
                                        <p:strVal val="visible"/>
                                      </p:to>
                                    </p:set>
                                    <p:animEffect transition="in" filter="wipe(up)">
                                      <p:cBhvr>
                                        <p:cTn id="7" dur="500"/>
                                        <p:tgtEl>
                                          <p:spTgt spid="264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p:nvPr/>
        </p:nvSpPr>
        <p:spPr>
          <a:xfrm>
            <a:off x="2351088" y="836613"/>
            <a:ext cx="8001000" cy="2227262"/>
          </a:xfrm>
          <a:prstGeom prst="rect">
            <a:avLst/>
          </a:prstGeom>
          <a:noFill/>
          <a:ln w="9525">
            <a:noFill/>
          </a:ln>
        </p:spPr>
        <p:txBody>
          <a:bodyPr>
            <a:spAutoFit/>
          </a:bodyPr>
          <a:lstStyle/>
          <a:p>
            <a:pPr eaLnBrk="1" hangingPunct="1"/>
            <a:r>
              <a:rPr lang="zh-CN" altLang="en-US" sz="2800" b="1" dirty="0">
                <a:solidFill>
                  <a:srgbClr val="2B03BD"/>
                </a:solidFill>
                <a:latin typeface="黑体" panose="02010609060101010101" pitchFamily="49" charset="-122"/>
                <a:ea typeface="黑体" panose="02010609060101010101" pitchFamily="49" charset="-122"/>
              </a:rPr>
              <a:t>将            展开为</a:t>
            </a:r>
            <a:r>
              <a:rPr lang="en-US" altLang="zh-CN" sz="2800" b="1" dirty="0">
                <a:solidFill>
                  <a:srgbClr val="2B03BD"/>
                </a:solidFill>
                <a:latin typeface="Arial" panose="020B0604020202020204" pitchFamily="34" charset="0"/>
                <a:ea typeface="黑体" panose="02010609060101010101" pitchFamily="49" charset="-122"/>
              </a:rPr>
              <a:t>Fourier</a:t>
            </a:r>
            <a:r>
              <a:rPr lang="zh-CN" altLang="en-US" sz="2800" b="1" dirty="0">
                <a:solidFill>
                  <a:srgbClr val="2B03BD"/>
                </a:solidFill>
                <a:latin typeface="黑体" panose="02010609060101010101" pitchFamily="49" charset="-122"/>
                <a:ea typeface="黑体" panose="02010609060101010101" pitchFamily="49" charset="-122"/>
              </a:rPr>
              <a:t>正弦级数，比较系</a:t>
            </a:r>
            <a:endParaRPr lang="zh-CN" altLang="en-US" sz="2800" b="1" dirty="0">
              <a:solidFill>
                <a:srgbClr val="2B03BD"/>
              </a:solidFill>
              <a:latin typeface="黑体" panose="02010609060101010101" pitchFamily="49" charset="-122"/>
              <a:ea typeface="黑体" panose="02010609060101010101" pitchFamily="49" charset="-122"/>
            </a:endParaRPr>
          </a:p>
          <a:p>
            <a:pPr eaLnBrk="1" hangingPunct="1"/>
            <a:endParaRPr lang="zh-CN" altLang="en-US" sz="28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数得</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或用         分别乘⑦的两个式子，并对</a:t>
            </a:r>
            <a:r>
              <a:rPr lang="en-US" altLang="zh-CN" sz="2800" b="1" i="1" dirty="0">
                <a:solidFill>
                  <a:srgbClr val="2B03BD"/>
                </a:solidFill>
                <a:latin typeface="Times New Roman" panose="02020603050405020304" pitchFamily="18" charset="0"/>
                <a:ea typeface="黑体" panose="02010609060101010101" pitchFamily="49" charset="-122"/>
              </a:rPr>
              <a:t>x</a:t>
            </a:r>
            <a:endParaRPr lang="en-US" altLang="zh-CN" sz="2800" b="1" i="1" dirty="0">
              <a:solidFill>
                <a:srgbClr val="2B03BD"/>
              </a:solidFill>
              <a:latin typeface="Times New Roman" panose="02020603050405020304" pitchFamily="18" charset="0"/>
              <a:ea typeface="黑体" panose="02010609060101010101" pitchFamily="49" charset="-122"/>
            </a:endParaRPr>
          </a:p>
          <a:p>
            <a:pPr eaLnBrk="1" hangingPunct="1"/>
            <a:endParaRPr lang="en-US" altLang="zh-CN" sz="2800" b="1" dirty="0">
              <a:solidFill>
                <a:srgbClr val="2B03BD"/>
              </a:solidFill>
              <a:latin typeface="黑体" panose="02010609060101010101" pitchFamily="49" charset="-122"/>
              <a:ea typeface="黑体" panose="02010609060101010101" pitchFamily="49" charset="-122"/>
            </a:endParaRPr>
          </a:p>
          <a:p>
            <a:pPr eaLnBrk="1" hangingPunct="1"/>
            <a:r>
              <a:rPr lang="zh-CN" altLang="en-US" sz="2800" b="1" dirty="0">
                <a:solidFill>
                  <a:srgbClr val="2B03BD"/>
                </a:solidFill>
                <a:latin typeface="黑体" panose="02010609060101010101" pitchFamily="49" charset="-122"/>
                <a:ea typeface="黑体" panose="02010609060101010101" pitchFamily="49" charset="-122"/>
              </a:rPr>
              <a:t>沿</a:t>
            </a:r>
            <a:r>
              <a:rPr lang="en-US" altLang="zh-CN" sz="2800" b="1" dirty="0">
                <a:solidFill>
                  <a:srgbClr val="2B03BD"/>
                </a:solidFill>
                <a:latin typeface="黑体" panose="02010609060101010101" pitchFamily="49" charset="-122"/>
                <a:ea typeface="黑体" panose="02010609060101010101" pitchFamily="49" charset="-122"/>
              </a:rPr>
              <a:t>[</a:t>
            </a:r>
            <a:r>
              <a:rPr lang="en-US" altLang="zh-CN" sz="2800" b="1" i="1" dirty="0">
                <a:solidFill>
                  <a:srgbClr val="2B03BD"/>
                </a:solidFill>
                <a:latin typeface="Times New Roman" panose="02020603050405020304" pitchFamily="18" charset="0"/>
                <a:ea typeface="黑体" panose="02010609060101010101" pitchFamily="49" charset="-122"/>
              </a:rPr>
              <a:t>0,l</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上积分可得：    </a:t>
            </a:r>
            <a:endParaRPr lang="zh-CN" altLang="en-US" sz="2800" b="1" dirty="0">
              <a:solidFill>
                <a:srgbClr val="2B03BD"/>
              </a:solidFill>
              <a:latin typeface="黑体" panose="02010609060101010101" pitchFamily="49" charset="-122"/>
              <a:ea typeface="黑体" panose="02010609060101010101" pitchFamily="49" charset="-122"/>
            </a:endParaRPr>
          </a:p>
        </p:txBody>
      </p:sp>
      <p:graphicFrame>
        <p:nvGraphicFramePr>
          <p:cNvPr id="23555" name="Object 4"/>
          <p:cNvGraphicFramePr>
            <a:graphicFrameLocks noChangeAspect="1"/>
          </p:cNvGraphicFramePr>
          <p:nvPr/>
        </p:nvGraphicFramePr>
        <p:xfrm>
          <a:off x="2927351" y="836613"/>
          <a:ext cx="2016125" cy="493712"/>
        </p:xfrm>
        <a:graphic>
          <a:graphicData uri="http://schemas.openxmlformats.org/presentationml/2006/ole">
            <mc:AlternateContent xmlns:mc="http://schemas.openxmlformats.org/markup-compatibility/2006">
              <mc:Choice xmlns:v="urn:schemas-microsoft-com:vml" Requires="v">
                <p:oleObj spid="_x0000_s13" name="" r:id="rId1" imgW="875665" imgH="226695" progId="Equation.DSMT4">
                  <p:embed/>
                </p:oleObj>
              </mc:Choice>
              <mc:Fallback>
                <p:oleObj name="" r:id="rId1" imgW="875665" imgH="226695" progId="Equation.DSMT4">
                  <p:embed/>
                  <p:pic>
                    <p:nvPicPr>
                      <p:cNvPr id="0" name="Object 4"/>
                      <p:cNvPicPr/>
                      <p:nvPr/>
                    </p:nvPicPr>
                    <p:blipFill>
                      <a:blip r:embed="rId2">
                        <a:clrChange>
                          <a:clrFrom>
                            <a:srgbClr val="000000"/>
                          </a:clrFrom>
                          <a:clrTo>
                            <a:srgbClr val="E40000"/>
                          </a:clrTo>
                        </a:clrChange>
                        <a:biLevel thresh="50000"/>
                        <a:grayscl/>
                      </a:blip>
                      <a:stretch>
                        <a:fillRect/>
                      </a:stretch>
                    </p:blipFill>
                    <p:spPr>
                      <a:xfrm>
                        <a:off x="2927351" y="836613"/>
                        <a:ext cx="2016125" cy="493712"/>
                      </a:xfrm>
                      <a:prstGeom prst="rect">
                        <a:avLst/>
                      </a:prstGeom>
                      <a:noFill/>
                      <a:ln w="38100">
                        <a:noFill/>
                        <a:miter/>
                      </a:ln>
                    </p:spPr>
                  </p:pic>
                </p:oleObj>
              </mc:Fallback>
            </mc:AlternateContent>
          </a:graphicData>
        </a:graphic>
      </p:graphicFrame>
      <p:graphicFrame>
        <p:nvGraphicFramePr>
          <p:cNvPr id="23556" name="Object 17"/>
          <p:cNvGraphicFramePr>
            <a:graphicFrameLocks noChangeAspect="1"/>
          </p:cNvGraphicFramePr>
          <p:nvPr/>
        </p:nvGraphicFramePr>
        <p:xfrm>
          <a:off x="2711450" y="3213101"/>
          <a:ext cx="6985000" cy="2087563"/>
        </p:xfrm>
        <a:graphic>
          <a:graphicData uri="http://schemas.openxmlformats.org/presentationml/2006/ole">
            <mc:AlternateContent xmlns:mc="http://schemas.openxmlformats.org/markup-compatibility/2006">
              <mc:Choice xmlns:v="urn:schemas-microsoft-com:vml" Requires="v">
                <p:oleObj spid="_x0000_s2" name="" r:id="rId3" imgW="3022600" imgH="838200" progId="Equation.DSMT4">
                  <p:embed/>
                </p:oleObj>
              </mc:Choice>
              <mc:Fallback>
                <p:oleObj name="" r:id="rId3" imgW="3022600" imgH="838200" progId="Equation.DSMT4">
                  <p:embed/>
                  <p:pic>
                    <p:nvPicPr>
                      <p:cNvPr id="0" name="Object 17"/>
                      <p:cNvPicPr/>
                      <p:nvPr/>
                    </p:nvPicPr>
                    <p:blipFill>
                      <a:blip r:embed="rId4">
                        <a:biLevel thresh="50000"/>
                        <a:grayscl/>
                      </a:blip>
                      <a:stretch>
                        <a:fillRect/>
                      </a:stretch>
                    </p:blipFill>
                    <p:spPr>
                      <a:xfrm>
                        <a:off x="2711450" y="3213101"/>
                        <a:ext cx="6985000" cy="20875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23557" name="Group 20"/>
          <p:cNvGrpSpPr>
            <a:grpSpLocks noChangeAspect="1"/>
          </p:cNvGrpSpPr>
          <p:nvPr/>
        </p:nvGrpSpPr>
        <p:grpSpPr>
          <a:xfrm>
            <a:off x="4194177" y="1468438"/>
            <a:ext cx="1409701" cy="1016000"/>
            <a:chOff x="1682" y="925"/>
            <a:chExt cx="888" cy="640"/>
          </a:xfrm>
        </p:grpSpPr>
        <p:sp>
          <p:nvSpPr>
            <p:cNvPr id="23558" name="AutoShape 19"/>
            <p:cNvSpPr>
              <a:spLocks noChangeAspect="1" noTextEdit="1"/>
            </p:cNvSpPr>
            <p:nvPr/>
          </p:nvSpPr>
          <p:spPr>
            <a:xfrm>
              <a:off x="1682" y="925"/>
              <a:ext cx="879" cy="620"/>
            </a:xfrm>
            <a:prstGeom prst="rect">
              <a:avLst/>
            </a:prstGeom>
            <a:noFill/>
            <a:ln w="9525">
              <a:noFill/>
            </a:ln>
          </p:spPr>
          <p:txBody>
            <a:bodyPr/>
            <a:lstStyle/>
            <a:p>
              <a:endParaRPr lang="zh-CN" altLang="en-US"/>
            </a:p>
          </p:txBody>
        </p:sp>
        <p:sp>
          <p:nvSpPr>
            <p:cNvPr id="23559" name="Line 21"/>
            <p:cNvSpPr/>
            <p:nvPr/>
          </p:nvSpPr>
          <p:spPr>
            <a:xfrm>
              <a:off x="2036" y="1251"/>
              <a:ext cx="308" cy="0"/>
            </a:xfrm>
            <a:prstGeom prst="line">
              <a:avLst/>
            </a:prstGeom>
            <a:ln w="19050" cap="flat" cmpd="sng">
              <a:solidFill>
                <a:srgbClr val="0000FF"/>
              </a:solidFill>
              <a:prstDash val="solid"/>
              <a:headEnd type="none" w="med" len="med"/>
              <a:tailEnd type="none" w="med" len="med"/>
            </a:ln>
          </p:spPr>
          <p:txBody>
            <a:bodyPr/>
            <a:lstStyle/>
            <a:p>
              <a:endParaRPr lang="zh-CN" altLang="en-US"/>
            </a:p>
          </p:txBody>
        </p:sp>
        <p:sp>
          <p:nvSpPr>
            <p:cNvPr id="23560" name="Rectangle 22"/>
            <p:cNvSpPr/>
            <p:nvPr/>
          </p:nvSpPr>
          <p:spPr>
            <a:xfrm>
              <a:off x="1767" y="1106"/>
              <a:ext cx="286" cy="281"/>
            </a:xfrm>
            <a:prstGeom prst="rect">
              <a:avLst/>
            </a:prstGeom>
            <a:noFill/>
            <a:ln w="9525">
              <a:noFill/>
            </a:ln>
          </p:spPr>
          <p:txBody>
            <a:bodyPr wrap="none" lIns="0" tIns="0" rIns="0" bIns="0">
              <a:spAutoFit/>
            </a:bodyPr>
            <a:lstStyle/>
            <a:p>
              <a:pPr algn="ctr"/>
              <a:r>
                <a:rPr lang="en-US" altLang="zh-CN" sz="2900" b="1" dirty="0">
                  <a:solidFill>
                    <a:srgbClr val="0000FF"/>
                  </a:solidFill>
                  <a:latin typeface="Times New Roman" panose="02020603050405020304" pitchFamily="18" charset="0"/>
                </a:rPr>
                <a:t>sin</a:t>
              </a:r>
              <a:endParaRPr lang="en-US" altLang="zh-CN" dirty="0">
                <a:latin typeface="Arial" panose="020B0604020202020204" pitchFamily="34" charset="0"/>
              </a:endParaRPr>
            </a:p>
          </p:txBody>
        </p:sp>
        <p:sp>
          <p:nvSpPr>
            <p:cNvPr id="23561" name="Rectangle 23"/>
            <p:cNvSpPr/>
            <p:nvPr/>
          </p:nvSpPr>
          <p:spPr>
            <a:xfrm>
              <a:off x="2103" y="955"/>
              <a:ext cx="130" cy="281"/>
            </a:xfrm>
            <a:prstGeom prst="rect">
              <a:avLst/>
            </a:prstGeom>
            <a:noFill/>
            <a:ln w="9525">
              <a:noFill/>
            </a:ln>
          </p:spPr>
          <p:txBody>
            <a:bodyPr wrap="none" lIns="0" tIns="0" rIns="0" bIns="0">
              <a:spAutoFit/>
            </a:bodyPr>
            <a:lstStyle/>
            <a:p>
              <a:pPr algn="ctr"/>
              <a:r>
                <a:rPr lang="en-US" altLang="zh-CN" sz="2900" b="1" i="1" dirty="0">
                  <a:solidFill>
                    <a:srgbClr val="0000FF"/>
                  </a:solidFill>
                  <a:latin typeface="Times New Roman" panose="02020603050405020304" pitchFamily="18" charset="0"/>
                </a:rPr>
                <a:t>n</a:t>
              </a:r>
              <a:endParaRPr lang="en-US" altLang="zh-CN" dirty="0">
                <a:latin typeface="Arial" panose="020B0604020202020204" pitchFamily="34" charset="0"/>
              </a:endParaRPr>
            </a:p>
          </p:txBody>
        </p:sp>
        <p:sp>
          <p:nvSpPr>
            <p:cNvPr id="23562" name="Rectangle 24"/>
            <p:cNvSpPr/>
            <p:nvPr/>
          </p:nvSpPr>
          <p:spPr>
            <a:xfrm>
              <a:off x="2453" y="1106"/>
              <a:ext cx="117" cy="281"/>
            </a:xfrm>
            <a:prstGeom prst="rect">
              <a:avLst/>
            </a:prstGeom>
            <a:noFill/>
            <a:ln w="9525">
              <a:noFill/>
            </a:ln>
          </p:spPr>
          <p:txBody>
            <a:bodyPr wrap="none" lIns="0" tIns="0" rIns="0" bIns="0">
              <a:spAutoFit/>
            </a:bodyPr>
            <a:lstStyle/>
            <a:p>
              <a:pPr algn="ctr"/>
              <a:r>
                <a:rPr lang="en-US" altLang="zh-CN" sz="2900" b="1" i="1" dirty="0">
                  <a:solidFill>
                    <a:srgbClr val="0000FF"/>
                  </a:solidFill>
                  <a:latin typeface="Times New Roman" panose="02020603050405020304" pitchFamily="18" charset="0"/>
                </a:rPr>
                <a:t>x</a:t>
              </a:r>
              <a:endParaRPr lang="en-US" altLang="zh-CN" dirty="0">
                <a:latin typeface="Arial" panose="020B0604020202020204" pitchFamily="34" charset="0"/>
              </a:endParaRPr>
            </a:p>
          </p:txBody>
        </p:sp>
        <p:sp>
          <p:nvSpPr>
            <p:cNvPr id="23563" name="Rectangle 25"/>
            <p:cNvSpPr/>
            <p:nvPr/>
          </p:nvSpPr>
          <p:spPr>
            <a:xfrm>
              <a:off x="2202" y="1284"/>
              <a:ext cx="65" cy="281"/>
            </a:xfrm>
            <a:prstGeom prst="rect">
              <a:avLst/>
            </a:prstGeom>
            <a:noFill/>
            <a:ln w="9525">
              <a:noFill/>
            </a:ln>
          </p:spPr>
          <p:txBody>
            <a:bodyPr wrap="none" lIns="0" tIns="0" rIns="0" bIns="0">
              <a:spAutoFit/>
            </a:bodyPr>
            <a:lstStyle/>
            <a:p>
              <a:pPr algn="ctr"/>
              <a:r>
                <a:rPr lang="en-US" altLang="zh-CN" sz="2900" b="1" i="1" dirty="0">
                  <a:solidFill>
                    <a:srgbClr val="0000FF"/>
                  </a:solidFill>
                  <a:latin typeface="Times New Roman" panose="02020603050405020304" pitchFamily="18" charset="0"/>
                </a:rPr>
                <a:t>l</a:t>
              </a:r>
              <a:endParaRPr lang="en-US" altLang="zh-CN" dirty="0">
                <a:latin typeface="Arial" panose="020B0604020202020204" pitchFamily="34" charset="0"/>
              </a:endParaRPr>
            </a:p>
          </p:txBody>
        </p:sp>
        <p:sp>
          <p:nvSpPr>
            <p:cNvPr id="23564" name="Rectangle 26"/>
            <p:cNvSpPr/>
            <p:nvPr/>
          </p:nvSpPr>
          <p:spPr>
            <a:xfrm>
              <a:off x="2243" y="928"/>
              <a:ext cx="128" cy="281"/>
            </a:xfrm>
            <a:prstGeom prst="rect">
              <a:avLst/>
            </a:prstGeom>
            <a:noFill/>
            <a:ln w="9525">
              <a:noFill/>
            </a:ln>
          </p:spPr>
          <p:txBody>
            <a:bodyPr wrap="none" lIns="0" tIns="0" rIns="0" bIns="0">
              <a:spAutoFit/>
            </a:bodyPr>
            <a:lstStyle/>
            <a:p>
              <a:pPr algn="ctr"/>
              <a:r>
                <a:rPr lang="en-US" altLang="zh-CN" sz="2900" b="1" i="1" dirty="0">
                  <a:solidFill>
                    <a:srgbClr val="0000FF"/>
                  </a:solidFill>
                  <a:latin typeface="Symbol" panose="05050102010706020507" pitchFamily="18" charset="2"/>
                </a:rPr>
                <a:t>p</a:t>
              </a:r>
              <a:endParaRPr lang="en-US" altLang="zh-CN" dirty="0">
                <a:latin typeface="Arial" panose="020B0604020202020204" pitchFamily="34" charset="0"/>
              </a:endParaRP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2279650" y="908050"/>
            <a:ext cx="7848600" cy="1544638"/>
          </a:xfrm>
          <a:prstGeom prst="rect">
            <a:avLst/>
          </a:prstGeom>
          <a:noFill/>
          <a:ln>
            <a:noFill/>
          </a:ln>
          <a:effectLst/>
        </p:spPr>
        <p:txBody>
          <a:bodyPr>
            <a:spAutoFit/>
          </a:bodyPr>
          <a:lstStyle/>
          <a:p>
            <a:pPr fontAlgn="base">
              <a:spcBef>
                <a:spcPct val="20000"/>
              </a:spcBef>
              <a:spcAft>
                <a:spcPct val="0"/>
              </a:spcAft>
              <a:defRPr/>
            </a:pP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注</a:t>
            </a:r>
            <a:r>
              <a:rPr kumimoji="1" lang="en-US" altLang="zh-CN"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1: </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本书不讨论所求形式解是否满足经典解要</a:t>
            </a:r>
            <a:endPar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fontAlgn="base">
              <a:spcBef>
                <a:spcPct val="20000"/>
              </a:spcBef>
              <a:spcAft>
                <a:spcPct val="0"/>
              </a:spcAft>
              <a:defRPr/>
            </a:pP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求的条件，只要求得了</a:t>
            </a:r>
            <a:r>
              <a:rPr kumimoji="1" lang="zh-CN" altLang="en-US" sz="2800" b="1">
                <a:solidFill>
                  <a:schemeClr val="tx2"/>
                </a:solidFill>
                <a:latin typeface="黑体" panose="02010609060101010101" pitchFamily="49" charset="-122"/>
                <a:ea typeface="黑体" panose="02010609060101010101" pitchFamily="49" charset="-122"/>
              </a:rPr>
              <a:t>形式解</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，就认为定解问题</a:t>
            </a:r>
            <a:endPar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fontAlgn="base">
              <a:spcBef>
                <a:spcPct val="20000"/>
              </a:spcBef>
              <a:spcAft>
                <a:spcPct val="0"/>
              </a:spcAft>
              <a:defRPr/>
            </a:pP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得到了解决。</a:t>
            </a:r>
            <a:endPar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2227" name="Rectangle 3"/>
          <p:cNvSpPr>
            <a:spLocks noChangeArrowheads="1"/>
          </p:cNvSpPr>
          <p:nvPr/>
        </p:nvSpPr>
        <p:spPr bwMode="auto">
          <a:xfrm>
            <a:off x="2279650" y="3141663"/>
            <a:ext cx="7632700" cy="1646238"/>
          </a:xfrm>
          <a:prstGeom prst="rect">
            <a:avLst/>
          </a:prstGeom>
          <a:noFill/>
          <a:ln>
            <a:noFill/>
          </a:ln>
          <a:effectLst/>
        </p:spPr>
        <p:txBody>
          <a:bodyPr anchor="ctr">
            <a:spAutoFit/>
          </a:bodyPr>
          <a:lstStyle/>
          <a:p>
            <a:pPr fontAlgn="base">
              <a:spcBef>
                <a:spcPct val="0"/>
              </a:spcBef>
              <a:spcAft>
                <a:spcPct val="0"/>
              </a:spcAft>
              <a:defRPr/>
            </a:pP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注</a:t>
            </a:r>
            <a:r>
              <a:rPr kumimoji="1" lang="en-US" altLang="zh-CN"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2: </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用分离变量法求解定解问题的关键是</a:t>
            </a:r>
            <a:r>
              <a:rPr kumimoji="1" lang="zh-CN" altLang="en-US" sz="2800" b="1">
                <a:solidFill>
                  <a:srgbClr val="FF0000"/>
                </a:solidFill>
                <a:latin typeface="黑体" panose="02010609060101010101" pitchFamily="49" charset="-122"/>
                <a:ea typeface="黑体" panose="02010609060101010101" pitchFamily="49" charset="-122"/>
              </a:rPr>
              <a:t>确定</a:t>
            </a:r>
            <a:endParaRPr kumimoji="1" lang="zh-CN" altLang="en-US" sz="2800" b="1">
              <a:solidFill>
                <a:srgbClr val="FF0000"/>
              </a:solidFill>
              <a:latin typeface="黑体" panose="02010609060101010101" pitchFamily="49" charset="-122"/>
              <a:ea typeface="黑体" panose="02010609060101010101" pitchFamily="49" charset="-122"/>
            </a:endParaRPr>
          </a:p>
          <a:p>
            <a:pPr fontAlgn="base">
              <a:spcBef>
                <a:spcPct val="0"/>
              </a:spcBef>
              <a:spcAft>
                <a:spcPct val="0"/>
              </a:spcAft>
              <a:defRPr/>
            </a:pPr>
            <a:endParaRPr kumimoji="1" lang="zh-CN" altLang="en-US" sz="900" b="1">
              <a:solidFill>
                <a:srgbClr val="FF0000"/>
              </a:solidFill>
              <a:latin typeface="黑体" panose="02010609060101010101" pitchFamily="49" charset="-122"/>
              <a:ea typeface="黑体" panose="02010609060101010101" pitchFamily="49" charset="-122"/>
            </a:endParaRPr>
          </a:p>
          <a:p>
            <a:pPr fontAlgn="base">
              <a:spcBef>
                <a:spcPct val="0"/>
              </a:spcBef>
              <a:spcAft>
                <a:spcPct val="0"/>
              </a:spcAft>
              <a:defRPr/>
            </a:pPr>
            <a:r>
              <a:rPr kumimoji="1" lang="zh-CN" altLang="en-US" sz="2800" b="1">
                <a:solidFill>
                  <a:srgbClr val="FF0000"/>
                </a:solidFill>
                <a:latin typeface="黑体" panose="02010609060101010101" pitchFamily="49" charset="-122"/>
                <a:ea typeface="黑体" panose="02010609060101010101" pitchFamily="49" charset="-122"/>
              </a:rPr>
              <a:t>特征函数</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和</a:t>
            </a:r>
            <a:r>
              <a:rPr kumimoji="1" lang="zh-CN" altLang="en-US" sz="2800" b="1">
                <a:solidFill>
                  <a:srgbClr val="FF0000"/>
                </a:solidFill>
                <a:latin typeface="黑体" panose="02010609060101010101" pitchFamily="49" charset="-122"/>
                <a:ea typeface="黑体" panose="02010609060101010101" pitchFamily="49" charset="-122"/>
              </a:rPr>
              <a:t>运用叠加原理</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，这些运算能够进行</a:t>
            </a:r>
            <a:r>
              <a:rPr kumimoji="1" lang="en-US" altLang="zh-CN"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a:t>
            </a:r>
            <a:endParaRPr kumimoji="1" lang="en-US" altLang="zh-CN"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fontAlgn="base">
              <a:spcBef>
                <a:spcPct val="0"/>
              </a:spcBef>
              <a:spcAft>
                <a:spcPct val="0"/>
              </a:spcAft>
              <a:defRPr/>
            </a:pPr>
            <a:endParaRPr kumimoji="1" lang="en-US" altLang="zh-CN" sz="9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fontAlgn="base">
              <a:spcBef>
                <a:spcPct val="0"/>
              </a:spcBef>
              <a:spcAft>
                <a:spcPct val="0"/>
              </a:spcAft>
              <a:defRPr/>
            </a:pP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是因为方程以及边界条件都是</a:t>
            </a:r>
            <a:r>
              <a:rPr kumimoji="1" lang="zh-CN" altLang="en-US" sz="2800" b="1">
                <a:solidFill>
                  <a:srgbClr val="FF0000"/>
                </a:solidFill>
                <a:latin typeface="黑体" panose="02010609060101010101" pitchFamily="49" charset="-122"/>
                <a:ea typeface="黑体" panose="02010609060101010101" pitchFamily="49" charset="-122"/>
              </a:rPr>
              <a:t>齐次</a:t>
            </a:r>
            <a:r>
              <a:rPr kumimoji="1" lang="zh-CN" altLang="en-US" sz="2800" b="1">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的。</a:t>
            </a:r>
            <a:r>
              <a:rPr kumimoji="1" lang="zh-CN" altLang="en-US" sz="2800" b="1" i="1">
                <a:latin typeface="宋体" panose="02010600030101010101" pitchFamily="2" charset="-122"/>
                <a:ea typeface="宋体" panose="02010600030101010101" pitchFamily="2" charset="-122"/>
              </a:rPr>
              <a:t> </a:t>
            </a:r>
            <a:endParaRPr kumimoji="1" lang="zh-CN" altLang="en-US" sz="2800" b="1" i="1">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wipe(up)">
                                      <p:cBhvr>
                                        <p:cTn id="7"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p:cNvSpPr>
          <p:nvPr>
            <p:ph idx="1"/>
          </p:nvPr>
        </p:nvSpPr>
        <p:spPr>
          <a:xfrm>
            <a:off x="2590801" y="990600"/>
            <a:ext cx="1865313" cy="573088"/>
          </a:xfrm>
        </p:spPr>
        <p:txBody>
          <a:bodyPr vert="horz" wrap="square" lIns="91440" tIns="45720" rIns="91440" bIns="45720" numCol="1" rtlCol="0" anchor="t" anchorCtr="0" compatLnSpc="1">
            <a:noAutofit/>
          </a:bodyPr>
          <a:lstStyle/>
          <a:p>
            <a:pPr eaLnBrk="1" hangingPunct="1">
              <a:lnSpc>
                <a:spcPct val="90000"/>
              </a:lnSpc>
            </a:pPr>
            <a:r>
              <a:rPr lang="zh-CN" altLang="en-US" sz="2800" b="1" dirty="0">
                <a:solidFill>
                  <a:srgbClr val="2B03BD"/>
                </a:solidFill>
                <a:ea typeface="黑体" panose="02010609060101010101" pitchFamily="49" charset="-122"/>
              </a:rPr>
              <a:t>驻波</a:t>
            </a:r>
            <a:endParaRPr lang="zh-CN" altLang="en-US" sz="2800" b="1" dirty="0">
              <a:solidFill>
                <a:srgbClr val="2B03BD"/>
              </a:solidFill>
              <a:ea typeface="黑体" panose="02010609060101010101" pitchFamily="49" charset="-122"/>
            </a:endParaRPr>
          </a:p>
        </p:txBody>
      </p:sp>
      <p:graphicFrame>
        <p:nvGraphicFramePr>
          <p:cNvPr id="306179" name="Object 3"/>
          <p:cNvGraphicFramePr>
            <a:graphicFrameLocks noChangeAspect="1"/>
          </p:cNvGraphicFramePr>
          <p:nvPr/>
        </p:nvGraphicFramePr>
        <p:xfrm>
          <a:off x="2711451" y="1773239"/>
          <a:ext cx="7123113" cy="1970087"/>
        </p:xfrm>
        <a:graphic>
          <a:graphicData uri="http://schemas.openxmlformats.org/presentationml/2006/ole">
            <mc:AlternateContent xmlns:mc="http://schemas.openxmlformats.org/markup-compatibility/2006">
              <mc:Choice xmlns:v="urn:schemas-microsoft-com:vml" Requires="v">
                <p:oleObj spid="_x0000_s13" name="" r:id="rId1" imgW="3314700" imgH="914400" progId="Equation.DSMT4">
                  <p:embed/>
                </p:oleObj>
              </mc:Choice>
              <mc:Fallback>
                <p:oleObj name="" r:id="rId1" imgW="3314700" imgH="914400" progId="Equation.DSMT4">
                  <p:embed/>
                  <p:pic>
                    <p:nvPicPr>
                      <p:cNvPr id="0" name="Object 3"/>
                      <p:cNvPicPr/>
                      <p:nvPr/>
                    </p:nvPicPr>
                    <p:blipFill>
                      <a:blip r:embed="rId2"/>
                      <a:stretch>
                        <a:fillRect/>
                      </a:stretch>
                    </p:blipFill>
                    <p:spPr>
                      <a:xfrm>
                        <a:off x="2711451" y="1773239"/>
                        <a:ext cx="7123113" cy="1970087"/>
                      </a:xfrm>
                      <a:prstGeom prst="rect">
                        <a:avLst/>
                      </a:prstGeom>
                      <a:noFill/>
                      <a:ln w="38100">
                        <a:noFill/>
                        <a:miter/>
                      </a:ln>
                    </p:spPr>
                  </p:pic>
                </p:oleObj>
              </mc:Fallback>
            </mc:AlternateContent>
          </a:graphicData>
        </a:graphic>
      </p:graphicFrame>
      <p:sp>
        <p:nvSpPr>
          <p:cNvPr id="306180" name="Rectangle 4"/>
          <p:cNvSpPr/>
          <p:nvPr/>
        </p:nvSpPr>
        <p:spPr>
          <a:xfrm>
            <a:off x="2286001" y="3938588"/>
            <a:ext cx="898525" cy="519112"/>
          </a:xfrm>
          <a:prstGeom prst="rect">
            <a:avLst/>
          </a:prstGeom>
          <a:noFill/>
          <a:ln w="9525">
            <a:noFill/>
          </a:ln>
        </p:spPr>
        <p:txBody>
          <a:bodyPr wrap="none">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其中</a:t>
            </a:r>
            <a:endParaRPr lang="zh-CN" altLang="en-US" sz="2800" b="1" dirty="0">
              <a:solidFill>
                <a:srgbClr val="2B03BD"/>
              </a:solidFill>
              <a:latin typeface="Arial" panose="020B0604020202020204" pitchFamily="34" charset="0"/>
              <a:ea typeface="黑体" panose="02010609060101010101" pitchFamily="49" charset="-122"/>
            </a:endParaRPr>
          </a:p>
        </p:txBody>
      </p:sp>
      <p:graphicFrame>
        <p:nvGraphicFramePr>
          <p:cNvPr id="306181" name="Object 5"/>
          <p:cNvGraphicFramePr>
            <a:graphicFrameLocks noChangeAspect="1"/>
          </p:cNvGraphicFramePr>
          <p:nvPr/>
        </p:nvGraphicFramePr>
        <p:xfrm>
          <a:off x="3863976" y="3789364"/>
          <a:ext cx="4308475" cy="922337"/>
        </p:xfrm>
        <a:graphic>
          <a:graphicData uri="http://schemas.openxmlformats.org/presentationml/2006/ole">
            <mc:AlternateContent xmlns:mc="http://schemas.openxmlformats.org/markup-compatibility/2006">
              <mc:Choice xmlns:v="urn:schemas-microsoft-com:vml" Requires="v">
                <p:oleObj spid="_x0000_s2" name="" r:id="rId3" imgW="2019300" imgH="431800" progId="Equation.DSMT4">
                  <p:embed/>
                </p:oleObj>
              </mc:Choice>
              <mc:Fallback>
                <p:oleObj name="" r:id="rId3" imgW="2019300" imgH="431800" progId="Equation.DSMT4">
                  <p:embed/>
                  <p:pic>
                    <p:nvPicPr>
                      <p:cNvPr id="0" name="Object 5"/>
                      <p:cNvPicPr/>
                      <p:nvPr/>
                    </p:nvPicPr>
                    <p:blipFill>
                      <a:blip r:embed="rId4"/>
                      <a:stretch>
                        <a:fillRect/>
                      </a:stretch>
                    </p:blipFill>
                    <p:spPr>
                      <a:xfrm>
                        <a:off x="3863976" y="3789364"/>
                        <a:ext cx="4308475" cy="922337"/>
                      </a:xfrm>
                      <a:prstGeom prst="rect">
                        <a:avLst/>
                      </a:prstGeom>
                      <a:noFill/>
                      <a:ln w="38100">
                        <a:noFill/>
                        <a:miter/>
                      </a:ln>
                    </p:spPr>
                  </p:pic>
                </p:oleObj>
              </mc:Fallback>
            </mc:AlternateContent>
          </a:graphicData>
        </a:graphic>
      </p:graphicFrame>
      <p:grpSp>
        <p:nvGrpSpPr>
          <p:cNvPr id="306182" name="Group 6"/>
          <p:cNvGrpSpPr/>
          <p:nvPr/>
        </p:nvGrpSpPr>
        <p:grpSpPr>
          <a:xfrm>
            <a:off x="2286000" y="4800600"/>
            <a:ext cx="3663950" cy="1868488"/>
            <a:chOff x="480" y="3143"/>
            <a:chExt cx="2308" cy="1177"/>
          </a:xfrm>
        </p:grpSpPr>
        <p:grpSp>
          <p:nvGrpSpPr>
            <p:cNvPr id="25619" name="Group 7"/>
            <p:cNvGrpSpPr/>
            <p:nvPr/>
          </p:nvGrpSpPr>
          <p:grpSpPr>
            <a:xfrm>
              <a:off x="480" y="3171"/>
              <a:ext cx="864" cy="1125"/>
              <a:chOff x="480" y="3171"/>
              <a:chExt cx="864" cy="1125"/>
            </a:xfrm>
          </p:grpSpPr>
          <p:sp>
            <p:nvSpPr>
              <p:cNvPr id="25624" name="Rectangle 8"/>
              <p:cNvSpPr/>
              <p:nvPr/>
            </p:nvSpPr>
            <p:spPr>
              <a:xfrm>
                <a:off x="480" y="3171"/>
                <a:ext cx="845" cy="327"/>
              </a:xfrm>
              <a:prstGeom prst="rect">
                <a:avLst/>
              </a:prstGeom>
              <a:solidFill>
                <a:schemeClr val="accent2"/>
              </a:solidFill>
              <a:ln w="9525">
                <a:noFill/>
              </a:ln>
            </p:spPr>
            <p:txBody>
              <a:bodyPr>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振   幅</a:t>
                </a:r>
                <a:endParaRPr lang="zh-CN" altLang="en-US" sz="2800" b="1" dirty="0">
                  <a:solidFill>
                    <a:srgbClr val="2B03BD"/>
                  </a:solidFill>
                  <a:latin typeface="Arial" panose="020B0604020202020204" pitchFamily="34" charset="0"/>
                  <a:ea typeface="黑体" panose="02010609060101010101" pitchFamily="49" charset="-122"/>
                </a:endParaRPr>
              </a:p>
            </p:txBody>
          </p:sp>
          <p:sp>
            <p:nvSpPr>
              <p:cNvPr id="25625" name="Rectangle 9"/>
              <p:cNvSpPr/>
              <p:nvPr/>
            </p:nvSpPr>
            <p:spPr>
              <a:xfrm>
                <a:off x="480" y="3570"/>
                <a:ext cx="864" cy="327"/>
              </a:xfrm>
              <a:prstGeom prst="rect">
                <a:avLst/>
              </a:prstGeom>
              <a:solidFill>
                <a:schemeClr val="accent2"/>
              </a:solidFill>
              <a:ln w="9525">
                <a:noFill/>
              </a:ln>
            </p:spPr>
            <p:txBody>
              <a:bodyPr>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频   率</a:t>
                </a:r>
                <a:endParaRPr lang="zh-CN" altLang="en-US" sz="2800" b="1" dirty="0">
                  <a:solidFill>
                    <a:srgbClr val="2B03BD"/>
                  </a:solidFill>
                  <a:latin typeface="Arial" panose="020B0604020202020204" pitchFamily="34" charset="0"/>
                  <a:ea typeface="黑体" panose="02010609060101010101" pitchFamily="49" charset="-122"/>
                </a:endParaRPr>
              </a:p>
            </p:txBody>
          </p:sp>
          <p:sp>
            <p:nvSpPr>
              <p:cNvPr id="25626" name="Rectangle 10"/>
              <p:cNvSpPr/>
              <p:nvPr/>
            </p:nvSpPr>
            <p:spPr>
              <a:xfrm>
                <a:off x="480" y="3969"/>
                <a:ext cx="864" cy="327"/>
              </a:xfrm>
              <a:prstGeom prst="rect">
                <a:avLst/>
              </a:prstGeom>
              <a:solidFill>
                <a:schemeClr val="accent2"/>
              </a:solidFill>
              <a:ln w="9525">
                <a:noFill/>
              </a:ln>
            </p:spPr>
            <p:txBody>
              <a:bodyPr>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初相位</a:t>
                </a:r>
                <a:endParaRPr lang="zh-CN" altLang="en-US" sz="2800" b="1" dirty="0">
                  <a:solidFill>
                    <a:srgbClr val="2B03BD"/>
                  </a:solidFill>
                  <a:latin typeface="Arial" panose="020B0604020202020204" pitchFamily="34" charset="0"/>
                  <a:ea typeface="黑体" panose="02010609060101010101" pitchFamily="49" charset="-122"/>
                </a:endParaRPr>
              </a:p>
            </p:txBody>
          </p:sp>
        </p:grpSp>
        <p:grpSp>
          <p:nvGrpSpPr>
            <p:cNvPr id="25620" name="Group 11"/>
            <p:cNvGrpSpPr/>
            <p:nvPr/>
          </p:nvGrpSpPr>
          <p:grpSpPr>
            <a:xfrm>
              <a:off x="1296" y="3143"/>
              <a:ext cx="1492" cy="1177"/>
              <a:chOff x="1392" y="3120"/>
              <a:chExt cx="1492" cy="1177"/>
            </a:xfrm>
          </p:grpSpPr>
          <p:graphicFrame>
            <p:nvGraphicFramePr>
              <p:cNvPr id="25621" name="Object 12"/>
              <p:cNvGraphicFramePr>
                <a:graphicFrameLocks noChangeAspect="1"/>
              </p:cNvGraphicFramePr>
              <p:nvPr/>
            </p:nvGraphicFramePr>
            <p:xfrm>
              <a:off x="1392" y="3120"/>
              <a:ext cx="1492" cy="480"/>
            </p:xfrm>
            <a:graphic>
              <a:graphicData uri="http://schemas.openxmlformats.org/presentationml/2006/ole">
                <mc:AlternateContent xmlns:mc="http://schemas.openxmlformats.org/markup-compatibility/2006">
                  <mc:Choice xmlns:v="urn:schemas-microsoft-com:vml" Requires="v">
                    <p:oleObj spid="_x0000_s3" name="" r:id="rId5" imgW="1180465" imgH="431800" progId="Equation.DSMT4">
                      <p:embed/>
                    </p:oleObj>
                  </mc:Choice>
                  <mc:Fallback>
                    <p:oleObj name="" r:id="rId5" imgW="1180465" imgH="431800" progId="Equation.DSMT4">
                      <p:embed/>
                      <p:pic>
                        <p:nvPicPr>
                          <p:cNvPr id="0" name="Object 12"/>
                          <p:cNvPicPr/>
                          <p:nvPr/>
                        </p:nvPicPr>
                        <p:blipFill>
                          <a:blip r:embed="rId6"/>
                          <a:stretch>
                            <a:fillRect/>
                          </a:stretch>
                        </p:blipFill>
                        <p:spPr>
                          <a:xfrm>
                            <a:off x="1392" y="3120"/>
                            <a:ext cx="1492" cy="480"/>
                          </a:xfrm>
                          <a:prstGeom prst="rect">
                            <a:avLst/>
                          </a:prstGeom>
                          <a:solidFill>
                            <a:schemeClr val="accent2"/>
                          </a:solidFill>
                          <a:ln w="38100">
                            <a:noFill/>
                            <a:miter/>
                          </a:ln>
                        </p:spPr>
                      </p:pic>
                    </p:oleObj>
                  </mc:Fallback>
                </mc:AlternateContent>
              </a:graphicData>
            </a:graphic>
          </p:graphicFrame>
          <p:graphicFrame>
            <p:nvGraphicFramePr>
              <p:cNvPr id="25622" name="Object 13"/>
              <p:cNvGraphicFramePr>
                <a:graphicFrameLocks noChangeAspect="1"/>
              </p:cNvGraphicFramePr>
              <p:nvPr/>
            </p:nvGraphicFramePr>
            <p:xfrm>
              <a:off x="1392" y="3552"/>
              <a:ext cx="802" cy="438"/>
            </p:xfrm>
            <a:graphic>
              <a:graphicData uri="http://schemas.openxmlformats.org/presentationml/2006/ole">
                <mc:AlternateContent xmlns:mc="http://schemas.openxmlformats.org/markup-compatibility/2006">
                  <mc:Choice xmlns:v="urn:schemas-microsoft-com:vml" Requires="v">
                    <p:oleObj spid="_x0000_s4" name="" r:id="rId7" imgW="635000" imgH="393700" progId="Equation.DSMT4">
                      <p:embed/>
                    </p:oleObj>
                  </mc:Choice>
                  <mc:Fallback>
                    <p:oleObj name="" r:id="rId7" imgW="635000" imgH="393700" progId="Equation.DSMT4">
                      <p:embed/>
                      <p:pic>
                        <p:nvPicPr>
                          <p:cNvPr id="0" name="Object 13"/>
                          <p:cNvPicPr/>
                          <p:nvPr/>
                        </p:nvPicPr>
                        <p:blipFill>
                          <a:blip r:embed="rId8"/>
                          <a:stretch>
                            <a:fillRect/>
                          </a:stretch>
                        </p:blipFill>
                        <p:spPr>
                          <a:xfrm>
                            <a:off x="1392" y="3552"/>
                            <a:ext cx="802" cy="438"/>
                          </a:xfrm>
                          <a:prstGeom prst="rect">
                            <a:avLst/>
                          </a:prstGeom>
                          <a:solidFill>
                            <a:schemeClr val="accent2"/>
                          </a:solidFill>
                          <a:ln w="38100">
                            <a:noFill/>
                            <a:miter/>
                          </a:ln>
                        </p:spPr>
                      </p:pic>
                    </p:oleObj>
                  </mc:Fallback>
                </mc:AlternateContent>
              </a:graphicData>
            </a:graphic>
          </p:graphicFrame>
          <p:graphicFrame>
            <p:nvGraphicFramePr>
              <p:cNvPr id="25623" name="Object 14"/>
              <p:cNvGraphicFramePr>
                <a:graphicFrameLocks noChangeAspect="1"/>
              </p:cNvGraphicFramePr>
              <p:nvPr/>
            </p:nvGraphicFramePr>
            <p:xfrm>
              <a:off x="1392" y="3969"/>
              <a:ext cx="255" cy="328"/>
            </p:xfrm>
            <a:graphic>
              <a:graphicData uri="http://schemas.openxmlformats.org/presentationml/2006/ole">
                <mc:AlternateContent xmlns:mc="http://schemas.openxmlformats.org/markup-compatibility/2006">
                  <mc:Choice xmlns:v="urn:schemas-microsoft-com:vml" Requires="v">
                    <p:oleObj spid="_x0000_s5" name="" r:id="rId9" imgW="177800" imgH="228600" progId="Equation.DSMT4">
                      <p:embed/>
                    </p:oleObj>
                  </mc:Choice>
                  <mc:Fallback>
                    <p:oleObj name="" r:id="rId9" imgW="177800" imgH="228600" progId="Equation.DSMT4">
                      <p:embed/>
                      <p:pic>
                        <p:nvPicPr>
                          <p:cNvPr id="0" name="Object 14"/>
                          <p:cNvPicPr/>
                          <p:nvPr/>
                        </p:nvPicPr>
                        <p:blipFill>
                          <a:blip r:embed="rId10"/>
                          <a:stretch>
                            <a:fillRect/>
                          </a:stretch>
                        </p:blipFill>
                        <p:spPr>
                          <a:xfrm>
                            <a:off x="1392" y="3969"/>
                            <a:ext cx="255" cy="328"/>
                          </a:xfrm>
                          <a:prstGeom prst="rect">
                            <a:avLst/>
                          </a:prstGeom>
                          <a:solidFill>
                            <a:schemeClr val="accent2"/>
                          </a:solidFill>
                          <a:ln w="38100">
                            <a:noFill/>
                            <a:miter/>
                          </a:ln>
                        </p:spPr>
                      </p:pic>
                    </p:oleObj>
                  </mc:Fallback>
                </mc:AlternateContent>
              </a:graphicData>
            </a:graphic>
          </p:graphicFrame>
        </p:grpSp>
      </p:grpSp>
      <p:grpSp>
        <p:nvGrpSpPr>
          <p:cNvPr id="306191" name="Group 15"/>
          <p:cNvGrpSpPr/>
          <p:nvPr/>
        </p:nvGrpSpPr>
        <p:grpSpPr>
          <a:xfrm>
            <a:off x="6248400" y="5029200"/>
            <a:ext cx="3962400" cy="1562100"/>
            <a:chOff x="2976" y="3168"/>
            <a:chExt cx="2496" cy="984"/>
          </a:xfrm>
        </p:grpSpPr>
        <p:sp>
          <p:nvSpPr>
            <p:cNvPr id="25616" name="Rectangle 16"/>
            <p:cNvSpPr/>
            <p:nvPr/>
          </p:nvSpPr>
          <p:spPr>
            <a:xfrm>
              <a:off x="2976" y="3168"/>
              <a:ext cx="2496" cy="327"/>
            </a:xfrm>
            <a:prstGeom prst="rect">
              <a:avLst/>
            </a:prstGeom>
            <a:noFill/>
            <a:ln w="9525">
              <a:noFill/>
            </a:ln>
          </p:spPr>
          <p:txBody>
            <a:bodyPr>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振动元素，本征振动</a:t>
              </a:r>
              <a:endParaRPr lang="zh-CN" altLang="en-US" sz="2800" b="1" dirty="0">
                <a:solidFill>
                  <a:srgbClr val="2B03BD"/>
                </a:solidFill>
                <a:latin typeface="Arial" panose="020B0604020202020204" pitchFamily="34" charset="0"/>
                <a:ea typeface="黑体" panose="02010609060101010101" pitchFamily="49" charset="-122"/>
              </a:endParaRPr>
            </a:p>
          </p:txBody>
        </p:sp>
        <p:sp>
          <p:nvSpPr>
            <p:cNvPr id="25617" name="Rectangle 17"/>
            <p:cNvSpPr/>
            <p:nvPr/>
          </p:nvSpPr>
          <p:spPr>
            <a:xfrm>
              <a:off x="3936" y="3825"/>
              <a:ext cx="566" cy="327"/>
            </a:xfrm>
            <a:prstGeom prst="rect">
              <a:avLst/>
            </a:prstGeom>
            <a:noFill/>
            <a:ln w="9525">
              <a:noFill/>
            </a:ln>
          </p:spPr>
          <p:txBody>
            <a:bodyPr wrap="none">
              <a:spAutoFit/>
            </a:bodyPr>
            <a:lstStyle/>
            <a:p>
              <a:pPr eaLnBrk="1" hangingPunct="1"/>
              <a:r>
                <a:rPr lang="zh-CN" altLang="en-US" sz="2800" b="1" dirty="0">
                  <a:solidFill>
                    <a:srgbClr val="2B03BD"/>
                  </a:solidFill>
                  <a:latin typeface="Arial" panose="020B0604020202020204" pitchFamily="34" charset="0"/>
                  <a:ea typeface="黑体" panose="02010609060101010101" pitchFamily="49" charset="-122"/>
                </a:rPr>
                <a:t>驻波</a:t>
              </a:r>
              <a:endParaRPr lang="zh-CN" altLang="en-US" sz="2800" b="1" dirty="0">
                <a:solidFill>
                  <a:srgbClr val="2B03BD"/>
                </a:solidFill>
                <a:latin typeface="Arial" panose="020B0604020202020204" pitchFamily="34" charset="0"/>
                <a:ea typeface="黑体" panose="02010609060101010101" pitchFamily="49" charset="-122"/>
              </a:endParaRPr>
            </a:p>
          </p:txBody>
        </p:sp>
        <p:sp>
          <p:nvSpPr>
            <p:cNvPr id="25618" name="AutoShape 18"/>
            <p:cNvSpPr/>
            <p:nvPr/>
          </p:nvSpPr>
          <p:spPr>
            <a:xfrm>
              <a:off x="3408" y="3552"/>
              <a:ext cx="1632"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Arial" panose="020B0604020202020204" pitchFamily="34" charset="0"/>
              </a:endParaRPr>
            </a:p>
          </p:txBody>
        </p:sp>
      </p:grpSp>
      <p:grpSp>
        <p:nvGrpSpPr>
          <p:cNvPr id="306195" name="Group 19"/>
          <p:cNvGrpSpPr/>
          <p:nvPr/>
        </p:nvGrpSpPr>
        <p:grpSpPr>
          <a:xfrm>
            <a:off x="4343400" y="228601"/>
            <a:ext cx="6019800" cy="1408113"/>
            <a:chOff x="1776" y="96"/>
            <a:chExt cx="3792" cy="887"/>
          </a:xfrm>
        </p:grpSpPr>
        <p:pic>
          <p:nvPicPr>
            <p:cNvPr id="25610" name="Picture 20"/>
            <p:cNvPicPr>
              <a:picLocks noChangeAspect="1"/>
            </p:cNvPicPr>
            <p:nvPr/>
          </p:nvPicPr>
          <p:blipFill>
            <a:blip r:embed="rId11"/>
            <a:stretch>
              <a:fillRect/>
            </a:stretch>
          </p:blipFill>
          <p:spPr>
            <a:xfrm>
              <a:off x="1945" y="240"/>
              <a:ext cx="3360" cy="743"/>
            </a:xfrm>
            <a:prstGeom prst="rect">
              <a:avLst/>
            </a:prstGeom>
            <a:noFill/>
            <a:ln w="9525">
              <a:noFill/>
            </a:ln>
          </p:spPr>
        </p:pic>
        <p:sp>
          <p:nvSpPr>
            <p:cNvPr id="25611" name="Line 21"/>
            <p:cNvSpPr/>
            <p:nvPr/>
          </p:nvSpPr>
          <p:spPr>
            <a:xfrm>
              <a:off x="1968" y="624"/>
              <a:ext cx="3600" cy="0"/>
            </a:xfrm>
            <a:prstGeom prst="line">
              <a:avLst/>
            </a:prstGeom>
            <a:ln w="9525" cap="flat" cmpd="sng">
              <a:solidFill>
                <a:schemeClr val="tx1"/>
              </a:solidFill>
              <a:prstDash val="solid"/>
              <a:miter/>
              <a:headEnd type="none" w="med" len="med"/>
              <a:tailEnd type="triangle" w="med" len="med"/>
            </a:ln>
          </p:spPr>
          <p:txBody>
            <a:bodyPr/>
            <a:lstStyle/>
            <a:p>
              <a:endParaRPr lang="zh-CN" altLang="en-US"/>
            </a:p>
          </p:txBody>
        </p:sp>
        <p:sp>
          <p:nvSpPr>
            <p:cNvPr id="25612" name="Line 22"/>
            <p:cNvSpPr/>
            <p:nvPr/>
          </p:nvSpPr>
          <p:spPr>
            <a:xfrm flipV="1">
              <a:off x="1968" y="144"/>
              <a:ext cx="0" cy="816"/>
            </a:xfrm>
            <a:prstGeom prst="line">
              <a:avLst/>
            </a:prstGeom>
            <a:ln w="9525" cap="flat" cmpd="sng">
              <a:solidFill>
                <a:schemeClr val="tx1"/>
              </a:solidFill>
              <a:prstDash val="solid"/>
              <a:miter/>
              <a:headEnd type="none" w="med" len="med"/>
              <a:tailEnd type="triangle" w="med" len="med"/>
            </a:ln>
          </p:spPr>
          <p:txBody>
            <a:bodyPr/>
            <a:lstStyle/>
            <a:p>
              <a:endParaRPr lang="zh-CN" altLang="en-US"/>
            </a:p>
          </p:txBody>
        </p:sp>
        <p:sp>
          <p:nvSpPr>
            <p:cNvPr id="25613" name="Text Box 23"/>
            <p:cNvSpPr txBox="1"/>
            <p:nvPr/>
          </p:nvSpPr>
          <p:spPr>
            <a:xfrm>
              <a:off x="1776" y="576"/>
              <a:ext cx="298" cy="233"/>
            </a:xfrm>
            <a:prstGeom prst="rect">
              <a:avLst/>
            </a:prstGeom>
            <a:noFill/>
            <a:ln w="9525">
              <a:noFill/>
            </a:ln>
          </p:spPr>
          <p:txBody>
            <a:bodyPr>
              <a:spAutoFit/>
            </a:bodyPr>
            <a:lstStyle/>
            <a:p>
              <a:pPr eaLnBrk="1" hangingPunct="1"/>
              <a:r>
                <a:rPr lang="en-US" altLang="zh-CN" i="1" dirty="0">
                  <a:latin typeface="Times New Roman" panose="02020603050405020304" pitchFamily="18" charset="0"/>
                </a:rPr>
                <a:t>o</a:t>
              </a:r>
              <a:endParaRPr lang="en-US" altLang="zh-CN" i="1" dirty="0">
                <a:latin typeface="Times New Roman" panose="02020603050405020304" pitchFamily="18" charset="0"/>
              </a:endParaRPr>
            </a:p>
          </p:txBody>
        </p:sp>
        <p:sp>
          <p:nvSpPr>
            <p:cNvPr id="25614" name="Text Box 24"/>
            <p:cNvSpPr txBox="1"/>
            <p:nvPr/>
          </p:nvSpPr>
          <p:spPr>
            <a:xfrm>
              <a:off x="5232" y="624"/>
              <a:ext cx="298" cy="233"/>
            </a:xfrm>
            <a:prstGeom prst="rect">
              <a:avLst/>
            </a:prstGeom>
            <a:noFill/>
            <a:ln w="9525">
              <a:noFill/>
            </a:ln>
          </p:spPr>
          <p:txBody>
            <a:bodyPr>
              <a:spAutoFit/>
            </a:bodyPr>
            <a:lstStyle/>
            <a:p>
              <a:pPr eaLnBrk="1" hangingPunct="1"/>
              <a:r>
                <a:rPr lang="en-US" altLang="zh-CN" i="1" dirty="0">
                  <a:latin typeface="Times New Roman" panose="02020603050405020304" pitchFamily="18" charset="0"/>
                </a:rPr>
                <a:t>l</a:t>
              </a:r>
              <a:endParaRPr lang="en-US" altLang="zh-CN" i="1" dirty="0">
                <a:latin typeface="Times New Roman" panose="02020603050405020304" pitchFamily="18" charset="0"/>
              </a:endParaRPr>
            </a:p>
          </p:txBody>
        </p:sp>
        <p:sp>
          <p:nvSpPr>
            <p:cNvPr id="25615" name="Text Box 25"/>
            <p:cNvSpPr txBox="1"/>
            <p:nvPr/>
          </p:nvSpPr>
          <p:spPr>
            <a:xfrm>
              <a:off x="4464" y="96"/>
              <a:ext cx="624" cy="233"/>
            </a:xfrm>
            <a:prstGeom prst="rect">
              <a:avLst/>
            </a:prstGeom>
            <a:solidFill>
              <a:schemeClr val="accent2"/>
            </a:solidFill>
            <a:ln w="9525">
              <a:noFill/>
            </a:ln>
          </p:spPr>
          <p:txBody>
            <a:bodyPr>
              <a:spAutoFit/>
            </a:bodyPr>
            <a:lstStyle/>
            <a:p>
              <a:pPr algn="ctr" eaLnBrk="1" hangingPunct="1"/>
              <a:r>
                <a:rPr lang="en-US" altLang="zh-CN" i="1" dirty="0">
                  <a:latin typeface="Times New Roman" panose="02020603050405020304" pitchFamily="18" charset="0"/>
                </a:rPr>
                <a:t>n = </a:t>
              </a:r>
              <a:r>
                <a:rPr lang="en-US" altLang="zh-CN" dirty="0">
                  <a:latin typeface="Times New Roman" panose="02020603050405020304" pitchFamily="18" charset="0"/>
                </a:rPr>
                <a:t>4</a:t>
              </a:r>
              <a:endParaRPr lang="en-US" altLang="zh-CN" dirty="0">
                <a:latin typeface="Times New Roman" panose="02020603050405020304" pitchFamily="18" charset="0"/>
              </a:endParaRPr>
            </a:p>
          </p:txBody>
        </p:sp>
      </p:grpSp>
      <p:sp>
        <p:nvSpPr>
          <p:cNvPr id="25609" name="Rectangle 26"/>
          <p:cNvSpPr/>
          <p:nvPr/>
        </p:nvSpPr>
        <p:spPr>
          <a:xfrm>
            <a:off x="557367" y="109865"/>
            <a:ext cx="3070071"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anchor="ctr" anchorCtr="0">
            <a:spAutoFit/>
          </a:bodyPr>
          <a:lstStyle/>
          <a:p>
            <a:pPr eaLnBrk="1" hangingPunct="1"/>
            <a:r>
              <a:rPr lang="zh-CN" altLang="en-US" sz="2800" b="1" dirty="0">
                <a:solidFill>
                  <a:schemeClr val="tx2"/>
                </a:solidFill>
                <a:latin typeface="Arial" panose="020B0604020202020204" pitchFamily="34" charset="0"/>
                <a:ea typeface="黑体" panose="02010609060101010101" pitchFamily="49" charset="-122"/>
              </a:rPr>
              <a:t>傅氏解的物理意义</a:t>
            </a:r>
            <a:endParaRPr lang="zh-CN" altLang="en-US" sz="2800" b="1" dirty="0">
              <a:solidFill>
                <a:schemeClr val="tx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6178">
                                            <p:txEl>
                                              <p:pRg st="0" end="0"/>
                                            </p:txEl>
                                          </p:spTgt>
                                        </p:tgtEl>
                                        <p:attrNameLst>
                                          <p:attrName>style.visibility</p:attrName>
                                        </p:attrNameLst>
                                      </p:cBhvr>
                                      <p:to>
                                        <p:strVal val="visible"/>
                                      </p:to>
                                    </p:set>
                                    <p:animEffect transition="in" filter="checkerboard(across)">
                                      <p:cBhvr>
                                        <p:cTn id="7" dur="500"/>
                                        <p:tgtEl>
                                          <p:spTgt spid="306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6195"/>
                                        </p:tgtEl>
                                        <p:attrNameLst>
                                          <p:attrName>style.visibility</p:attrName>
                                        </p:attrNameLst>
                                      </p:cBhvr>
                                      <p:to>
                                        <p:strVal val="visible"/>
                                      </p:to>
                                    </p:set>
                                    <p:animEffect transition="in" filter="checkerboard(across)">
                                      <p:cBhvr>
                                        <p:cTn id="12" dur="500"/>
                                        <p:tgtEl>
                                          <p:spTgt spid="30619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6179"/>
                                        </p:tgtEl>
                                        <p:attrNameLst>
                                          <p:attrName>style.visibility</p:attrName>
                                        </p:attrNameLst>
                                      </p:cBhvr>
                                      <p:to>
                                        <p:strVal val="visible"/>
                                      </p:to>
                                    </p:set>
                                    <p:animEffect transition="in" filter="checkerboard(across)">
                                      <p:cBhvr>
                                        <p:cTn id="17" dur="500"/>
                                        <p:tgtEl>
                                          <p:spTgt spid="30617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06180"/>
                                        </p:tgtEl>
                                        <p:attrNameLst>
                                          <p:attrName>style.visibility</p:attrName>
                                        </p:attrNameLst>
                                      </p:cBhvr>
                                      <p:to>
                                        <p:strVal val="visible"/>
                                      </p:to>
                                    </p:set>
                                    <p:animEffect transition="in" filter="checkerboard(across)">
                                      <p:cBhvr>
                                        <p:cTn id="22" dur="500"/>
                                        <p:tgtEl>
                                          <p:spTgt spid="30618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06181"/>
                                        </p:tgtEl>
                                        <p:attrNameLst>
                                          <p:attrName>style.visibility</p:attrName>
                                        </p:attrNameLst>
                                      </p:cBhvr>
                                      <p:to>
                                        <p:strVal val="visible"/>
                                      </p:to>
                                    </p:set>
                                    <p:animEffect transition="in" filter="checkerboard(across)">
                                      <p:cBhvr>
                                        <p:cTn id="27" dur="500"/>
                                        <p:tgtEl>
                                          <p:spTgt spid="30618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06182"/>
                                        </p:tgtEl>
                                        <p:attrNameLst>
                                          <p:attrName>style.visibility</p:attrName>
                                        </p:attrNameLst>
                                      </p:cBhvr>
                                      <p:to>
                                        <p:strVal val="visible"/>
                                      </p:to>
                                    </p:set>
                                    <p:animEffect transition="in" filter="checkerboard(across)">
                                      <p:cBhvr>
                                        <p:cTn id="32" dur="500"/>
                                        <p:tgtEl>
                                          <p:spTgt spid="30618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06191"/>
                                        </p:tgtEl>
                                        <p:attrNameLst>
                                          <p:attrName>style.visibility</p:attrName>
                                        </p:attrNameLst>
                                      </p:cBhvr>
                                      <p:to>
                                        <p:strVal val="visible"/>
                                      </p:to>
                                    </p:set>
                                    <p:animEffect transition="in" filter="checkerboard(across)">
                                      <p:cBhvr>
                                        <p:cTn id="37" dur="500"/>
                                        <p:tgtEl>
                                          <p:spTgt spid="306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build="p"/>
      <p:bldP spid="30618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3"/>
          <p:cNvGraphicFramePr>
            <a:graphicFrameLocks noChangeAspect="1"/>
          </p:cNvGraphicFramePr>
          <p:nvPr/>
        </p:nvGraphicFramePr>
        <p:xfrm>
          <a:off x="2278064" y="692151"/>
          <a:ext cx="7705725" cy="796925"/>
        </p:xfrm>
        <a:graphic>
          <a:graphicData uri="http://schemas.openxmlformats.org/presentationml/2006/ole">
            <mc:AlternateContent xmlns:mc="http://schemas.openxmlformats.org/markup-compatibility/2006">
              <mc:Choice xmlns:v="urn:schemas-microsoft-com:vml" Requires="v">
                <p:oleObj spid="_x0000_s13" name="" r:id="rId1" imgW="4292600" imgH="444500" progId="Equation.3">
                  <p:embed/>
                </p:oleObj>
              </mc:Choice>
              <mc:Fallback>
                <p:oleObj name="" r:id="rId1" imgW="4292600" imgH="444500" progId="Equation.3">
                  <p:embed/>
                  <p:pic>
                    <p:nvPicPr>
                      <p:cNvPr id="0" name="Object 3"/>
                      <p:cNvPicPr/>
                      <p:nvPr/>
                    </p:nvPicPr>
                    <p:blipFill>
                      <a:blip r:embed="rId2"/>
                      <a:stretch>
                        <a:fillRect/>
                      </a:stretch>
                    </p:blipFill>
                    <p:spPr>
                      <a:xfrm>
                        <a:off x="2278064" y="692151"/>
                        <a:ext cx="7705725" cy="796925"/>
                      </a:xfrm>
                      <a:prstGeom prst="rect">
                        <a:avLst/>
                      </a:prstGeom>
                      <a:solidFill>
                        <a:srgbClr val="FFFF66"/>
                      </a:solidFill>
                      <a:ln w="38100">
                        <a:noFill/>
                        <a:miter/>
                      </a:ln>
                    </p:spPr>
                  </p:pic>
                </p:oleObj>
              </mc:Fallback>
            </mc:AlternateContent>
          </a:graphicData>
        </a:graphic>
      </p:graphicFrame>
      <p:graphicFrame>
        <p:nvGraphicFramePr>
          <p:cNvPr id="272388" name="Object 4"/>
          <p:cNvGraphicFramePr>
            <a:graphicFrameLocks noChangeAspect="1"/>
          </p:cNvGraphicFramePr>
          <p:nvPr/>
        </p:nvGraphicFramePr>
        <p:xfrm>
          <a:off x="1919289" y="1628775"/>
          <a:ext cx="7489825" cy="381000"/>
        </p:xfrm>
        <a:graphic>
          <a:graphicData uri="http://schemas.openxmlformats.org/presentationml/2006/ole">
            <mc:AlternateContent xmlns:mc="http://schemas.openxmlformats.org/markup-compatibility/2006">
              <mc:Choice xmlns:v="urn:schemas-microsoft-com:vml" Requires="v">
                <p:oleObj spid="_x0000_s2" name="" r:id="rId3" imgW="4216400" imgH="228600" progId="Equation.DSMT4">
                  <p:embed/>
                </p:oleObj>
              </mc:Choice>
              <mc:Fallback>
                <p:oleObj name="" r:id="rId3" imgW="4216400" imgH="228600" progId="Equation.DSMT4">
                  <p:embed/>
                  <p:pic>
                    <p:nvPicPr>
                      <p:cNvPr id="0" name="Object 4"/>
                      <p:cNvPicPr/>
                      <p:nvPr/>
                    </p:nvPicPr>
                    <p:blipFill>
                      <a:blip r:embed="rId4"/>
                      <a:stretch>
                        <a:fillRect/>
                      </a:stretch>
                    </p:blipFill>
                    <p:spPr>
                      <a:xfrm>
                        <a:off x="1919289" y="1628775"/>
                        <a:ext cx="7489825" cy="381000"/>
                      </a:xfrm>
                      <a:prstGeom prst="rect">
                        <a:avLst/>
                      </a:prstGeom>
                      <a:noFill/>
                      <a:ln w="38100">
                        <a:noFill/>
                        <a:miter/>
                      </a:ln>
                    </p:spPr>
                  </p:pic>
                </p:oleObj>
              </mc:Fallback>
            </mc:AlternateContent>
          </a:graphicData>
        </a:graphic>
      </p:graphicFrame>
      <p:graphicFrame>
        <p:nvGraphicFramePr>
          <p:cNvPr id="272389" name="Object 5"/>
          <p:cNvGraphicFramePr>
            <a:graphicFrameLocks noChangeAspect="1"/>
          </p:cNvGraphicFramePr>
          <p:nvPr/>
        </p:nvGraphicFramePr>
        <p:xfrm>
          <a:off x="3211514" y="2060575"/>
          <a:ext cx="5260975" cy="381000"/>
        </p:xfrm>
        <a:graphic>
          <a:graphicData uri="http://schemas.openxmlformats.org/presentationml/2006/ole">
            <mc:AlternateContent xmlns:mc="http://schemas.openxmlformats.org/markup-compatibility/2006">
              <mc:Choice xmlns:v="urn:schemas-microsoft-com:vml" Requires="v">
                <p:oleObj spid="_x0000_s3" name="" r:id="rId5" imgW="3022600" imgH="228600" progId="Equation.3">
                  <p:embed/>
                </p:oleObj>
              </mc:Choice>
              <mc:Fallback>
                <p:oleObj name="" r:id="rId5" imgW="3022600" imgH="228600" progId="Equation.3">
                  <p:embed/>
                  <p:pic>
                    <p:nvPicPr>
                      <p:cNvPr id="0" name="Object 5"/>
                      <p:cNvPicPr/>
                      <p:nvPr/>
                    </p:nvPicPr>
                    <p:blipFill>
                      <a:blip r:embed="rId6"/>
                      <a:stretch>
                        <a:fillRect/>
                      </a:stretch>
                    </p:blipFill>
                    <p:spPr>
                      <a:xfrm>
                        <a:off x="3211514" y="2060575"/>
                        <a:ext cx="5260975" cy="381000"/>
                      </a:xfrm>
                      <a:prstGeom prst="rect">
                        <a:avLst/>
                      </a:prstGeom>
                      <a:noFill/>
                      <a:ln w="38100">
                        <a:noFill/>
                        <a:miter/>
                      </a:ln>
                    </p:spPr>
                  </p:pic>
                </p:oleObj>
              </mc:Fallback>
            </mc:AlternateContent>
          </a:graphicData>
        </a:graphic>
      </p:graphicFrame>
      <p:graphicFrame>
        <p:nvGraphicFramePr>
          <p:cNvPr id="272390" name="Object 6"/>
          <p:cNvGraphicFramePr>
            <a:graphicFrameLocks noChangeAspect="1"/>
          </p:cNvGraphicFramePr>
          <p:nvPr/>
        </p:nvGraphicFramePr>
        <p:xfrm>
          <a:off x="1919289" y="2636839"/>
          <a:ext cx="7056437" cy="358775"/>
        </p:xfrm>
        <a:graphic>
          <a:graphicData uri="http://schemas.openxmlformats.org/presentationml/2006/ole">
            <mc:AlternateContent xmlns:mc="http://schemas.openxmlformats.org/markup-compatibility/2006">
              <mc:Choice xmlns:v="urn:schemas-microsoft-com:vml" Requires="v">
                <p:oleObj spid="_x0000_s4" name="" r:id="rId7" imgW="3911600" imgH="215900" progId="Equation.3">
                  <p:embed/>
                </p:oleObj>
              </mc:Choice>
              <mc:Fallback>
                <p:oleObj name="" r:id="rId7" imgW="3911600" imgH="215900" progId="Equation.3">
                  <p:embed/>
                  <p:pic>
                    <p:nvPicPr>
                      <p:cNvPr id="0" name="Object 6"/>
                      <p:cNvPicPr/>
                      <p:nvPr/>
                    </p:nvPicPr>
                    <p:blipFill>
                      <a:blip r:embed="rId8"/>
                      <a:stretch>
                        <a:fillRect/>
                      </a:stretch>
                    </p:blipFill>
                    <p:spPr>
                      <a:xfrm>
                        <a:off x="1919289" y="2636839"/>
                        <a:ext cx="7056437" cy="358775"/>
                      </a:xfrm>
                      <a:prstGeom prst="rect">
                        <a:avLst/>
                      </a:prstGeom>
                      <a:noFill/>
                      <a:ln w="38100">
                        <a:noFill/>
                        <a:miter/>
                      </a:ln>
                    </p:spPr>
                  </p:pic>
                </p:oleObj>
              </mc:Fallback>
            </mc:AlternateContent>
          </a:graphicData>
        </a:graphic>
      </p:graphicFrame>
      <p:graphicFrame>
        <p:nvGraphicFramePr>
          <p:cNvPr id="272391" name="Object 7"/>
          <p:cNvGraphicFramePr>
            <a:graphicFrameLocks noChangeAspect="1"/>
          </p:cNvGraphicFramePr>
          <p:nvPr/>
        </p:nvGraphicFramePr>
        <p:xfrm>
          <a:off x="3408363" y="2995613"/>
          <a:ext cx="3911600" cy="690562"/>
        </p:xfrm>
        <a:graphic>
          <a:graphicData uri="http://schemas.openxmlformats.org/presentationml/2006/ole">
            <mc:AlternateContent xmlns:mc="http://schemas.openxmlformats.org/markup-compatibility/2006">
              <mc:Choice xmlns:v="urn:schemas-microsoft-com:vml" Requires="v">
                <p:oleObj spid="_x0000_s5" name="" r:id="rId9" imgW="2298700" imgH="406400" progId="Equation.3">
                  <p:embed/>
                </p:oleObj>
              </mc:Choice>
              <mc:Fallback>
                <p:oleObj name="" r:id="rId9" imgW="2298700" imgH="406400" progId="Equation.3">
                  <p:embed/>
                  <p:pic>
                    <p:nvPicPr>
                      <p:cNvPr id="0" name="Object 7"/>
                      <p:cNvPicPr/>
                      <p:nvPr/>
                    </p:nvPicPr>
                    <p:blipFill>
                      <a:blip r:embed="rId10"/>
                      <a:stretch>
                        <a:fillRect/>
                      </a:stretch>
                    </p:blipFill>
                    <p:spPr>
                      <a:xfrm>
                        <a:off x="3408363" y="2995613"/>
                        <a:ext cx="3911600" cy="690562"/>
                      </a:xfrm>
                      <a:prstGeom prst="rect">
                        <a:avLst/>
                      </a:prstGeom>
                      <a:noFill/>
                      <a:ln w="38100">
                        <a:noFill/>
                        <a:miter/>
                      </a:ln>
                    </p:spPr>
                  </p:pic>
                </p:oleObj>
              </mc:Fallback>
            </mc:AlternateContent>
          </a:graphicData>
        </a:graphic>
      </p:graphicFrame>
      <p:graphicFrame>
        <p:nvGraphicFramePr>
          <p:cNvPr id="272392" name="Object 8"/>
          <p:cNvGraphicFramePr>
            <a:graphicFrameLocks noChangeAspect="1"/>
          </p:cNvGraphicFramePr>
          <p:nvPr/>
        </p:nvGraphicFramePr>
        <p:xfrm>
          <a:off x="4394200" y="3644900"/>
          <a:ext cx="5518150" cy="660400"/>
        </p:xfrm>
        <a:graphic>
          <a:graphicData uri="http://schemas.openxmlformats.org/presentationml/2006/ole">
            <mc:AlternateContent xmlns:mc="http://schemas.openxmlformats.org/markup-compatibility/2006">
              <mc:Choice xmlns:v="urn:schemas-microsoft-com:vml" Requires="v">
                <p:oleObj spid="_x0000_s6" name="" r:id="rId11" imgW="3708400" imgH="444500" progId="Equation.3">
                  <p:embed/>
                </p:oleObj>
              </mc:Choice>
              <mc:Fallback>
                <p:oleObj name="" r:id="rId11" imgW="3708400" imgH="444500" progId="Equation.3">
                  <p:embed/>
                  <p:pic>
                    <p:nvPicPr>
                      <p:cNvPr id="0" name="Object 8"/>
                      <p:cNvPicPr/>
                      <p:nvPr/>
                    </p:nvPicPr>
                    <p:blipFill>
                      <a:blip r:embed="rId12"/>
                      <a:stretch>
                        <a:fillRect/>
                      </a:stretch>
                    </p:blipFill>
                    <p:spPr>
                      <a:xfrm>
                        <a:off x="4394200" y="3644900"/>
                        <a:ext cx="5518150" cy="660400"/>
                      </a:xfrm>
                      <a:prstGeom prst="rect">
                        <a:avLst/>
                      </a:prstGeom>
                      <a:noFill/>
                      <a:ln w="38100">
                        <a:noFill/>
                        <a:miter/>
                      </a:ln>
                    </p:spPr>
                  </p:pic>
                </p:oleObj>
              </mc:Fallback>
            </mc:AlternateContent>
          </a:graphicData>
        </a:graphic>
      </p:graphicFrame>
      <p:graphicFrame>
        <p:nvGraphicFramePr>
          <p:cNvPr id="272393" name="Object 9"/>
          <p:cNvGraphicFramePr>
            <a:graphicFrameLocks noChangeAspect="1"/>
          </p:cNvGraphicFramePr>
          <p:nvPr/>
        </p:nvGraphicFramePr>
        <p:xfrm>
          <a:off x="2424114" y="4365626"/>
          <a:ext cx="4389437" cy="379413"/>
        </p:xfrm>
        <a:graphic>
          <a:graphicData uri="http://schemas.openxmlformats.org/presentationml/2006/ole">
            <mc:AlternateContent xmlns:mc="http://schemas.openxmlformats.org/markup-compatibility/2006">
              <mc:Choice xmlns:v="urn:schemas-microsoft-com:vml" Requires="v">
                <p:oleObj spid="_x0000_s7" name="" r:id="rId13" imgW="2628900" imgH="228600" progId="Equation.3">
                  <p:embed/>
                </p:oleObj>
              </mc:Choice>
              <mc:Fallback>
                <p:oleObj name="" r:id="rId13" imgW="2628900" imgH="228600" progId="Equation.3">
                  <p:embed/>
                  <p:pic>
                    <p:nvPicPr>
                      <p:cNvPr id="0" name="Object 9"/>
                      <p:cNvPicPr/>
                      <p:nvPr/>
                    </p:nvPicPr>
                    <p:blipFill>
                      <a:blip r:embed="rId14"/>
                      <a:stretch>
                        <a:fillRect/>
                      </a:stretch>
                    </p:blipFill>
                    <p:spPr>
                      <a:xfrm>
                        <a:off x="2424114" y="4365626"/>
                        <a:ext cx="4389437" cy="379413"/>
                      </a:xfrm>
                      <a:prstGeom prst="rect">
                        <a:avLst/>
                      </a:prstGeom>
                      <a:noFill/>
                      <a:ln w="38100">
                        <a:noFill/>
                        <a:miter/>
                      </a:ln>
                    </p:spPr>
                  </p:pic>
                </p:oleObj>
              </mc:Fallback>
            </mc:AlternateContent>
          </a:graphicData>
        </a:graphic>
      </p:graphicFrame>
      <p:graphicFrame>
        <p:nvGraphicFramePr>
          <p:cNvPr id="272394" name="Object 10"/>
          <p:cNvGraphicFramePr>
            <a:graphicFrameLocks noChangeAspect="1"/>
          </p:cNvGraphicFramePr>
          <p:nvPr/>
        </p:nvGraphicFramePr>
        <p:xfrm>
          <a:off x="3359150" y="4724400"/>
          <a:ext cx="2592388" cy="673100"/>
        </p:xfrm>
        <a:graphic>
          <a:graphicData uri="http://schemas.openxmlformats.org/presentationml/2006/ole">
            <mc:AlternateContent xmlns:mc="http://schemas.openxmlformats.org/markup-compatibility/2006">
              <mc:Choice xmlns:v="urn:schemas-microsoft-com:vml" Requires="v">
                <p:oleObj spid="_x0000_s8" name="" r:id="rId15" imgW="1562100" imgH="406400" progId="Equation.3">
                  <p:embed/>
                </p:oleObj>
              </mc:Choice>
              <mc:Fallback>
                <p:oleObj name="" r:id="rId15" imgW="1562100" imgH="406400" progId="Equation.3">
                  <p:embed/>
                  <p:pic>
                    <p:nvPicPr>
                      <p:cNvPr id="0" name="Object 10"/>
                      <p:cNvPicPr/>
                      <p:nvPr/>
                    </p:nvPicPr>
                    <p:blipFill>
                      <a:blip r:embed="rId16"/>
                      <a:stretch>
                        <a:fillRect/>
                      </a:stretch>
                    </p:blipFill>
                    <p:spPr>
                      <a:xfrm>
                        <a:off x="3359150" y="4724400"/>
                        <a:ext cx="2592388" cy="673100"/>
                      </a:xfrm>
                      <a:prstGeom prst="rect">
                        <a:avLst/>
                      </a:prstGeom>
                      <a:noFill/>
                      <a:ln w="38100">
                        <a:noFill/>
                        <a:miter/>
                      </a:ln>
                    </p:spPr>
                  </p:pic>
                </p:oleObj>
              </mc:Fallback>
            </mc:AlternateContent>
          </a:graphicData>
        </a:graphic>
      </p:graphicFrame>
      <p:graphicFrame>
        <p:nvGraphicFramePr>
          <p:cNvPr id="272395" name="Object 11"/>
          <p:cNvGraphicFramePr>
            <a:graphicFrameLocks noChangeAspect="1"/>
          </p:cNvGraphicFramePr>
          <p:nvPr/>
        </p:nvGraphicFramePr>
        <p:xfrm>
          <a:off x="4511676" y="5373689"/>
          <a:ext cx="5292725" cy="496887"/>
        </p:xfrm>
        <a:graphic>
          <a:graphicData uri="http://schemas.openxmlformats.org/presentationml/2006/ole">
            <mc:AlternateContent xmlns:mc="http://schemas.openxmlformats.org/markup-compatibility/2006">
              <mc:Choice xmlns:v="urn:schemas-microsoft-com:vml" Requires="v">
                <p:oleObj spid="_x0000_s9" name="" r:id="rId17" imgW="3022600" imgH="292100" progId="Equation.3">
                  <p:embed/>
                </p:oleObj>
              </mc:Choice>
              <mc:Fallback>
                <p:oleObj name="" r:id="rId17" imgW="3022600" imgH="292100" progId="Equation.3">
                  <p:embed/>
                  <p:pic>
                    <p:nvPicPr>
                      <p:cNvPr id="0" name="Object 11"/>
                      <p:cNvPicPr/>
                      <p:nvPr/>
                    </p:nvPicPr>
                    <p:blipFill>
                      <a:blip r:embed="rId18"/>
                      <a:stretch>
                        <a:fillRect/>
                      </a:stretch>
                    </p:blipFill>
                    <p:spPr>
                      <a:xfrm>
                        <a:off x="4511676" y="5373689"/>
                        <a:ext cx="5292725" cy="496887"/>
                      </a:xfrm>
                      <a:prstGeom prst="rect">
                        <a:avLst/>
                      </a:prstGeom>
                      <a:noFill/>
                      <a:ln w="38100">
                        <a:noFill/>
                        <a:miter/>
                      </a:ln>
                    </p:spPr>
                  </p:pic>
                </p:oleObj>
              </mc:Fallback>
            </mc:AlternateContent>
          </a:graphicData>
        </a:graphic>
      </p:graphicFrame>
      <p:graphicFrame>
        <p:nvGraphicFramePr>
          <p:cNvPr id="272396" name="Object 12"/>
          <p:cNvGraphicFramePr>
            <a:graphicFrameLocks noChangeAspect="1"/>
          </p:cNvGraphicFramePr>
          <p:nvPr/>
        </p:nvGraphicFramePr>
        <p:xfrm>
          <a:off x="3024189" y="5980114"/>
          <a:ext cx="7464425" cy="401637"/>
        </p:xfrm>
        <a:graphic>
          <a:graphicData uri="http://schemas.openxmlformats.org/presentationml/2006/ole">
            <mc:AlternateContent xmlns:mc="http://schemas.openxmlformats.org/markup-compatibility/2006">
              <mc:Choice xmlns:v="urn:schemas-microsoft-com:vml" Requires="v">
                <p:oleObj spid="_x0000_s10" name="" r:id="rId19" imgW="4470400" imgH="241300" progId="Equation.3">
                  <p:embed/>
                </p:oleObj>
              </mc:Choice>
              <mc:Fallback>
                <p:oleObj name="" r:id="rId19" imgW="4470400" imgH="241300" progId="Equation.3">
                  <p:embed/>
                  <p:pic>
                    <p:nvPicPr>
                      <p:cNvPr id="0" name="Object 12"/>
                      <p:cNvPicPr/>
                      <p:nvPr/>
                    </p:nvPicPr>
                    <p:blipFill>
                      <a:blip r:embed="rId20"/>
                      <a:stretch>
                        <a:fillRect/>
                      </a:stretch>
                    </p:blipFill>
                    <p:spPr>
                      <a:xfrm>
                        <a:off x="3024189" y="5980114"/>
                        <a:ext cx="7464425" cy="401637"/>
                      </a:xfrm>
                      <a:prstGeom prst="rect">
                        <a:avLst/>
                      </a:prstGeom>
                      <a:noFill/>
                      <a:ln w="38100">
                        <a:noFill/>
                        <a:miter/>
                      </a:ln>
                    </p:spPr>
                  </p:pic>
                </p:oleObj>
              </mc:Fallback>
            </mc:AlternateContent>
          </a:graphicData>
        </a:graphic>
      </p:graphicFrame>
      <p:graphicFrame>
        <p:nvGraphicFramePr>
          <p:cNvPr id="272397" name="Object 13"/>
          <p:cNvGraphicFramePr>
            <a:graphicFrameLocks noChangeAspect="1"/>
          </p:cNvGraphicFramePr>
          <p:nvPr/>
        </p:nvGraphicFramePr>
        <p:xfrm>
          <a:off x="2495551" y="6327776"/>
          <a:ext cx="4645025" cy="485775"/>
        </p:xfrm>
        <a:graphic>
          <a:graphicData uri="http://schemas.openxmlformats.org/presentationml/2006/ole">
            <mc:AlternateContent xmlns:mc="http://schemas.openxmlformats.org/markup-compatibility/2006">
              <mc:Choice xmlns:v="urn:schemas-microsoft-com:vml" Requires="v">
                <p:oleObj spid="_x0000_s11" name="" r:id="rId21" imgW="2781300" imgH="292100" progId="Equation.3">
                  <p:embed/>
                </p:oleObj>
              </mc:Choice>
              <mc:Fallback>
                <p:oleObj name="" r:id="rId21" imgW="2781300" imgH="292100" progId="Equation.3">
                  <p:embed/>
                  <p:pic>
                    <p:nvPicPr>
                      <p:cNvPr id="0" name="Object 13"/>
                      <p:cNvPicPr/>
                      <p:nvPr/>
                    </p:nvPicPr>
                    <p:blipFill>
                      <a:blip r:embed="rId22"/>
                      <a:stretch>
                        <a:fillRect/>
                      </a:stretch>
                    </p:blipFill>
                    <p:spPr>
                      <a:xfrm>
                        <a:off x="2495551" y="6327776"/>
                        <a:ext cx="4645025" cy="485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2388"/>
                                        </p:tgtEl>
                                        <p:attrNameLst>
                                          <p:attrName>style.visibility</p:attrName>
                                        </p:attrNameLst>
                                      </p:cBhvr>
                                      <p:to>
                                        <p:strVal val="visible"/>
                                      </p:to>
                                    </p:set>
                                    <p:animEffect transition="in" filter="wipe(left)">
                                      <p:cBhvr>
                                        <p:cTn id="7" dur="500"/>
                                        <p:tgtEl>
                                          <p:spTgt spid="2723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2389"/>
                                        </p:tgtEl>
                                        <p:attrNameLst>
                                          <p:attrName>style.visibility</p:attrName>
                                        </p:attrNameLst>
                                      </p:cBhvr>
                                      <p:to>
                                        <p:strVal val="visible"/>
                                      </p:to>
                                    </p:set>
                                    <p:animEffect transition="in" filter="wipe(left)">
                                      <p:cBhvr>
                                        <p:cTn id="12" dur="500"/>
                                        <p:tgtEl>
                                          <p:spTgt spid="2723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2390"/>
                                        </p:tgtEl>
                                        <p:attrNameLst>
                                          <p:attrName>style.visibility</p:attrName>
                                        </p:attrNameLst>
                                      </p:cBhvr>
                                      <p:to>
                                        <p:strVal val="visible"/>
                                      </p:to>
                                    </p:set>
                                    <p:animEffect transition="in" filter="wipe(left)">
                                      <p:cBhvr>
                                        <p:cTn id="17" dur="500"/>
                                        <p:tgtEl>
                                          <p:spTgt spid="27239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72391"/>
                                        </p:tgtEl>
                                        <p:attrNameLst>
                                          <p:attrName>style.visibility</p:attrName>
                                        </p:attrNameLst>
                                      </p:cBhvr>
                                      <p:to>
                                        <p:strVal val="visible"/>
                                      </p:to>
                                    </p:set>
                                    <p:animEffect transition="in" filter="wipe(left)">
                                      <p:cBhvr>
                                        <p:cTn id="21" dur="500"/>
                                        <p:tgtEl>
                                          <p:spTgt spid="2723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72392"/>
                                        </p:tgtEl>
                                        <p:attrNameLst>
                                          <p:attrName>style.visibility</p:attrName>
                                        </p:attrNameLst>
                                      </p:cBhvr>
                                      <p:to>
                                        <p:strVal val="visible"/>
                                      </p:to>
                                    </p:set>
                                    <p:animEffect transition="in" filter="wipe(left)">
                                      <p:cBhvr>
                                        <p:cTn id="26" dur="500"/>
                                        <p:tgtEl>
                                          <p:spTgt spid="2723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72393"/>
                                        </p:tgtEl>
                                        <p:attrNameLst>
                                          <p:attrName>style.visibility</p:attrName>
                                        </p:attrNameLst>
                                      </p:cBhvr>
                                      <p:to>
                                        <p:strVal val="visible"/>
                                      </p:to>
                                    </p:set>
                                    <p:animEffect transition="in" filter="wipe(left)">
                                      <p:cBhvr>
                                        <p:cTn id="31" dur="500"/>
                                        <p:tgtEl>
                                          <p:spTgt spid="27239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72394"/>
                                        </p:tgtEl>
                                        <p:attrNameLst>
                                          <p:attrName>style.visibility</p:attrName>
                                        </p:attrNameLst>
                                      </p:cBhvr>
                                      <p:to>
                                        <p:strVal val="visible"/>
                                      </p:to>
                                    </p:set>
                                    <p:animEffect transition="in" filter="wipe(left)">
                                      <p:cBhvr>
                                        <p:cTn id="35" dur="500"/>
                                        <p:tgtEl>
                                          <p:spTgt spid="27239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72395"/>
                                        </p:tgtEl>
                                        <p:attrNameLst>
                                          <p:attrName>style.visibility</p:attrName>
                                        </p:attrNameLst>
                                      </p:cBhvr>
                                      <p:to>
                                        <p:strVal val="visible"/>
                                      </p:to>
                                    </p:set>
                                    <p:animEffect transition="in" filter="wipe(left)">
                                      <p:cBhvr>
                                        <p:cTn id="40" dur="500"/>
                                        <p:tgtEl>
                                          <p:spTgt spid="27239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72396"/>
                                        </p:tgtEl>
                                        <p:attrNameLst>
                                          <p:attrName>style.visibility</p:attrName>
                                        </p:attrNameLst>
                                      </p:cBhvr>
                                      <p:to>
                                        <p:strVal val="visible"/>
                                      </p:to>
                                    </p:set>
                                    <p:animEffect transition="in" filter="wipe(left)">
                                      <p:cBhvr>
                                        <p:cTn id="45" dur="500"/>
                                        <p:tgtEl>
                                          <p:spTgt spid="272396"/>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272397"/>
                                        </p:tgtEl>
                                        <p:attrNameLst>
                                          <p:attrName>style.visibility</p:attrName>
                                        </p:attrNameLst>
                                      </p:cBhvr>
                                      <p:to>
                                        <p:strVal val="visible"/>
                                      </p:to>
                                    </p:set>
                                    <p:animEffect transition="in" filter="wipe(left)">
                                      <p:cBhvr>
                                        <p:cTn id="49" dur="500"/>
                                        <p:tgtEl>
                                          <p:spTgt spid="272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3410" name="Object 2"/>
          <p:cNvGraphicFramePr>
            <a:graphicFrameLocks noChangeAspect="1"/>
          </p:cNvGraphicFramePr>
          <p:nvPr/>
        </p:nvGraphicFramePr>
        <p:xfrm>
          <a:off x="1703388" y="962026"/>
          <a:ext cx="6121400" cy="379413"/>
        </p:xfrm>
        <a:graphic>
          <a:graphicData uri="http://schemas.openxmlformats.org/presentationml/2006/ole">
            <mc:AlternateContent xmlns:mc="http://schemas.openxmlformats.org/markup-compatibility/2006">
              <mc:Choice xmlns:v="urn:schemas-microsoft-com:vml" Requires="v">
                <p:oleObj spid="_x0000_s13" name="" r:id="rId1" imgW="3517900" imgH="228600" progId="Equation.3">
                  <p:embed/>
                </p:oleObj>
              </mc:Choice>
              <mc:Fallback>
                <p:oleObj name="" r:id="rId1" imgW="3517900" imgH="228600" progId="Equation.3">
                  <p:embed/>
                  <p:pic>
                    <p:nvPicPr>
                      <p:cNvPr id="0" name="Object 2"/>
                      <p:cNvPicPr/>
                      <p:nvPr/>
                    </p:nvPicPr>
                    <p:blipFill>
                      <a:blip r:embed="rId2"/>
                      <a:stretch>
                        <a:fillRect/>
                      </a:stretch>
                    </p:blipFill>
                    <p:spPr>
                      <a:xfrm>
                        <a:off x="1703388" y="962026"/>
                        <a:ext cx="6121400" cy="379413"/>
                      </a:xfrm>
                      <a:prstGeom prst="rect">
                        <a:avLst/>
                      </a:prstGeom>
                      <a:noFill/>
                      <a:ln w="38100">
                        <a:noFill/>
                        <a:miter/>
                      </a:ln>
                    </p:spPr>
                  </p:pic>
                </p:oleObj>
              </mc:Fallback>
            </mc:AlternateContent>
          </a:graphicData>
        </a:graphic>
      </p:graphicFrame>
      <p:graphicFrame>
        <p:nvGraphicFramePr>
          <p:cNvPr id="273411" name="Object 3"/>
          <p:cNvGraphicFramePr>
            <a:graphicFrameLocks noChangeAspect="1"/>
          </p:cNvGraphicFramePr>
          <p:nvPr/>
        </p:nvGraphicFramePr>
        <p:xfrm>
          <a:off x="3359150" y="115888"/>
          <a:ext cx="3911600" cy="690562"/>
        </p:xfrm>
        <a:graphic>
          <a:graphicData uri="http://schemas.openxmlformats.org/presentationml/2006/ole">
            <mc:AlternateContent xmlns:mc="http://schemas.openxmlformats.org/markup-compatibility/2006">
              <mc:Choice xmlns:v="urn:schemas-microsoft-com:vml" Requires="v">
                <p:oleObj spid="_x0000_s2" name="" r:id="rId3" imgW="2298700" imgH="406400" progId="Equation.3">
                  <p:embed/>
                </p:oleObj>
              </mc:Choice>
              <mc:Fallback>
                <p:oleObj name="" r:id="rId3" imgW="2298700" imgH="406400" progId="Equation.3">
                  <p:embed/>
                  <p:pic>
                    <p:nvPicPr>
                      <p:cNvPr id="0" name="Object 3"/>
                      <p:cNvPicPr/>
                      <p:nvPr/>
                    </p:nvPicPr>
                    <p:blipFill>
                      <a:blip r:embed="rId4"/>
                      <a:stretch>
                        <a:fillRect/>
                      </a:stretch>
                    </p:blipFill>
                    <p:spPr>
                      <a:xfrm>
                        <a:off x="3359150" y="115888"/>
                        <a:ext cx="3911600" cy="690562"/>
                      </a:xfrm>
                      <a:prstGeom prst="rect">
                        <a:avLst/>
                      </a:prstGeom>
                      <a:noFill/>
                      <a:ln w="38100">
                        <a:noFill/>
                        <a:miter/>
                      </a:ln>
                    </p:spPr>
                  </p:pic>
                </p:oleObj>
              </mc:Fallback>
            </mc:AlternateContent>
          </a:graphicData>
        </a:graphic>
      </p:graphicFrame>
      <p:graphicFrame>
        <p:nvGraphicFramePr>
          <p:cNvPr id="273412" name="Object 4"/>
          <p:cNvGraphicFramePr>
            <a:graphicFrameLocks noChangeAspect="1"/>
          </p:cNvGraphicFramePr>
          <p:nvPr/>
        </p:nvGraphicFramePr>
        <p:xfrm>
          <a:off x="3071813" y="1600200"/>
          <a:ext cx="2940050" cy="388938"/>
        </p:xfrm>
        <a:graphic>
          <a:graphicData uri="http://schemas.openxmlformats.org/presentationml/2006/ole">
            <mc:AlternateContent xmlns:mc="http://schemas.openxmlformats.org/markup-compatibility/2006">
              <mc:Choice xmlns:v="urn:schemas-microsoft-com:vml" Requires="v">
                <p:oleObj spid="_x0000_s3" name="" r:id="rId5" imgW="1727200" imgH="228600" progId="Equation.3">
                  <p:embed/>
                </p:oleObj>
              </mc:Choice>
              <mc:Fallback>
                <p:oleObj name="" r:id="rId5" imgW="1727200" imgH="228600" progId="Equation.3">
                  <p:embed/>
                  <p:pic>
                    <p:nvPicPr>
                      <p:cNvPr id="0" name="Object 4"/>
                      <p:cNvPicPr/>
                      <p:nvPr/>
                    </p:nvPicPr>
                    <p:blipFill>
                      <a:blip r:embed="rId6"/>
                      <a:stretch>
                        <a:fillRect/>
                      </a:stretch>
                    </p:blipFill>
                    <p:spPr>
                      <a:xfrm>
                        <a:off x="3071813" y="1600200"/>
                        <a:ext cx="2940050" cy="388938"/>
                      </a:xfrm>
                      <a:prstGeom prst="rect">
                        <a:avLst/>
                      </a:prstGeom>
                      <a:noFill/>
                      <a:ln w="38100">
                        <a:noFill/>
                        <a:miter/>
                      </a:ln>
                    </p:spPr>
                  </p:pic>
                </p:oleObj>
              </mc:Fallback>
            </mc:AlternateContent>
          </a:graphicData>
        </a:graphic>
      </p:graphicFrame>
      <p:graphicFrame>
        <p:nvGraphicFramePr>
          <p:cNvPr id="273413" name="Object 5"/>
          <p:cNvGraphicFramePr>
            <a:graphicFrameLocks noChangeAspect="1"/>
          </p:cNvGraphicFramePr>
          <p:nvPr/>
        </p:nvGraphicFramePr>
        <p:xfrm>
          <a:off x="4779963" y="2089150"/>
          <a:ext cx="4792662" cy="692150"/>
        </p:xfrm>
        <a:graphic>
          <a:graphicData uri="http://schemas.openxmlformats.org/presentationml/2006/ole">
            <mc:AlternateContent xmlns:mc="http://schemas.openxmlformats.org/markup-compatibility/2006">
              <mc:Choice xmlns:v="urn:schemas-microsoft-com:vml" Requires="v">
                <p:oleObj spid="_x0000_s4" name="" r:id="rId7" imgW="2717800" imgH="406400" progId="Equation.3">
                  <p:embed/>
                </p:oleObj>
              </mc:Choice>
              <mc:Fallback>
                <p:oleObj name="" r:id="rId7" imgW="2717800" imgH="406400" progId="Equation.3">
                  <p:embed/>
                  <p:pic>
                    <p:nvPicPr>
                      <p:cNvPr id="0" name="Object 5"/>
                      <p:cNvPicPr/>
                      <p:nvPr/>
                    </p:nvPicPr>
                    <p:blipFill>
                      <a:blip r:embed="rId8"/>
                      <a:stretch>
                        <a:fillRect/>
                      </a:stretch>
                    </p:blipFill>
                    <p:spPr>
                      <a:xfrm>
                        <a:off x="4779963" y="2089150"/>
                        <a:ext cx="4792662" cy="692150"/>
                      </a:xfrm>
                      <a:prstGeom prst="rect">
                        <a:avLst/>
                      </a:prstGeom>
                      <a:noFill/>
                      <a:ln w="38100">
                        <a:noFill/>
                        <a:miter/>
                      </a:ln>
                    </p:spPr>
                  </p:pic>
                </p:oleObj>
              </mc:Fallback>
            </mc:AlternateContent>
          </a:graphicData>
        </a:graphic>
      </p:graphicFrame>
      <p:graphicFrame>
        <p:nvGraphicFramePr>
          <p:cNvPr id="273414" name="Object 6"/>
          <p:cNvGraphicFramePr>
            <a:graphicFrameLocks noChangeAspect="1"/>
          </p:cNvGraphicFramePr>
          <p:nvPr/>
        </p:nvGraphicFramePr>
        <p:xfrm>
          <a:off x="2640013" y="2986089"/>
          <a:ext cx="7632700" cy="401637"/>
        </p:xfrm>
        <a:graphic>
          <a:graphicData uri="http://schemas.openxmlformats.org/presentationml/2006/ole">
            <mc:AlternateContent xmlns:mc="http://schemas.openxmlformats.org/markup-compatibility/2006">
              <mc:Choice xmlns:v="urn:schemas-microsoft-com:vml" Requires="v">
                <p:oleObj spid="_x0000_s5" name="" r:id="rId9" imgW="4368800" imgH="241300" progId="Equation.3">
                  <p:embed/>
                </p:oleObj>
              </mc:Choice>
              <mc:Fallback>
                <p:oleObj name="" r:id="rId9" imgW="4368800" imgH="241300" progId="Equation.3">
                  <p:embed/>
                  <p:pic>
                    <p:nvPicPr>
                      <p:cNvPr id="0" name="Object 6"/>
                      <p:cNvPicPr/>
                      <p:nvPr/>
                    </p:nvPicPr>
                    <p:blipFill>
                      <a:blip r:embed="rId10"/>
                      <a:stretch>
                        <a:fillRect/>
                      </a:stretch>
                    </p:blipFill>
                    <p:spPr>
                      <a:xfrm>
                        <a:off x="2640013" y="2986089"/>
                        <a:ext cx="7632700" cy="401637"/>
                      </a:xfrm>
                      <a:prstGeom prst="rect">
                        <a:avLst/>
                      </a:prstGeom>
                      <a:noFill/>
                      <a:ln w="38100">
                        <a:noFill/>
                        <a:miter/>
                      </a:ln>
                    </p:spPr>
                  </p:pic>
                </p:oleObj>
              </mc:Fallback>
            </mc:AlternateContent>
          </a:graphicData>
        </a:graphic>
      </p:graphicFrame>
      <p:graphicFrame>
        <p:nvGraphicFramePr>
          <p:cNvPr id="273415" name="Object 7"/>
          <p:cNvGraphicFramePr>
            <a:graphicFrameLocks noChangeAspect="1"/>
          </p:cNvGraphicFramePr>
          <p:nvPr/>
        </p:nvGraphicFramePr>
        <p:xfrm>
          <a:off x="2135189" y="3440113"/>
          <a:ext cx="3240087" cy="393700"/>
        </p:xfrm>
        <a:graphic>
          <a:graphicData uri="http://schemas.openxmlformats.org/presentationml/2006/ole">
            <mc:AlternateContent xmlns:mc="http://schemas.openxmlformats.org/markup-compatibility/2006">
              <mc:Choice xmlns:v="urn:schemas-microsoft-com:vml" Requires="v">
                <p:oleObj spid="_x0000_s6" name="" r:id="rId11" imgW="1866900" imgH="228600" progId="Equation.3">
                  <p:embed/>
                </p:oleObj>
              </mc:Choice>
              <mc:Fallback>
                <p:oleObj name="" r:id="rId11" imgW="1866900" imgH="228600" progId="Equation.3">
                  <p:embed/>
                  <p:pic>
                    <p:nvPicPr>
                      <p:cNvPr id="0" name="Object 7"/>
                      <p:cNvPicPr/>
                      <p:nvPr/>
                    </p:nvPicPr>
                    <p:blipFill>
                      <a:blip r:embed="rId12"/>
                      <a:stretch>
                        <a:fillRect/>
                      </a:stretch>
                    </p:blipFill>
                    <p:spPr>
                      <a:xfrm>
                        <a:off x="2135189" y="3440113"/>
                        <a:ext cx="3240087" cy="393700"/>
                      </a:xfrm>
                      <a:prstGeom prst="rect">
                        <a:avLst/>
                      </a:prstGeom>
                      <a:noFill/>
                      <a:ln w="38100">
                        <a:noFill/>
                        <a:miter/>
                      </a:ln>
                    </p:spPr>
                  </p:pic>
                </p:oleObj>
              </mc:Fallback>
            </mc:AlternateContent>
          </a:graphicData>
        </a:graphic>
      </p:graphicFrame>
      <p:graphicFrame>
        <p:nvGraphicFramePr>
          <p:cNvPr id="273416" name="Object 8"/>
          <p:cNvGraphicFramePr>
            <a:graphicFrameLocks noChangeAspect="1"/>
          </p:cNvGraphicFramePr>
          <p:nvPr/>
        </p:nvGraphicFramePr>
        <p:xfrm>
          <a:off x="2424114" y="3890964"/>
          <a:ext cx="7775575" cy="401637"/>
        </p:xfrm>
        <a:graphic>
          <a:graphicData uri="http://schemas.openxmlformats.org/presentationml/2006/ole">
            <mc:AlternateContent xmlns:mc="http://schemas.openxmlformats.org/markup-compatibility/2006">
              <mc:Choice xmlns:v="urn:schemas-microsoft-com:vml" Requires="v">
                <p:oleObj spid="_x0000_s7" name="" r:id="rId13" imgW="4457700" imgH="241300" progId="Equation.3">
                  <p:embed/>
                </p:oleObj>
              </mc:Choice>
              <mc:Fallback>
                <p:oleObj name="" r:id="rId13" imgW="4457700" imgH="241300" progId="Equation.3">
                  <p:embed/>
                  <p:pic>
                    <p:nvPicPr>
                      <p:cNvPr id="0" name="Object 8"/>
                      <p:cNvPicPr/>
                      <p:nvPr/>
                    </p:nvPicPr>
                    <p:blipFill>
                      <a:blip r:embed="rId14"/>
                      <a:stretch>
                        <a:fillRect/>
                      </a:stretch>
                    </p:blipFill>
                    <p:spPr>
                      <a:xfrm>
                        <a:off x="2424114" y="3890964"/>
                        <a:ext cx="7775575" cy="401637"/>
                      </a:xfrm>
                      <a:prstGeom prst="rect">
                        <a:avLst/>
                      </a:prstGeom>
                      <a:noFill/>
                      <a:ln w="38100">
                        <a:noFill/>
                        <a:miter/>
                      </a:ln>
                    </p:spPr>
                  </p:pic>
                </p:oleObj>
              </mc:Fallback>
            </mc:AlternateContent>
          </a:graphicData>
        </a:graphic>
      </p:graphicFrame>
      <p:graphicFrame>
        <p:nvGraphicFramePr>
          <p:cNvPr id="273417" name="Object 9"/>
          <p:cNvGraphicFramePr>
            <a:graphicFrameLocks noChangeAspect="1"/>
          </p:cNvGraphicFramePr>
          <p:nvPr/>
        </p:nvGraphicFramePr>
        <p:xfrm>
          <a:off x="2566989" y="4941889"/>
          <a:ext cx="7570787" cy="409575"/>
        </p:xfrm>
        <a:graphic>
          <a:graphicData uri="http://schemas.openxmlformats.org/presentationml/2006/ole">
            <mc:AlternateContent xmlns:mc="http://schemas.openxmlformats.org/markup-compatibility/2006">
              <mc:Choice xmlns:v="urn:schemas-microsoft-com:vml" Requires="v">
                <p:oleObj spid="_x0000_s8" name="" r:id="rId15" imgW="4254500" imgH="241300" progId="Equation.3">
                  <p:embed/>
                </p:oleObj>
              </mc:Choice>
              <mc:Fallback>
                <p:oleObj name="" r:id="rId15" imgW="4254500" imgH="241300" progId="Equation.3">
                  <p:embed/>
                  <p:pic>
                    <p:nvPicPr>
                      <p:cNvPr id="0" name="Object 9"/>
                      <p:cNvPicPr/>
                      <p:nvPr/>
                    </p:nvPicPr>
                    <p:blipFill>
                      <a:blip r:embed="rId16"/>
                      <a:stretch>
                        <a:fillRect/>
                      </a:stretch>
                    </p:blipFill>
                    <p:spPr>
                      <a:xfrm>
                        <a:off x="2566989" y="4941889"/>
                        <a:ext cx="7570787" cy="409575"/>
                      </a:xfrm>
                      <a:prstGeom prst="rect">
                        <a:avLst/>
                      </a:prstGeom>
                      <a:noFill/>
                      <a:ln w="38100">
                        <a:noFill/>
                        <a:miter/>
                      </a:ln>
                    </p:spPr>
                  </p:pic>
                </p:oleObj>
              </mc:Fallback>
            </mc:AlternateContent>
          </a:graphicData>
        </a:graphic>
      </p:graphicFrame>
      <p:graphicFrame>
        <p:nvGraphicFramePr>
          <p:cNvPr id="273418" name="Object 10"/>
          <p:cNvGraphicFramePr>
            <a:graphicFrameLocks noChangeAspect="1"/>
          </p:cNvGraphicFramePr>
          <p:nvPr/>
        </p:nvGraphicFramePr>
        <p:xfrm>
          <a:off x="1919288" y="5426075"/>
          <a:ext cx="8280400" cy="400050"/>
        </p:xfrm>
        <a:graphic>
          <a:graphicData uri="http://schemas.openxmlformats.org/presentationml/2006/ole">
            <mc:AlternateContent xmlns:mc="http://schemas.openxmlformats.org/markup-compatibility/2006">
              <mc:Choice xmlns:v="urn:schemas-microsoft-com:vml" Requires="v">
                <p:oleObj spid="_x0000_s9" name="" r:id="rId17" imgW="4775200" imgH="241300" progId="Equation.3">
                  <p:embed/>
                </p:oleObj>
              </mc:Choice>
              <mc:Fallback>
                <p:oleObj name="" r:id="rId17" imgW="4775200" imgH="241300" progId="Equation.3">
                  <p:embed/>
                  <p:pic>
                    <p:nvPicPr>
                      <p:cNvPr id="0" name="Object 10"/>
                      <p:cNvPicPr/>
                      <p:nvPr/>
                    </p:nvPicPr>
                    <p:blipFill>
                      <a:blip r:embed="rId18"/>
                      <a:stretch>
                        <a:fillRect/>
                      </a:stretch>
                    </p:blipFill>
                    <p:spPr>
                      <a:xfrm>
                        <a:off x="1919288" y="5426075"/>
                        <a:ext cx="8280400" cy="400050"/>
                      </a:xfrm>
                      <a:prstGeom prst="rect">
                        <a:avLst/>
                      </a:prstGeom>
                      <a:noFill/>
                      <a:ln w="38100">
                        <a:noFill/>
                        <a:miter/>
                      </a:ln>
                    </p:spPr>
                  </p:pic>
                </p:oleObj>
              </mc:Fallback>
            </mc:AlternateContent>
          </a:graphicData>
        </a:graphic>
      </p:graphicFrame>
      <p:graphicFrame>
        <p:nvGraphicFramePr>
          <p:cNvPr id="273419" name="Object 11"/>
          <p:cNvGraphicFramePr>
            <a:graphicFrameLocks noChangeAspect="1"/>
          </p:cNvGraphicFramePr>
          <p:nvPr/>
        </p:nvGraphicFramePr>
        <p:xfrm>
          <a:off x="1919289" y="5949950"/>
          <a:ext cx="8497887" cy="357188"/>
        </p:xfrm>
        <a:graphic>
          <a:graphicData uri="http://schemas.openxmlformats.org/presentationml/2006/ole">
            <mc:AlternateContent xmlns:mc="http://schemas.openxmlformats.org/markup-compatibility/2006">
              <mc:Choice xmlns:v="urn:schemas-microsoft-com:vml" Requires="v">
                <p:oleObj spid="_x0000_s10" name="" r:id="rId19" imgW="4889500" imgH="215900" progId="Equation.3">
                  <p:embed/>
                </p:oleObj>
              </mc:Choice>
              <mc:Fallback>
                <p:oleObj name="" r:id="rId19" imgW="4889500" imgH="215900" progId="Equation.3">
                  <p:embed/>
                  <p:pic>
                    <p:nvPicPr>
                      <p:cNvPr id="0" name="Object 11"/>
                      <p:cNvPicPr/>
                      <p:nvPr/>
                    </p:nvPicPr>
                    <p:blipFill>
                      <a:blip r:embed="rId20"/>
                      <a:stretch>
                        <a:fillRect/>
                      </a:stretch>
                    </p:blipFill>
                    <p:spPr>
                      <a:xfrm>
                        <a:off x="1919289" y="5949950"/>
                        <a:ext cx="8497887" cy="3571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wipe(left)">
                                      <p:cBhvr>
                                        <p:cTn id="7" dur="500"/>
                                        <p:tgtEl>
                                          <p:spTgt spid="2734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73411"/>
                                        </p:tgtEl>
                                        <p:attrNameLst>
                                          <p:attrName>style.visibility</p:attrName>
                                        </p:attrNameLst>
                                      </p:cBhvr>
                                      <p:to>
                                        <p:strVal val="visible"/>
                                      </p:to>
                                    </p:set>
                                    <p:animEffect transition="in" filter="wipe(left)">
                                      <p:cBhvr>
                                        <p:cTn id="11" dur="500"/>
                                        <p:tgtEl>
                                          <p:spTgt spid="2734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3412"/>
                                        </p:tgtEl>
                                        <p:attrNameLst>
                                          <p:attrName>style.visibility</p:attrName>
                                        </p:attrNameLst>
                                      </p:cBhvr>
                                      <p:to>
                                        <p:strVal val="visible"/>
                                      </p:to>
                                    </p:set>
                                    <p:animEffect transition="in" filter="wipe(left)">
                                      <p:cBhvr>
                                        <p:cTn id="15" dur="500"/>
                                        <p:tgtEl>
                                          <p:spTgt spid="2734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73413"/>
                                        </p:tgtEl>
                                        <p:attrNameLst>
                                          <p:attrName>style.visibility</p:attrName>
                                        </p:attrNameLst>
                                      </p:cBhvr>
                                      <p:to>
                                        <p:strVal val="visible"/>
                                      </p:to>
                                    </p:set>
                                    <p:animEffect transition="in" filter="wipe(left)">
                                      <p:cBhvr>
                                        <p:cTn id="20" dur="500"/>
                                        <p:tgtEl>
                                          <p:spTgt spid="2734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73414"/>
                                        </p:tgtEl>
                                        <p:attrNameLst>
                                          <p:attrName>style.visibility</p:attrName>
                                        </p:attrNameLst>
                                      </p:cBhvr>
                                      <p:to>
                                        <p:strVal val="visible"/>
                                      </p:to>
                                    </p:set>
                                    <p:animEffect transition="in" filter="wipe(left)">
                                      <p:cBhvr>
                                        <p:cTn id="25" dur="500"/>
                                        <p:tgtEl>
                                          <p:spTgt spid="2734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73415"/>
                                        </p:tgtEl>
                                        <p:attrNameLst>
                                          <p:attrName>style.visibility</p:attrName>
                                        </p:attrNameLst>
                                      </p:cBhvr>
                                      <p:to>
                                        <p:strVal val="visible"/>
                                      </p:to>
                                    </p:set>
                                    <p:animEffect transition="in" filter="wipe(left)">
                                      <p:cBhvr>
                                        <p:cTn id="30" dur="500"/>
                                        <p:tgtEl>
                                          <p:spTgt spid="2734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73416"/>
                                        </p:tgtEl>
                                        <p:attrNameLst>
                                          <p:attrName>style.visibility</p:attrName>
                                        </p:attrNameLst>
                                      </p:cBhvr>
                                      <p:to>
                                        <p:strVal val="visible"/>
                                      </p:to>
                                    </p:set>
                                    <p:animEffect transition="in" filter="wipe(left)">
                                      <p:cBhvr>
                                        <p:cTn id="35" dur="500"/>
                                        <p:tgtEl>
                                          <p:spTgt spid="273416"/>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73417"/>
                                        </p:tgtEl>
                                        <p:attrNameLst>
                                          <p:attrName>style.visibility</p:attrName>
                                        </p:attrNameLst>
                                      </p:cBhvr>
                                      <p:to>
                                        <p:strVal val="visible"/>
                                      </p:to>
                                    </p:set>
                                    <p:animEffect transition="in" filter="wipe(left)">
                                      <p:cBhvr>
                                        <p:cTn id="39" dur="500"/>
                                        <p:tgtEl>
                                          <p:spTgt spid="2734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73418"/>
                                        </p:tgtEl>
                                        <p:attrNameLst>
                                          <p:attrName>style.visibility</p:attrName>
                                        </p:attrNameLst>
                                      </p:cBhvr>
                                      <p:to>
                                        <p:strVal val="visible"/>
                                      </p:to>
                                    </p:set>
                                    <p:animEffect transition="in" filter="wipe(left)">
                                      <p:cBhvr>
                                        <p:cTn id="44" dur="500"/>
                                        <p:tgtEl>
                                          <p:spTgt spid="2734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73419"/>
                                        </p:tgtEl>
                                        <p:attrNameLst>
                                          <p:attrName>style.visibility</p:attrName>
                                        </p:attrNameLst>
                                      </p:cBhvr>
                                      <p:to>
                                        <p:strVal val="visible"/>
                                      </p:to>
                                    </p:set>
                                    <p:animEffect transition="in" filter="wipe(left)">
                                      <p:cBhvr>
                                        <p:cTn id="49" dur="500"/>
                                        <p:tgtEl>
                                          <p:spTgt spid="273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97139" y="2711451"/>
            <a:ext cx="7127875" cy="2373313"/>
            <a:chOff x="340" y="935"/>
            <a:chExt cx="4490" cy="1495"/>
          </a:xfrm>
        </p:grpSpPr>
        <p:pic>
          <p:nvPicPr>
            <p:cNvPr id="3" name="Picture 3" descr="未命名"/>
            <p:cNvPicPr>
              <a:picLocks noChangeAspect="1"/>
            </p:cNvPicPr>
            <p:nvPr/>
          </p:nvPicPr>
          <p:blipFill>
            <a:blip r:embed="rId1">
              <a:lum contrast="84000"/>
            </a:blip>
            <a:srcRect r="7480" b="51463"/>
            <a:stretch>
              <a:fillRect/>
            </a:stretch>
          </p:blipFill>
          <p:spPr>
            <a:xfrm>
              <a:off x="340" y="935"/>
              <a:ext cx="4490" cy="1495"/>
            </a:xfrm>
            <a:prstGeom prst="rect">
              <a:avLst/>
            </a:prstGeom>
            <a:noFill/>
            <a:ln w="9525">
              <a:noFill/>
            </a:ln>
          </p:spPr>
        </p:pic>
        <p:sp>
          <p:nvSpPr>
            <p:cNvPr id="4" name="Line 4"/>
            <p:cNvSpPr/>
            <p:nvPr/>
          </p:nvSpPr>
          <p:spPr>
            <a:xfrm flipH="1">
              <a:off x="1156" y="1298"/>
              <a:ext cx="46" cy="0"/>
            </a:xfrm>
            <a:prstGeom prst="line">
              <a:avLst/>
            </a:prstGeom>
            <a:ln w="38100" cap="flat" cmpd="sng">
              <a:solidFill>
                <a:schemeClr val="tx1"/>
              </a:solidFill>
              <a:prstDash val="solid"/>
              <a:headEnd type="none" w="med" len="med"/>
              <a:tailEnd type="none" w="med" len="med"/>
            </a:ln>
          </p:spPr>
          <p:txBody>
            <a:bodyPr/>
            <a:lstStyle/>
            <a:p>
              <a:endParaRPr lang="zh-CN" altLang="en-US"/>
            </a:p>
          </p:txBody>
        </p:sp>
      </p:grpSp>
      <p:graphicFrame>
        <p:nvGraphicFramePr>
          <p:cNvPr id="5" name="Object 5"/>
          <p:cNvGraphicFramePr>
            <a:graphicFrameLocks noChangeAspect="1"/>
          </p:cNvGraphicFramePr>
          <p:nvPr/>
        </p:nvGraphicFramePr>
        <p:xfrm>
          <a:off x="1524001" y="188914"/>
          <a:ext cx="8893175" cy="382587"/>
        </p:xfrm>
        <a:graphic>
          <a:graphicData uri="http://schemas.openxmlformats.org/presentationml/2006/ole">
            <mc:AlternateContent xmlns:mc="http://schemas.openxmlformats.org/markup-compatibility/2006">
              <mc:Choice xmlns:v="urn:schemas-microsoft-com:vml" Requires="v">
                <p:oleObj spid="_x0000_s13" name="" r:id="rId2" imgW="5054600" imgH="228600" progId="Equation.3">
                  <p:embed/>
                </p:oleObj>
              </mc:Choice>
              <mc:Fallback>
                <p:oleObj name="" r:id="rId2" imgW="5054600" imgH="228600" progId="Equation.3">
                  <p:embed/>
                  <p:pic>
                    <p:nvPicPr>
                      <p:cNvPr id="0" name="Object 5"/>
                      <p:cNvPicPr/>
                      <p:nvPr/>
                    </p:nvPicPr>
                    <p:blipFill>
                      <a:blip r:embed="rId3"/>
                      <a:stretch>
                        <a:fillRect/>
                      </a:stretch>
                    </p:blipFill>
                    <p:spPr>
                      <a:xfrm>
                        <a:off x="1524001" y="188914"/>
                        <a:ext cx="8893175" cy="382587"/>
                      </a:xfrm>
                      <a:prstGeom prst="rect">
                        <a:avLst/>
                      </a:prstGeom>
                      <a:noFill/>
                      <a:ln w="38100">
                        <a:noFill/>
                        <a:miter/>
                      </a:ln>
                    </p:spPr>
                  </p:pic>
                </p:oleObj>
              </mc:Fallback>
            </mc:AlternateContent>
          </a:graphicData>
        </a:graphic>
      </p:graphicFrame>
      <p:graphicFrame>
        <p:nvGraphicFramePr>
          <p:cNvPr id="6" name="Object 6"/>
          <p:cNvGraphicFramePr>
            <a:graphicFrameLocks noChangeAspect="1"/>
          </p:cNvGraphicFramePr>
          <p:nvPr/>
        </p:nvGraphicFramePr>
        <p:xfrm>
          <a:off x="3035300" y="682626"/>
          <a:ext cx="3924300" cy="358775"/>
        </p:xfrm>
        <a:graphic>
          <a:graphicData uri="http://schemas.openxmlformats.org/presentationml/2006/ole">
            <mc:AlternateContent xmlns:mc="http://schemas.openxmlformats.org/markup-compatibility/2006">
              <mc:Choice xmlns:v="urn:schemas-microsoft-com:vml" Requires="v">
                <p:oleObj spid="_x0000_s7" name="" r:id="rId4" imgW="2349500" imgH="215900" progId="Equation.3">
                  <p:embed/>
                </p:oleObj>
              </mc:Choice>
              <mc:Fallback>
                <p:oleObj name="" r:id="rId4" imgW="2349500" imgH="215900" progId="Equation.3">
                  <p:embed/>
                  <p:pic>
                    <p:nvPicPr>
                      <p:cNvPr id="0" name="Object 6"/>
                      <p:cNvPicPr/>
                      <p:nvPr/>
                    </p:nvPicPr>
                    <p:blipFill>
                      <a:blip r:embed="rId5"/>
                      <a:stretch>
                        <a:fillRect/>
                      </a:stretch>
                    </p:blipFill>
                    <p:spPr>
                      <a:xfrm>
                        <a:off x="3035300" y="682626"/>
                        <a:ext cx="3924300" cy="358775"/>
                      </a:xfrm>
                      <a:prstGeom prst="rect">
                        <a:avLst/>
                      </a:prstGeom>
                      <a:noFill/>
                      <a:ln w="38100">
                        <a:noFill/>
                        <a:miter/>
                      </a:ln>
                    </p:spPr>
                  </p:pic>
                </p:oleObj>
              </mc:Fallback>
            </mc:AlternateContent>
          </a:graphicData>
        </a:graphic>
      </p:graphicFrame>
      <p:graphicFrame>
        <p:nvGraphicFramePr>
          <p:cNvPr id="8" name="Object 7"/>
          <p:cNvGraphicFramePr>
            <a:graphicFrameLocks noChangeAspect="1"/>
          </p:cNvGraphicFramePr>
          <p:nvPr/>
        </p:nvGraphicFramePr>
        <p:xfrm>
          <a:off x="3792539" y="1125538"/>
          <a:ext cx="4518025" cy="692150"/>
        </p:xfrm>
        <a:graphic>
          <a:graphicData uri="http://schemas.openxmlformats.org/presentationml/2006/ole">
            <mc:AlternateContent xmlns:mc="http://schemas.openxmlformats.org/markup-compatibility/2006">
              <mc:Choice xmlns:v="urn:schemas-microsoft-com:vml" Requires="v">
                <p:oleObj spid="_x0000_s9" name="" r:id="rId6" imgW="2654300" imgH="406400" progId="Equation.3">
                  <p:embed/>
                </p:oleObj>
              </mc:Choice>
              <mc:Fallback>
                <p:oleObj name="" r:id="rId6" imgW="2654300" imgH="406400" progId="Equation.3">
                  <p:embed/>
                  <p:pic>
                    <p:nvPicPr>
                      <p:cNvPr id="0" name="Object 7"/>
                      <p:cNvPicPr/>
                      <p:nvPr/>
                    </p:nvPicPr>
                    <p:blipFill>
                      <a:blip r:embed="rId7"/>
                      <a:stretch>
                        <a:fillRect/>
                      </a:stretch>
                    </p:blipFill>
                    <p:spPr>
                      <a:xfrm>
                        <a:off x="3792539" y="1125538"/>
                        <a:ext cx="4518025" cy="692150"/>
                      </a:xfrm>
                      <a:prstGeom prst="rect">
                        <a:avLst/>
                      </a:prstGeom>
                      <a:noFill/>
                      <a:ln w="38100">
                        <a:noFill/>
                        <a:miter/>
                      </a:ln>
                    </p:spPr>
                  </p:pic>
                </p:oleObj>
              </mc:Fallback>
            </mc:AlternateContent>
          </a:graphicData>
        </a:graphic>
      </p:graphicFrame>
      <p:graphicFrame>
        <p:nvGraphicFramePr>
          <p:cNvPr id="10" name="Object 8"/>
          <p:cNvGraphicFramePr>
            <a:graphicFrameLocks noChangeAspect="1"/>
          </p:cNvGraphicFramePr>
          <p:nvPr/>
        </p:nvGraphicFramePr>
        <p:xfrm>
          <a:off x="4127500" y="1773238"/>
          <a:ext cx="3697288" cy="692150"/>
        </p:xfrm>
        <a:graphic>
          <a:graphicData uri="http://schemas.openxmlformats.org/presentationml/2006/ole">
            <mc:AlternateContent xmlns:mc="http://schemas.openxmlformats.org/markup-compatibility/2006">
              <mc:Choice xmlns:v="urn:schemas-microsoft-com:vml" Requires="v">
                <p:oleObj spid="_x0000_s11" name="" r:id="rId8" imgW="2171700" imgH="406400" progId="Equation.3">
                  <p:embed/>
                </p:oleObj>
              </mc:Choice>
              <mc:Fallback>
                <p:oleObj name="" r:id="rId8" imgW="2171700" imgH="406400" progId="Equation.3">
                  <p:embed/>
                  <p:pic>
                    <p:nvPicPr>
                      <p:cNvPr id="0" name="Object 8"/>
                      <p:cNvPicPr/>
                      <p:nvPr/>
                    </p:nvPicPr>
                    <p:blipFill>
                      <a:blip r:embed="rId9"/>
                      <a:stretch>
                        <a:fillRect/>
                      </a:stretch>
                    </p:blipFill>
                    <p:spPr>
                      <a:xfrm>
                        <a:off x="4127500" y="1773238"/>
                        <a:ext cx="3697288" cy="692150"/>
                      </a:xfrm>
                      <a:prstGeom prst="rect">
                        <a:avLst/>
                      </a:prstGeom>
                      <a:noFill/>
                      <a:ln w="38100">
                        <a:noFill/>
                        <a:miter/>
                      </a:ln>
                    </p:spPr>
                  </p:pic>
                </p:oleObj>
              </mc:Fallback>
            </mc:AlternateContent>
          </a:graphicData>
        </a:graphic>
      </p:graphicFrame>
      <p:sp>
        <p:nvSpPr>
          <p:cNvPr id="12" name="Text Box 9"/>
          <p:cNvSpPr txBox="1"/>
          <p:nvPr/>
        </p:nvSpPr>
        <p:spPr>
          <a:xfrm>
            <a:off x="5159376" y="2997201"/>
            <a:ext cx="504825" cy="396875"/>
          </a:xfrm>
          <a:prstGeom prst="rect">
            <a:avLst/>
          </a:prstGeom>
          <a:noFill/>
          <a:ln w="9525">
            <a:noFill/>
          </a:ln>
        </p:spPr>
        <p:txBody>
          <a:bodyPr>
            <a:spAutoFit/>
          </a:bodyPr>
          <a:lstStyle/>
          <a:p>
            <a:pPr eaLnBrk="1" hangingPunct="1">
              <a:spcBef>
                <a:spcPct val="50000"/>
              </a:spcBef>
            </a:pPr>
            <a:r>
              <a:rPr lang="en-US" altLang="zh-CN" sz="2000" b="1" dirty="0">
                <a:solidFill>
                  <a:srgbClr val="FF3300"/>
                </a:solidFill>
                <a:latin typeface="楷体_GB2312" pitchFamily="49" charset="-122"/>
                <a:ea typeface="楷体_GB2312" pitchFamily="49" charset="-122"/>
              </a:rPr>
              <a:t>●</a:t>
            </a:r>
            <a:endParaRPr lang="en-US" altLang="zh-CN" sz="2000" b="1" dirty="0">
              <a:solidFill>
                <a:srgbClr val="FF3300"/>
              </a:solidFill>
              <a:latin typeface="楷体_GB2312" pitchFamily="49" charset="-122"/>
              <a:ea typeface="楷体_GB2312" pitchFamily="49" charset="-122"/>
            </a:endParaRPr>
          </a:p>
        </p:txBody>
      </p:sp>
      <p:sp>
        <p:nvSpPr>
          <p:cNvPr id="14" name="Text Box 10"/>
          <p:cNvSpPr txBox="1"/>
          <p:nvPr/>
        </p:nvSpPr>
        <p:spPr>
          <a:xfrm>
            <a:off x="3648076" y="3032126"/>
            <a:ext cx="504825" cy="396875"/>
          </a:xfrm>
          <a:prstGeom prst="rect">
            <a:avLst/>
          </a:prstGeom>
          <a:noFill/>
          <a:ln w="9525">
            <a:noFill/>
          </a:ln>
        </p:spPr>
        <p:txBody>
          <a:bodyPr>
            <a:spAutoFit/>
          </a:bodyPr>
          <a:lstStyle/>
          <a:p>
            <a:pPr eaLnBrk="1" hangingPunct="1">
              <a:spcBef>
                <a:spcPct val="50000"/>
              </a:spcBef>
            </a:pPr>
            <a:r>
              <a:rPr lang="en-US" altLang="zh-CN" sz="2000" b="1" dirty="0">
                <a:solidFill>
                  <a:srgbClr val="FF3300"/>
                </a:solidFill>
                <a:latin typeface="楷体_GB2312" pitchFamily="49" charset="-122"/>
                <a:ea typeface="楷体_GB2312" pitchFamily="49" charset="-122"/>
              </a:rPr>
              <a:t>●</a:t>
            </a:r>
            <a:endParaRPr lang="en-US" altLang="zh-CN" sz="2000" b="1" dirty="0">
              <a:solidFill>
                <a:srgbClr val="FF3300"/>
              </a:solidFill>
              <a:latin typeface="楷体_GB2312" pitchFamily="49" charset="-122"/>
              <a:ea typeface="楷体_GB2312" pitchFamily="49" charset="-122"/>
            </a:endParaRPr>
          </a:p>
        </p:txBody>
      </p:sp>
      <p:sp>
        <p:nvSpPr>
          <p:cNvPr id="15" name="Text Box 11"/>
          <p:cNvSpPr txBox="1"/>
          <p:nvPr/>
        </p:nvSpPr>
        <p:spPr>
          <a:xfrm>
            <a:off x="6527801" y="2997201"/>
            <a:ext cx="504825" cy="396875"/>
          </a:xfrm>
          <a:prstGeom prst="rect">
            <a:avLst/>
          </a:prstGeom>
          <a:noFill/>
          <a:ln w="9525">
            <a:noFill/>
          </a:ln>
        </p:spPr>
        <p:txBody>
          <a:bodyPr>
            <a:spAutoFit/>
          </a:bodyPr>
          <a:lstStyle/>
          <a:p>
            <a:pPr eaLnBrk="1" hangingPunct="1">
              <a:spcBef>
                <a:spcPct val="50000"/>
              </a:spcBef>
            </a:pPr>
            <a:r>
              <a:rPr lang="en-US" altLang="zh-CN" sz="2000" b="1" dirty="0">
                <a:solidFill>
                  <a:srgbClr val="FF3300"/>
                </a:solidFill>
                <a:latin typeface="楷体_GB2312" pitchFamily="49" charset="-122"/>
                <a:ea typeface="楷体_GB2312" pitchFamily="49" charset="-122"/>
              </a:rPr>
              <a:t>●</a:t>
            </a:r>
            <a:endParaRPr lang="en-US" altLang="zh-CN" sz="2000" b="1" dirty="0">
              <a:solidFill>
                <a:srgbClr val="FF3300"/>
              </a:solidFill>
              <a:latin typeface="楷体_GB2312" pitchFamily="49" charset="-122"/>
              <a:ea typeface="楷体_GB2312" pitchFamily="49" charset="-122"/>
            </a:endParaRPr>
          </a:p>
        </p:txBody>
      </p:sp>
      <p:sp>
        <p:nvSpPr>
          <p:cNvPr id="16" name="Text Box 12"/>
          <p:cNvSpPr txBox="1"/>
          <p:nvPr/>
        </p:nvSpPr>
        <p:spPr>
          <a:xfrm>
            <a:off x="7967664" y="2960689"/>
            <a:ext cx="504825" cy="396875"/>
          </a:xfrm>
          <a:prstGeom prst="rect">
            <a:avLst/>
          </a:prstGeom>
          <a:noFill/>
          <a:ln w="9525">
            <a:noFill/>
          </a:ln>
        </p:spPr>
        <p:txBody>
          <a:bodyPr>
            <a:spAutoFit/>
          </a:bodyPr>
          <a:lstStyle/>
          <a:p>
            <a:pPr eaLnBrk="1" hangingPunct="1">
              <a:spcBef>
                <a:spcPct val="50000"/>
              </a:spcBef>
            </a:pPr>
            <a:r>
              <a:rPr lang="en-US" altLang="zh-CN" sz="2000" b="1" dirty="0">
                <a:solidFill>
                  <a:srgbClr val="FF3300"/>
                </a:solidFill>
                <a:latin typeface="楷体_GB2312" pitchFamily="49" charset="-122"/>
                <a:ea typeface="楷体_GB2312" pitchFamily="49" charset="-122"/>
              </a:rPr>
              <a:t>●</a:t>
            </a:r>
            <a:endParaRPr lang="en-US" altLang="zh-CN" sz="2000" b="1" dirty="0">
              <a:solidFill>
                <a:srgbClr val="FF3300"/>
              </a:solidFill>
              <a:latin typeface="楷体_GB2312" pitchFamily="49" charset="-122"/>
              <a:ea typeface="楷体_GB2312" pitchFamily="49" charset="-122"/>
            </a:endParaRPr>
          </a:p>
        </p:txBody>
      </p:sp>
      <p:graphicFrame>
        <p:nvGraphicFramePr>
          <p:cNvPr id="17" name="Object 13"/>
          <p:cNvGraphicFramePr>
            <a:graphicFrameLocks noChangeAspect="1"/>
          </p:cNvGraphicFramePr>
          <p:nvPr/>
        </p:nvGraphicFramePr>
        <p:xfrm>
          <a:off x="2398713" y="5611814"/>
          <a:ext cx="7874000" cy="409575"/>
        </p:xfrm>
        <a:graphic>
          <a:graphicData uri="http://schemas.openxmlformats.org/presentationml/2006/ole">
            <mc:AlternateContent xmlns:mc="http://schemas.openxmlformats.org/markup-compatibility/2006">
              <mc:Choice xmlns:v="urn:schemas-microsoft-com:vml" Requires="v">
                <p:oleObj spid="_x0000_s18" name="" r:id="rId10" imgW="4508500" imgH="241300" progId="Equation.3">
                  <p:embed/>
                </p:oleObj>
              </mc:Choice>
              <mc:Fallback>
                <p:oleObj name="" r:id="rId10" imgW="4508500" imgH="241300" progId="Equation.3">
                  <p:embed/>
                  <p:pic>
                    <p:nvPicPr>
                      <p:cNvPr id="0" name="Object 13"/>
                      <p:cNvPicPr/>
                      <p:nvPr/>
                    </p:nvPicPr>
                    <p:blipFill>
                      <a:blip r:embed="rId11"/>
                      <a:stretch>
                        <a:fillRect/>
                      </a:stretch>
                    </p:blipFill>
                    <p:spPr>
                      <a:xfrm>
                        <a:off x="2398713" y="5611814"/>
                        <a:ext cx="7874000" cy="409575"/>
                      </a:xfrm>
                      <a:prstGeom prst="rect">
                        <a:avLst/>
                      </a:prstGeom>
                      <a:noFill/>
                      <a:ln w="38100">
                        <a:noFill/>
                        <a:miter/>
                      </a:ln>
                    </p:spPr>
                  </p:pic>
                </p:oleObj>
              </mc:Fallback>
            </mc:AlternateContent>
          </a:graphicData>
        </a:graphic>
      </p:graphicFrame>
      <p:graphicFrame>
        <p:nvGraphicFramePr>
          <p:cNvPr id="19" name="Object 14"/>
          <p:cNvGraphicFramePr>
            <a:graphicFrameLocks noChangeAspect="1"/>
          </p:cNvGraphicFramePr>
          <p:nvPr/>
        </p:nvGraphicFramePr>
        <p:xfrm>
          <a:off x="1919289" y="6157913"/>
          <a:ext cx="4752975" cy="366712"/>
        </p:xfrm>
        <a:graphic>
          <a:graphicData uri="http://schemas.openxmlformats.org/presentationml/2006/ole">
            <mc:AlternateContent xmlns:mc="http://schemas.openxmlformats.org/markup-compatibility/2006">
              <mc:Choice xmlns:v="urn:schemas-microsoft-com:vml" Requires="v">
                <p:oleObj spid="_x0000_s20" name="" r:id="rId12" imgW="2717800" imgH="215900" progId="Equation.3">
                  <p:embed/>
                </p:oleObj>
              </mc:Choice>
              <mc:Fallback>
                <p:oleObj name="" r:id="rId12" imgW="2717800" imgH="215900" progId="Equation.3">
                  <p:embed/>
                  <p:pic>
                    <p:nvPicPr>
                      <p:cNvPr id="0" name="Object 14"/>
                      <p:cNvPicPr/>
                      <p:nvPr/>
                    </p:nvPicPr>
                    <p:blipFill>
                      <a:blip r:embed="rId13"/>
                      <a:stretch>
                        <a:fillRect/>
                      </a:stretch>
                    </p:blipFill>
                    <p:spPr>
                      <a:xfrm>
                        <a:off x="1919289" y="6157913"/>
                        <a:ext cx="4752975" cy="366712"/>
                      </a:xfrm>
                      <a:prstGeom prst="rect">
                        <a:avLst/>
                      </a:prstGeom>
                      <a:noFill/>
                      <a:ln w="38100">
                        <a:noFill/>
                        <a:miter/>
                      </a:ln>
                    </p:spPr>
                  </p:pic>
                </p:oleObj>
              </mc:Fallback>
            </mc:AlternateContent>
          </a:graphicData>
        </a:graphic>
      </p:graphicFrame>
      <p:sp>
        <p:nvSpPr>
          <p:cNvPr id="21" name="AutoShape 15"/>
          <p:cNvSpPr/>
          <p:nvPr/>
        </p:nvSpPr>
        <p:spPr>
          <a:xfrm>
            <a:off x="5664201" y="4437063"/>
            <a:ext cx="936625" cy="431800"/>
          </a:xfrm>
          <a:prstGeom prst="wedgeRectCallout">
            <a:avLst>
              <a:gd name="adj1" fmla="val -7458"/>
              <a:gd name="adj2" fmla="val -269852"/>
            </a:avLst>
          </a:prstGeom>
          <a:solidFill>
            <a:srgbClr val="FFCCFF"/>
          </a:solidFill>
          <a:ln w="9525" cap="flat" cmpd="sng">
            <a:solidFill>
              <a:schemeClr val="tx1"/>
            </a:solidFill>
            <a:prstDash val="solid"/>
            <a:miter/>
            <a:headEnd type="none" w="med" len="med"/>
            <a:tailEnd type="none" w="med" len="med"/>
          </a:ln>
        </p:spPr>
        <p:txBody>
          <a:bodyPr/>
          <a:lstStyle/>
          <a:p>
            <a:pPr algn="ctr" eaLnBrk="1" hangingPunct="1"/>
            <a:r>
              <a:rPr lang="zh-CN" altLang="en-US" sz="2000" b="1" dirty="0">
                <a:latin typeface="Times New Roman" panose="02020603050405020304" pitchFamily="18" charset="0"/>
                <a:ea typeface="楷体_GB2312" pitchFamily="49" charset="-122"/>
              </a:rPr>
              <a:t>波腹</a:t>
            </a:r>
            <a:endParaRPr lang="zh-CN" altLang="en-US" sz="2000" b="1" dirty="0">
              <a:latin typeface="Times New Roman" panose="02020603050405020304" pitchFamily="18" charset="0"/>
              <a:ea typeface="楷体_GB2312" pitchFamily="49" charset="-122"/>
            </a:endParaRPr>
          </a:p>
        </p:txBody>
      </p:sp>
      <p:sp>
        <p:nvSpPr>
          <p:cNvPr id="22" name="AutoShape 16"/>
          <p:cNvSpPr/>
          <p:nvPr/>
        </p:nvSpPr>
        <p:spPr>
          <a:xfrm>
            <a:off x="4079876" y="4437063"/>
            <a:ext cx="936625" cy="431800"/>
          </a:xfrm>
          <a:prstGeom prst="wedgeRectCallout">
            <a:avLst>
              <a:gd name="adj1" fmla="val 85931"/>
              <a:gd name="adj2" fmla="val -307352"/>
            </a:avLst>
          </a:prstGeom>
          <a:solidFill>
            <a:srgbClr val="FFCCFF"/>
          </a:solidFill>
          <a:ln w="9525" cap="flat" cmpd="sng">
            <a:solidFill>
              <a:schemeClr val="tx1"/>
            </a:solidFill>
            <a:prstDash val="solid"/>
            <a:miter/>
            <a:headEnd type="none" w="med" len="med"/>
            <a:tailEnd type="none" w="med" len="med"/>
          </a:ln>
        </p:spPr>
        <p:txBody>
          <a:bodyPr/>
          <a:lstStyle/>
          <a:p>
            <a:pPr algn="ctr" eaLnBrk="1" hangingPunct="1"/>
            <a:r>
              <a:rPr lang="zh-CN" altLang="en-US" sz="2000" b="1" dirty="0">
                <a:latin typeface="Times New Roman" panose="02020603050405020304" pitchFamily="18" charset="0"/>
                <a:ea typeface="楷体_GB2312" pitchFamily="49" charset="-122"/>
              </a:rPr>
              <a:t>波节</a:t>
            </a:r>
            <a:endParaRPr lang="zh-CN" altLang="en-US" sz="2000" b="1"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p:cNvSpPr>
            <a:spLocks noGrp="1" noRot="1"/>
          </p:cNvSpPr>
          <p:nvPr/>
        </p:nvSpPr>
        <p:spPr>
          <a:xfrm>
            <a:off x="1446645" y="585643"/>
            <a:ext cx="7543800" cy="720725"/>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r>
              <a:rPr lang="zh-CN" altLang="en-US" sz="3200" b="1" dirty="0">
                <a:ea typeface="黑体" panose="02010609060101010101" pitchFamily="49" charset="-122"/>
              </a:rPr>
              <a:t>弦振动模型：</a:t>
            </a:r>
            <a:endParaRPr lang="zh-CN" altLang="en-US" sz="3200" b="1" dirty="0">
              <a:ea typeface="黑体" panose="02010609060101010101" pitchFamily="49" charset="-122"/>
            </a:endParaRPr>
          </a:p>
        </p:txBody>
      </p:sp>
      <p:pic>
        <p:nvPicPr>
          <p:cNvPr id="18" name="Picture 3" descr="弦振动简谐波"/>
          <p:cNvPicPr>
            <a:picLocks noChangeAspect="1"/>
          </p:cNvPicPr>
          <p:nvPr/>
        </p:nvPicPr>
        <p:blipFill>
          <a:blip r:embed="rId1"/>
          <a:stretch>
            <a:fillRect/>
          </a:stretch>
        </p:blipFill>
        <p:spPr>
          <a:xfrm>
            <a:off x="595401" y="1306368"/>
            <a:ext cx="6648450" cy="4743450"/>
          </a:xfrm>
          <a:prstGeom prst="rect">
            <a:avLst/>
          </a:prstGeom>
          <a:noFill/>
          <a:ln w="9525">
            <a:noFill/>
          </a:ln>
        </p:spPr>
      </p:pic>
      <p:pic>
        <p:nvPicPr>
          <p:cNvPr id="1026" name="Picture 2" descr="Standing wave: the sum of two propagating waves traveling in opposite directions (blue and red) | Animation: LucasVB/Creative Comm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8458" y="0"/>
            <a:ext cx="6599998" cy="22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a:spLocks noGrp="1" noRot="1" noChangeAspect="1" noMove="1" noResize="1" noEditPoints="1" noAdjustHandles="1" noChangeArrowheads="1" noChangeShapeType="1" noTextEdit="1"/>
          </p:cNvSpPr>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
          <p:cNvSpPr>
            <a:spLocks noGrp="1" noRot="1"/>
          </p:cNvSpPr>
          <p:nvPr/>
        </p:nvSpPr>
        <p:spPr>
          <a:xfrm>
            <a:off x="1255060" y="5279511"/>
            <a:ext cx="9681882" cy="739880"/>
          </a:xfrm>
          <a:prstGeom prst="rect">
            <a:avLst/>
          </a:prstGeom>
        </p:spPr>
        <p:txBody>
          <a:bodyPr vert="horz" lIns="91440" tIns="45720" rIns="91440" bIns="45720" rtlCol="0" anchor="b" anchorCtr="0">
            <a:norm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lnSpc>
                <a:spcPct val="90000"/>
              </a:lnSpc>
              <a:spcAft>
                <a:spcPts val="600"/>
              </a:spcAft>
            </a:pPr>
            <a:r>
              <a:rPr lang="zh-CN" altLang="en-US" sz="3600" b="1">
                <a:solidFill>
                  <a:schemeClr val="tx1">
                    <a:lumMod val="85000"/>
                    <a:lumOff val="15000"/>
                  </a:schemeClr>
                </a:solidFill>
              </a:rPr>
              <a:t>弦振动试验：</a:t>
            </a:r>
            <a:endParaRPr lang="zh-CN" altLang="en-US" sz="3600" b="1">
              <a:solidFill>
                <a:schemeClr val="tx1">
                  <a:lumMod val="85000"/>
                  <a:lumOff val="15000"/>
                </a:schemeClr>
              </a:solidFill>
            </a:endParaRPr>
          </a:p>
        </p:txBody>
      </p:sp>
      <p:sp>
        <p:nvSpPr>
          <p:cNvPr id="3" name="文本框 2"/>
          <p:cNvSpPr txBox="1"/>
          <p:nvPr/>
        </p:nvSpPr>
        <p:spPr>
          <a:xfrm>
            <a:off x="2426447" y="6019391"/>
            <a:ext cx="7315199" cy="365125"/>
          </a:xfrm>
          <a:prstGeom prst="rect">
            <a:avLst/>
          </a:prstGeom>
        </p:spPr>
        <p:txBody>
          <a:bodyPr vert="horz" lIns="91440" tIns="45720" rIns="91440" bIns="45720" rtlCol="0" anchor="t">
            <a:normAutofit/>
          </a:bodyPr>
          <a:lstStyle/>
          <a:p>
            <a:pPr algn="ctr">
              <a:lnSpc>
                <a:spcPct val="90000"/>
              </a:lnSpc>
              <a:spcBef>
                <a:spcPts val="1000"/>
              </a:spcBef>
            </a:pPr>
            <a:r>
              <a:rPr lang="en-US" altLang="zh-CN" sz="1600">
                <a:solidFill>
                  <a:schemeClr val="tx1">
                    <a:lumMod val="85000"/>
                    <a:lumOff val="15000"/>
                  </a:schemeClr>
                </a:solidFill>
              </a:rPr>
              <a:t>https://www.bilibili.com/video/BV1Rz42187rC/</a:t>
            </a:r>
            <a:endParaRPr lang="en-US" altLang="zh-CN" sz="1600">
              <a:solidFill>
                <a:schemeClr val="tx1">
                  <a:lumMod val="85000"/>
                  <a:lumOff val="15000"/>
                </a:schemeClr>
              </a:solidFill>
            </a:endParaRPr>
          </a:p>
        </p:txBody>
      </p:sp>
      <p:pic>
        <p:nvPicPr>
          <p:cNvPr id="5" name="图片 4" descr="男人站在墙边&#10;&#10;描述已自动生成">
            <a:hlinkClick r:id="rId1"/>
          </p:cNvPr>
          <p:cNvPicPr>
            <a:picLocks noChangeAspect="1"/>
          </p:cNvPicPr>
          <p:nvPr/>
        </p:nvPicPr>
        <p:blipFill>
          <a:blip r:embed="rId2"/>
          <a:srcRect t="27166" b="2091"/>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图片 3" descr="一群人在水里&#10;&#10;描述已自动生成"/>
          <p:cNvPicPr>
            <a:picLocks noChangeAspect="1"/>
          </p:cNvPicPr>
          <p:nvPr/>
        </p:nvPicPr>
        <p:blipFill>
          <a:blip r:embed="rId1"/>
          <a:srcRect l="5573" r="3" b="3"/>
          <a:stretch>
            <a:fillRect/>
          </a:stretch>
        </p:blipFill>
        <p:spPr>
          <a:xfrm>
            <a:off x="20" y="10"/>
            <a:ext cx="6095980" cy="4196271"/>
          </a:xfrm>
          <a:custGeom>
            <a:avLst/>
            <a:gdLst/>
            <a:ahLst/>
            <a:cxnLst/>
            <a:rect l="l" t="t" r="r" b="b"/>
            <a:pathLst>
              <a:path w="6005375" h="4196281">
                <a:moveTo>
                  <a:pt x="0" y="0"/>
                </a:moveTo>
                <a:lnTo>
                  <a:pt x="6000673" y="0"/>
                </a:lnTo>
                <a:lnTo>
                  <a:pt x="5998730" y="19709"/>
                </a:lnTo>
                <a:cubicBezTo>
                  <a:pt x="6001245" y="280059"/>
                  <a:pt x="5986414" y="540409"/>
                  <a:pt x="5999656" y="800631"/>
                </a:cubicBezTo>
                <a:cubicBezTo>
                  <a:pt x="6009854" y="1001996"/>
                  <a:pt x="6003364" y="1203233"/>
                  <a:pt x="5999656" y="1404471"/>
                </a:cubicBezTo>
                <a:cubicBezTo>
                  <a:pt x="5992506" y="1790420"/>
                  <a:pt x="6003364" y="2175860"/>
                  <a:pt x="5998730" y="2561300"/>
                </a:cubicBezTo>
                <a:cubicBezTo>
                  <a:pt x="5996744" y="2732154"/>
                  <a:pt x="5998994" y="2902754"/>
                  <a:pt x="6003364" y="3073609"/>
                </a:cubicBezTo>
                <a:cubicBezTo>
                  <a:pt x="6009720" y="3317560"/>
                  <a:pt x="5999922" y="3561638"/>
                  <a:pt x="5989196" y="3805463"/>
                </a:cubicBezTo>
                <a:cubicBezTo>
                  <a:pt x="5985594" y="3872508"/>
                  <a:pt x="5984647" y="3939633"/>
                  <a:pt x="5986348" y="4006695"/>
                </a:cubicBezTo>
                <a:lnTo>
                  <a:pt x="5997254" y="4174633"/>
                </a:lnTo>
                <a:lnTo>
                  <a:pt x="5951600" y="4176620"/>
                </a:lnTo>
                <a:cubicBezTo>
                  <a:pt x="5886701" y="4176651"/>
                  <a:pt x="5821787" y="4174749"/>
                  <a:pt x="5756904" y="4173480"/>
                </a:cubicBezTo>
                <a:cubicBezTo>
                  <a:pt x="5518558" y="4169040"/>
                  <a:pt x="5280085" y="4173480"/>
                  <a:pt x="5042246" y="4150774"/>
                </a:cubicBezTo>
                <a:cubicBezTo>
                  <a:pt x="4977617" y="4144622"/>
                  <a:pt x="4912545" y="4140690"/>
                  <a:pt x="4847599" y="4141467"/>
                </a:cubicBezTo>
                <a:cubicBezTo>
                  <a:pt x="4782654" y="4142244"/>
                  <a:pt x="4717834" y="4147730"/>
                  <a:pt x="4653712" y="4160414"/>
                </a:cubicBezTo>
                <a:cubicBezTo>
                  <a:pt x="4446570" y="4200625"/>
                  <a:pt x="4238795" y="4203162"/>
                  <a:pt x="4029496" y="4186925"/>
                </a:cubicBezTo>
                <a:cubicBezTo>
                  <a:pt x="3943620" y="4180203"/>
                  <a:pt x="3857745" y="4169040"/>
                  <a:pt x="3771488" y="4171196"/>
                </a:cubicBezTo>
                <a:cubicBezTo>
                  <a:pt x="3623584" y="4175129"/>
                  <a:pt x="3475553" y="4167137"/>
                  <a:pt x="3327522" y="4169167"/>
                </a:cubicBezTo>
                <a:cubicBezTo>
                  <a:pt x="3323527" y="4169738"/>
                  <a:pt x="3319442" y="4169205"/>
                  <a:pt x="3315726" y="4167645"/>
                </a:cubicBezTo>
                <a:cubicBezTo>
                  <a:pt x="3278940" y="4142402"/>
                  <a:pt x="3238602" y="4152169"/>
                  <a:pt x="3200548" y="4158765"/>
                </a:cubicBezTo>
                <a:cubicBezTo>
                  <a:pt x="3074081" y="4180710"/>
                  <a:pt x="2947741" y="4191492"/>
                  <a:pt x="2819245" y="4174494"/>
                </a:cubicBezTo>
                <a:cubicBezTo>
                  <a:pt x="2696545" y="4156698"/>
                  <a:pt x="2572095" y="4154478"/>
                  <a:pt x="2448850" y="4167898"/>
                </a:cubicBezTo>
                <a:cubicBezTo>
                  <a:pt x="2279382" y="4187687"/>
                  <a:pt x="2110548" y="4183501"/>
                  <a:pt x="1941461" y="4167898"/>
                </a:cubicBezTo>
                <a:cubicBezTo>
                  <a:pt x="1872836" y="4161556"/>
                  <a:pt x="1803197" y="4150774"/>
                  <a:pt x="1735207" y="4166630"/>
                </a:cubicBezTo>
                <a:cubicBezTo>
                  <a:pt x="1651488" y="4186038"/>
                  <a:pt x="1568022" y="4179695"/>
                  <a:pt x="1484049" y="4175382"/>
                </a:cubicBezTo>
                <a:cubicBezTo>
                  <a:pt x="1377751" y="4169801"/>
                  <a:pt x="1271707" y="4153692"/>
                  <a:pt x="1165028" y="4166376"/>
                </a:cubicBezTo>
                <a:cubicBezTo>
                  <a:pt x="1115684" y="4172211"/>
                  <a:pt x="1066721" y="4181471"/>
                  <a:pt x="1016743" y="4179061"/>
                </a:cubicBezTo>
                <a:cubicBezTo>
                  <a:pt x="878480" y="4172719"/>
                  <a:pt x="740343" y="4165235"/>
                  <a:pt x="601825" y="4166376"/>
                </a:cubicBezTo>
                <a:cubicBezTo>
                  <a:pt x="543856" y="4166757"/>
                  <a:pt x="486267" y="4168659"/>
                  <a:pt x="428552" y="4172845"/>
                </a:cubicBezTo>
                <a:cubicBezTo>
                  <a:pt x="320858" y="4180710"/>
                  <a:pt x="213545" y="4170055"/>
                  <a:pt x="106233" y="4166249"/>
                </a:cubicBezTo>
                <a:lnTo>
                  <a:pt x="0" y="4171008"/>
                </a:lnTo>
                <a:close/>
              </a:path>
            </a:pathLst>
          </a:custGeom>
        </p:spPr>
      </p:pic>
      <p:pic>
        <p:nvPicPr>
          <p:cNvPr id="7" name="图片 6" descr="一群人正在游泳&#10;&#10;描述已自动生成"/>
          <p:cNvPicPr>
            <a:picLocks noChangeAspect="1"/>
          </p:cNvPicPr>
          <p:nvPr/>
        </p:nvPicPr>
        <p:blipFill>
          <a:blip r:embed="rId2"/>
          <a:srcRect l="4332" r="10917" b="-1"/>
          <a:stretch>
            <a:fillRect/>
          </a:stretch>
        </p:blipFill>
        <p:spPr>
          <a:xfrm>
            <a:off x="6019800" y="-1"/>
            <a:ext cx="6172193" cy="4187672"/>
          </a:xfrm>
          <a:custGeom>
            <a:avLst/>
            <a:gdLst/>
            <a:ahLst/>
            <a:cxnLst/>
            <a:rect l="l" t="t" r="r" b="b"/>
            <a:pathLst>
              <a:path w="6006950" h="4187672">
                <a:moveTo>
                  <a:pt x="9223" y="0"/>
                </a:moveTo>
                <a:lnTo>
                  <a:pt x="6006950" y="0"/>
                </a:lnTo>
                <a:lnTo>
                  <a:pt x="6006950" y="4169490"/>
                </a:lnTo>
                <a:lnTo>
                  <a:pt x="5787907" y="4174448"/>
                </a:lnTo>
                <a:cubicBezTo>
                  <a:pt x="5713866" y="4173475"/>
                  <a:pt x="5639861" y="4169853"/>
                  <a:pt x="5566029" y="4163587"/>
                </a:cubicBezTo>
                <a:cubicBezTo>
                  <a:pt x="5458843" y="4155595"/>
                  <a:pt x="5350768" y="4144559"/>
                  <a:pt x="5244343" y="4164855"/>
                </a:cubicBezTo>
                <a:cubicBezTo>
                  <a:pt x="5127517" y="4187307"/>
                  <a:pt x="5010817" y="4187434"/>
                  <a:pt x="4892977" y="4181726"/>
                </a:cubicBezTo>
                <a:cubicBezTo>
                  <a:pt x="4792260" y="4176906"/>
                  <a:pt x="4691923" y="4151536"/>
                  <a:pt x="4590445" y="4178301"/>
                </a:cubicBezTo>
                <a:cubicBezTo>
                  <a:pt x="4580348" y="4179772"/>
                  <a:pt x="4570061" y="4179341"/>
                  <a:pt x="4560128" y="4177032"/>
                </a:cubicBezTo>
                <a:cubicBezTo>
                  <a:pt x="4449137" y="4161684"/>
                  <a:pt x="4337384" y="4174242"/>
                  <a:pt x="4226013" y="4169929"/>
                </a:cubicBezTo>
                <a:cubicBezTo>
                  <a:pt x="4174640" y="4167899"/>
                  <a:pt x="4122252" y="4169041"/>
                  <a:pt x="4071513" y="4163587"/>
                </a:cubicBezTo>
                <a:cubicBezTo>
                  <a:pt x="3955067" y="4151156"/>
                  <a:pt x="3838874" y="4144559"/>
                  <a:pt x="3723697" y="4173861"/>
                </a:cubicBezTo>
                <a:cubicBezTo>
                  <a:pt x="3690082" y="4181764"/>
                  <a:pt x="3655732" y="4186013"/>
                  <a:pt x="3621204" y="4186546"/>
                </a:cubicBezTo>
                <a:cubicBezTo>
                  <a:pt x="3508437" y="4190605"/>
                  <a:pt x="3396050" y="4182867"/>
                  <a:pt x="3283664" y="4176525"/>
                </a:cubicBezTo>
                <a:cubicBezTo>
                  <a:pt x="3205652" y="4172085"/>
                  <a:pt x="3127768" y="4162445"/>
                  <a:pt x="3049630" y="4170563"/>
                </a:cubicBezTo>
                <a:cubicBezTo>
                  <a:pt x="3004218" y="4175257"/>
                  <a:pt x="2958427" y="4175257"/>
                  <a:pt x="2913015" y="4170563"/>
                </a:cubicBezTo>
                <a:cubicBezTo>
                  <a:pt x="2829321" y="4160758"/>
                  <a:pt x="2744879" y="4158931"/>
                  <a:pt x="2660842" y="4165109"/>
                </a:cubicBezTo>
                <a:cubicBezTo>
                  <a:pt x="2535390" y="4175891"/>
                  <a:pt x="2410065" y="4184897"/>
                  <a:pt x="2284232" y="4167773"/>
                </a:cubicBezTo>
                <a:cubicBezTo>
                  <a:pt x="2212868" y="4156559"/>
                  <a:pt x="2140312" y="4155240"/>
                  <a:pt x="2068592" y="4163840"/>
                </a:cubicBezTo>
                <a:cubicBezTo>
                  <a:pt x="1897729" y="4187814"/>
                  <a:pt x="1726485" y="4180077"/>
                  <a:pt x="1555241" y="4170183"/>
                </a:cubicBezTo>
                <a:cubicBezTo>
                  <a:pt x="1440824" y="4163460"/>
                  <a:pt x="1325901" y="4151156"/>
                  <a:pt x="1211738" y="4167392"/>
                </a:cubicBezTo>
                <a:cubicBezTo>
                  <a:pt x="1066118" y="4187688"/>
                  <a:pt x="920370" y="4180965"/>
                  <a:pt x="774368" y="4175003"/>
                </a:cubicBezTo>
                <a:cubicBezTo>
                  <a:pt x="667182" y="4170563"/>
                  <a:pt x="559869" y="4157117"/>
                  <a:pt x="452430" y="4173734"/>
                </a:cubicBezTo>
                <a:cubicBezTo>
                  <a:pt x="441369" y="4175244"/>
                  <a:pt x="430117" y="4174115"/>
                  <a:pt x="419576" y="4170436"/>
                </a:cubicBezTo>
                <a:cubicBezTo>
                  <a:pt x="378807" y="4157016"/>
                  <a:pt x="335096" y="4155215"/>
                  <a:pt x="293363" y="4165236"/>
                </a:cubicBezTo>
                <a:cubicBezTo>
                  <a:pt x="216367" y="4182106"/>
                  <a:pt x="139497" y="4189463"/>
                  <a:pt x="61105" y="4174115"/>
                </a:cubicBezTo>
                <a:lnTo>
                  <a:pt x="13323" y="4171265"/>
                </a:lnTo>
                <a:lnTo>
                  <a:pt x="28554" y="3843045"/>
                </a:lnTo>
                <a:cubicBezTo>
                  <a:pt x="30457" y="3722610"/>
                  <a:pt x="27412" y="3602256"/>
                  <a:pt x="15626" y="3482187"/>
                </a:cubicBezTo>
                <a:cubicBezTo>
                  <a:pt x="-847" y="3335690"/>
                  <a:pt x="-4304" y="3188124"/>
                  <a:pt x="5296" y="3041068"/>
                </a:cubicBezTo>
                <a:cubicBezTo>
                  <a:pt x="11786" y="2956911"/>
                  <a:pt x="18539" y="2872754"/>
                  <a:pt x="22776" y="2788472"/>
                </a:cubicBezTo>
                <a:cubicBezTo>
                  <a:pt x="28180" y="2668580"/>
                  <a:pt x="25173" y="2548474"/>
                  <a:pt x="13771" y="2428964"/>
                </a:cubicBezTo>
                <a:cubicBezTo>
                  <a:pt x="4237" y="2337829"/>
                  <a:pt x="3177" y="2246070"/>
                  <a:pt x="10593" y="2154757"/>
                </a:cubicBezTo>
                <a:cubicBezTo>
                  <a:pt x="25690" y="1999286"/>
                  <a:pt x="9931" y="1843813"/>
                  <a:pt x="5032" y="1688466"/>
                </a:cubicBezTo>
                <a:cubicBezTo>
                  <a:pt x="-3577" y="1402691"/>
                  <a:pt x="20393" y="1117045"/>
                  <a:pt x="9666" y="831270"/>
                </a:cubicBezTo>
                <a:cubicBezTo>
                  <a:pt x="3841" y="689908"/>
                  <a:pt x="16420" y="548673"/>
                  <a:pt x="9666" y="407311"/>
                </a:cubicBezTo>
                <a:cubicBezTo>
                  <a:pt x="4105" y="306755"/>
                  <a:pt x="397" y="206200"/>
                  <a:pt x="4105" y="105518"/>
                </a:cubicBezTo>
                <a:cubicBezTo>
                  <a:pt x="5164" y="78059"/>
                  <a:pt x="5826" y="50473"/>
                  <a:pt x="9534" y="23396"/>
                </a:cubicBezTo>
                <a:close/>
              </a:path>
            </a:pathLst>
          </a:custGeom>
        </p:spPr>
      </p:pic>
      <p:sp>
        <p:nvSpPr>
          <p:cNvPr id="49" name="sketch line"/>
          <p:cNvSpPr>
            <a:spLocks noGrp="1" noRot="1" noChangeAspect="1" noMove="1" noResize="1" noEditPoints="1" noAdjustHandles="1" noChangeArrowheads="1" noChangeShapeType="1" noTextEdit="1"/>
          </p:cNvSpPr>
          <p:nvPr/>
        </p:nvSpPr>
        <p:spPr>
          <a:xfrm rot="5400000">
            <a:off x="3557015" y="533095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文本框 2"/>
          <p:cNvSpPr txBox="1"/>
          <p:nvPr/>
        </p:nvSpPr>
        <p:spPr>
          <a:xfrm>
            <a:off x="4654294" y="4562856"/>
            <a:ext cx="6894576" cy="1600200"/>
          </a:xfrm>
          <a:prstGeom prst="rect">
            <a:avLst/>
          </a:prstGeom>
        </p:spPr>
        <p:txBody>
          <a:bodyPr vert="horz" lIns="91440" tIns="45720" rIns="91440" bIns="45720" rtlCol="0" anchor="ctr">
            <a:normAutofit/>
          </a:bodyPr>
          <a:lstStyle/>
          <a:p>
            <a:pPr indent="-228600">
              <a:lnSpc>
                <a:spcPct val="90000"/>
              </a:lnSpc>
              <a:spcBef>
                <a:spcPts val="1000"/>
              </a:spcBef>
              <a:buFont typeface="Arial" panose="020B0604020202020204" pitchFamily="34" charset="0"/>
              <a:buChar char="•"/>
            </a:pPr>
            <a:r>
              <a:rPr lang="en-US" altLang="zh-CN" sz="2200">
                <a:solidFill>
                  <a:srgbClr val="FFFFFF"/>
                </a:solidFill>
              </a:rPr>
              <a:t>https://www.surfertoday.com/surfing/what-is-a-standing-wave</a:t>
            </a:r>
            <a:endParaRPr lang="en-US" altLang="zh-CN" sz="22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1058" name="Picture 2"/>
          <p:cNvPicPr>
            <a:picLocks noChangeAspect="1"/>
          </p:cNvPicPr>
          <p:nvPr/>
        </p:nvPicPr>
        <p:blipFill>
          <a:blip r:embed="rId1"/>
          <a:stretch>
            <a:fillRect/>
          </a:stretch>
        </p:blipFill>
        <p:spPr>
          <a:xfrm>
            <a:off x="2063750" y="3716339"/>
            <a:ext cx="3240088" cy="1908175"/>
          </a:xfrm>
          <a:prstGeom prst="rect">
            <a:avLst/>
          </a:prstGeom>
          <a:noFill/>
          <a:ln w="9525">
            <a:noFill/>
          </a:ln>
        </p:spPr>
      </p:pic>
      <p:sp>
        <p:nvSpPr>
          <p:cNvPr id="301059" name="Line 3"/>
          <p:cNvSpPr/>
          <p:nvPr/>
        </p:nvSpPr>
        <p:spPr>
          <a:xfrm>
            <a:off x="1919288" y="6081713"/>
            <a:ext cx="4032250"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301060" name="Line 4"/>
          <p:cNvSpPr/>
          <p:nvPr/>
        </p:nvSpPr>
        <p:spPr>
          <a:xfrm>
            <a:off x="2351088" y="5505451"/>
            <a:ext cx="0" cy="576263"/>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61" name="Object 5"/>
          <p:cNvGraphicFramePr>
            <a:graphicFrameLocks noChangeAspect="1"/>
          </p:cNvGraphicFramePr>
          <p:nvPr/>
        </p:nvGraphicFramePr>
        <p:xfrm>
          <a:off x="2208213" y="6153150"/>
          <a:ext cx="355600" cy="177800"/>
        </p:xfrm>
        <a:graphic>
          <a:graphicData uri="http://schemas.openxmlformats.org/presentationml/2006/ole">
            <mc:AlternateContent xmlns:mc="http://schemas.openxmlformats.org/markup-compatibility/2006">
              <mc:Choice xmlns:v="urn:schemas-microsoft-com:vml" Requires="v">
                <p:oleObj spid="_x0000_s13" name="" r:id="rId2" imgW="354965" imgH="177800" progId="Equation.3">
                  <p:embed/>
                </p:oleObj>
              </mc:Choice>
              <mc:Fallback>
                <p:oleObj name="" r:id="rId2" imgW="354965" imgH="177800" progId="Equation.3">
                  <p:embed/>
                  <p:pic>
                    <p:nvPicPr>
                      <p:cNvPr id="0" name="Object 5"/>
                      <p:cNvPicPr/>
                      <p:nvPr/>
                    </p:nvPicPr>
                    <p:blipFill>
                      <a:blip r:embed="rId3"/>
                      <a:stretch>
                        <a:fillRect/>
                      </a:stretch>
                    </p:blipFill>
                    <p:spPr>
                      <a:xfrm>
                        <a:off x="2208213" y="6153150"/>
                        <a:ext cx="355600" cy="177800"/>
                      </a:xfrm>
                      <a:prstGeom prst="rect">
                        <a:avLst/>
                      </a:prstGeom>
                      <a:solidFill>
                        <a:schemeClr val="bg1"/>
                      </a:solidFill>
                      <a:ln w="38100">
                        <a:noFill/>
                        <a:miter/>
                      </a:ln>
                    </p:spPr>
                  </p:pic>
                </p:oleObj>
              </mc:Fallback>
            </mc:AlternateContent>
          </a:graphicData>
        </a:graphic>
      </p:graphicFrame>
      <p:sp>
        <p:nvSpPr>
          <p:cNvPr id="301062" name="Text Box 6"/>
          <p:cNvSpPr txBox="1"/>
          <p:nvPr/>
        </p:nvSpPr>
        <p:spPr>
          <a:xfrm>
            <a:off x="1971675" y="6375401"/>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固定</a:t>
            </a:r>
            <a:endParaRPr lang="zh-CN" altLang="en-US" dirty="0">
              <a:solidFill>
                <a:srgbClr val="FF3300"/>
              </a:solidFill>
              <a:latin typeface="Arial" panose="020B0604020202020204" pitchFamily="34" charset="0"/>
              <a:ea typeface="宋体" panose="02010600030101010101" pitchFamily="2" charset="-122"/>
            </a:endParaRPr>
          </a:p>
        </p:txBody>
      </p:sp>
      <p:sp>
        <p:nvSpPr>
          <p:cNvPr id="301063" name="Line 7"/>
          <p:cNvSpPr/>
          <p:nvPr/>
        </p:nvSpPr>
        <p:spPr>
          <a:xfrm>
            <a:off x="5159375" y="5578475"/>
            <a:ext cx="0" cy="503238"/>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64" name="Object 8"/>
          <p:cNvGraphicFramePr>
            <a:graphicFrameLocks noChangeAspect="1"/>
          </p:cNvGraphicFramePr>
          <p:nvPr/>
        </p:nvGraphicFramePr>
        <p:xfrm>
          <a:off x="5016500" y="6153150"/>
          <a:ext cx="330200" cy="177800"/>
        </p:xfrm>
        <a:graphic>
          <a:graphicData uri="http://schemas.openxmlformats.org/presentationml/2006/ole">
            <mc:AlternateContent xmlns:mc="http://schemas.openxmlformats.org/markup-compatibility/2006">
              <mc:Choice xmlns:v="urn:schemas-microsoft-com:vml" Requires="v">
                <p:oleObj spid="_x0000_s2" name="" r:id="rId4" imgW="330200" imgH="177800" progId="Equation.3">
                  <p:embed/>
                </p:oleObj>
              </mc:Choice>
              <mc:Fallback>
                <p:oleObj name="" r:id="rId4" imgW="330200" imgH="177800" progId="Equation.3">
                  <p:embed/>
                  <p:pic>
                    <p:nvPicPr>
                      <p:cNvPr id="0" name="Object 8"/>
                      <p:cNvPicPr/>
                      <p:nvPr/>
                    </p:nvPicPr>
                    <p:blipFill>
                      <a:blip r:embed="rId5"/>
                      <a:stretch>
                        <a:fillRect/>
                      </a:stretch>
                    </p:blipFill>
                    <p:spPr>
                      <a:xfrm>
                        <a:off x="5016500" y="6153150"/>
                        <a:ext cx="330200" cy="177800"/>
                      </a:xfrm>
                      <a:prstGeom prst="rect">
                        <a:avLst/>
                      </a:prstGeom>
                      <a:solidFill>
                        <a:schemeClr val="bg1"/>
                      </a:solidFill>
                      <a:ln w="38100">
                        <a:noFill/>
                        <a:miter/>
                      </a:ln>
                    </p:spPr>
                  </p:pic>
                </p:oleObj>
              </mc:Fallback>
            </mc:AlternateContent>
          </a:graphicData>
        </a:graphic>
      </p:graphicFrame>
      <p:sp>
        <p:nvSpPr>
          <p:cNvPr id="301065" name="Text Box 9"/>
          <p:cNvSpPr txBox="1"/>
          <p:nvPr/>
        </p:nvSpPr>
        <p:spPr>
          <a:xfrm>
            <a:off x="4851400" y="6375401"/>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自由</a:t>
            </a:r>
            <a:endParaRPr lang="zh-CN" altLang="en-US" dirty="0">
              <a:solidFill>
                <a:srgbClr val="FF3300"/>
              </a:solidFill>
              <a:latin typeface="Arial" panose="020B0604020202020204" pitchFamily="34" charset="0"/>
              <a:ea typeface="宋体" panose="02010600030101010101" pitchFamily="2" charset="-122"/>
            </a:endParaRPr>
          </a:p>
        </p:txBody>
      </p:sp>
      <p:pic>
        <p:nvPicPr>
          <p:cNvPr id="301066" name="Picture 10"/>
          <p:cNvPicPr>
            <a:picLocks noChangeAspect="1"/>
          </p:cNvPicPr>
          <p:nvPr/>
        </p:nvPicPr>
        <p:blipFill>
          <a:blip r:embed="rId6"/>
          <a:stretch>
            <a:fillRect/>
          </a:stretch>
        </p:blipFill>
        <p:spPr>
          <a:xfrm>
            <a:off x="2063750" y="750889"/>
            <a:ext cx="3240088" cy="1774825"/>
          </a:xfrm>
          <a:prstGeom prst="rect">
            <a:avLst/>
          </a:prstGeom>
          <a:noFill/>
          <a:ln w="9525">
            <a:noFill/>
          </a:ln>
        </p:spPr>
      </p:pic>
      <p:sp>
        <p:nvSpPr>
          <p:cNvPr id="301067" name="Line 11"/>
          <p:cNvSpPr/>
          <p:nvPr/>
        </p:nvSpPr>
        <p:spPr>
          <a:xfrm>
            <a:off x="1992313" y="3068638"/>
            <a:ext cx="4032250"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301068" name="Line 12"/>
          <p:cNvSpPr/>
          <p:nvPr/>
        </p:nvSpPr>
        <p:spPr>
          <a:xfrm>
            <a:off x="2351088" y="2492376"/>
            <a:ext cx="0" cy="576263"/>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69" name="Object 13"/>
          <p:cNvGraphicFramePr>
            <a:graphicFrameLocks noChangeAspect="1"/>
          </p:cNvGraphicFramePr>
          <p:nvPr/>
        </p:nvGraphicFramePr>
        <p:xfrm>
          <a:off x="1992313" y="3127375"/>
          <a:ext cx="355600" cy="177800"/>
        </p:xfrm>
        <a:graphic>
          <a:graphicData uri="http://schemas.openxmlformats.org/presentationml/2006/ole">
            <mc:AlternateContent xmlns:mc="http://schemas.openxmlformats.org/markup-compatibility/2006">
              <mc:Choice xmlns:v="urn:schemas-microsoft-com:vml" Requires="v">
                <p:oleObj spid="_x0000_s3" name="" r:id="rId7" imgW="354965" imgH="177800" progId="Equation.3">
                  <p:embed/>
                </p:oleObj>
              </mc:Choice>
              <mc:Fallback>
                <p:oleObj name="" r:id="rId7" imgW="354965" imgH="177800" progId="Equation.3">
                  <p:embed/>
                  <p:pic>
                    <p:nvPicPr>
                      <p:cNvPr id="0" name="Object 13"/>
                      <p:cNvPicPr/>
                      <p:nvPr/>
                    </p:nvPicPr>
                    <p:blipFill>
                      <a:blip r:embed="rId8"/>
                      <a:stretch>
                        <a:fillRect/>
                      </a:stretch>
                    </p:blipFill>
                    <p:spPr>
                      <a:xfrm>
                        <a:off x="1992313" y="3127375"/>
                        <a:ext cx="355600" cy="177800"/>
                      </a:xfrm>
                      <a:prstGeom prst="rect">
                        <a:avLst/>
                      </a:prstGeom>
                      <a:solidFill>
                        <a:schemeClr val="bg1"/>
                      </a:solidFill>
                      <a:ln w="38100">
                        <a:noFill/>
                        <a:miter/>
                      </a:ln>
                    </p:spPr>
                  </p:pic>
                </p:oleObj>
              </mc:Fallback>
            </mc:AlternateContent>
          </a:graphicData>
        </a:graphic>
      </p:graphicFrame>
      <p:sp>
        <p:nvSpPr>
          <p:cNvPr id="301070" name="Text Box 14"/>
          <p:cNvSpPr txBox="1"/>
          <p:nvPr/>
        </p:nvSpPr>
        <p:spPr>
          <a:xfrm>
            <a:off x="1971675" y="3349626"/>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自由</a:t>
            </a:r>
            <a:endParaRPr lang="zh-CN" altLang="en-US" dirty="0">
              <a:solidFill>
                <a:srgbClr val="FF3300"/>
              </a:solidFill>
              <a:latin typeface="Arial" panose="020B0604020202020204" pitchFamily="34" charset="0"/>
              <a:ea typeface="宋体" panose="02010600030101010101" pitchFamily="2" charset="-122"/>
            </a:endParaRPr>
          </a:p>
        </p:txBody>
      </p:sp>
      <p:sp>
        <p:nvSpPr>
          <p:cNvPr id="301071" name="Line 15"/>
          <p:cNvSpPr/>
          <p:nvPr/>
        </p:nvSpPr>
        <p:spPr>
          <a:xfrm>
            <a:off x="5159375" y="2552700"/>
            <a:ext cx="0" cy="503238"/>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72" name="Object 16"/>
          <p:cNvGraphicFramePr>
            <a:graphicFrameLocks noChangeAspect="1"/>
          </p:cNvGraphicFramePr>
          <p:nvPr/>
        </p:nvGraphicFramePr>
        <p:xfrm>
          <a:off x="5016500" y="3127375"/>
          <a:ext cx="330200" cy="177800"/>
        </p:xfrm>
        <a:graphic>
          <a:graphicData uri="http://schemas.openxmlformats.org/presentationml/2006/ole">
            <mc:AlternateContent xmlns:mc="http://schemas.openxmlformats.org/markup-compatibility/2006">
              <mc:Choice xmlns:v="urn:schemas-microsoft-com:vml" Requires="v">
                <p:oleObj spid="_x0000_s4" name="" r:id="rId9" imgW="330200" imgH="177800" progId="Equation.3">
                  <p:embed/>
                </p:oleObj>
              </mc:Choice>
              <mc:Fallback>
                <p:oleObj name="" r:id="rId9" imgW="330200" imgH="177800" progId="Equation.3">
                  <p:embed/>
                  <p:pic>
                    <p:nvPicPr>
                      <p:cNvPr id="0" name="Object 16"/>
                      <p:cNvPicPr/>
                      <p:nvPr/>
                    </p:nvPicPr>
                    <p:blipFill>
                      <a:blip r:embed="rId10"/>
                      <a:stretch>
                        <a:fillRect/>
                      </a:stretch>
                    </p:blipFill>
                    <p:spPr>
                      <a:xfrm>
                        <a:off x="5016500" y="3127375"/>
                        <a:ext cx="330200" cy="177800"/>
                      </a:xfrm>
                      <a:prstGeom prst="rect">
                        <a:avLst/>
                      </a:prstGeom>
                      <a:solidFill>
                        <a:schemeClr val="bg1"/>
                      </a:solidFill>
                      <a:ln w="38100">
                        <a:noFill/>
                        <a:miter/>
                      </a:ln>
                    </p:spPr>
                  </p:pic>
                </p:oleObj>
              </mc:Fallback>
            </mc:AlternateContent>
          </a:graphicData>
        </a:graphic>
      </p:graphicFrame>
      <p:sp>
        <p:nvSpPr>
          <p:cNvPr id="301073" name="Text Box 17"/>
          <p:cNvSpPr txBox="1"/>
          <p:nvPr/>
        </p:nvSpPr>
        <p:spPr>
          <a:xfrm>
            <a:off x="4851400" y="3349626"/>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自由</a:t>
            </a:r>
            <a:endParaRPr lang="zh-CN" altLang="en-US" dirty="0">
              <a:solidFill>
                <a:srgbClr val="FF3300"/>
              </a:solidFill>
              <a:latin typeface="Arial" panose="020B0604020202020204" pitchFamily="34" charset="0"/>
              <a:ea typeface="宋体" panose="02010600030101010101" pitchFamily="2" charset="-122"/>
            </a:endParaRPr>
          </a:p>
        </p:txBody>
      </p:sp>
      <p:pic>
        <p:nvPicPr>
          <p:cNvPr id="301074" name="Picture 18"/>
          <p:cNvPicPr>
            <a:picLocks noChangeAspect="1"/>
          </p:cNvPicPr>
          <p:nvPr/>
        </p:nvPicPr>
        <p:blipFill>
          <a:blip r:embed="rId11"/>
          <a:stretch>
            <a:fillRect/>
          </a:stretch>
        </p:blipFill>
        <p:spPr>
          <a:xfrm>
            <a:off x="6527800" y="549276"/>
            <a:ext cx="3240088" cy="1774825"/>
          </a:xfrm>
          <a:prstGeom prst="rect">
            <a:avLst/>
          </a:prstGeom>
          <a:noFill/>
          <a:ln w="9525">
            <a:noFill/>
          </a:ln>
        </p:spPr>
      </p:pic>
      <p:sp>
        <p:nvSpPr>
          <p:cNvPr id="301075" name="Line 19"/>
          <p:cNvSpPr/>
          <p:nvPr/>
        </p:nvSpPr>
        <p:spPr>
          <a:xfrm>
            <a:off x="6383338" y="2852738"/>
            <a:ext cx="4032250"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301076" name="Line 20"/>
          <p:cNvSpPr/>
          <p:nvPr/>
        </p:nvSpPr>
        <p:spPr>
          <a:xfrm>
            <a:off x="6816725" y="2276476"/>
            <a:ext cx="0" cy="576263"/>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77" name="Object 21"/>
          <p:cNvGraphicFramePr>
            <a:graphicFrameLocks noChangeAspect="1"/>
          </p:cNvGraphicFramePr>
          <p:nvPr/>
        </p:nvGraphicFramePr>
        <p:xfrm>
          <a:off x="6456363" y="2924175"/>
          <a:ext cx="355600" cy="177800"/>
        </p:xfrm>
        <a:graphic>
          <a:graphicData uri="http://schemas.openxmlformats.org/presentationml/2006/ole">
            <mc:AlternateContent xmlns:mc="http://schemas.openxmlformats.org/markup-compatibility/2006">
              <mc:Choice xmlns:v="urn:schemas-microsoft-com:vml" Requires="v">
                <p:oleObj spid="_x0000_s5" name="" r:id="rId12" imgW="354965" imgH="177800" progId="Equation.3">
                  <p:embed/>
                </p:oleObj>
              </mc:Choice>
              <mc:Fallback>
                <p:oleObj name="" r:id="rId12" imgW="354965" imgH="177800" progId="Equation.3">
                  <p:embed/>
                  <p:pic>
                    <p:nvPicPr>
                      <p:cNvPr id="0" name="Object 21"/>
                      <p:cNvPicPr/>
                      <p:nvPr/>
                    </p:nvPicPr>
                    <p:blipFill>
                      <a:blip r:embed="rId8"/>
                      <a:stretch>
                        <a:fillRect/>
                      </a:stretch>
                    </p:blipFill>
                    <p:spPr>
                      <a:xfrm>
                        <a:off x="6456363" y="2924175"/>
                        <a:ext cx="355600" cy="177800"/>
                      </a:xfrm>
                      <a:prstGeom prst="rect">
                        <a:avLst/>
                      </a:prstGeom>
                      <a:solidFill>
                        <a:schemeClr val="bg1"/>
                      </a:solidFill>
                      <a:ln w="38100">
                        <a:noFill/>
                        <a:miter/>
                      </a:ln>
                    </p:spPr>
                  </p:pic>
                </p:oleObj>
              </mc:Fallback>
            </mc:AlternateContent>
          </a:graphicData>
        </a:graphic>
      </p:graphicFrame>
      <p:sp>
        <p:nvSpPr>
          <p:cNvPr id="301078" name="Text Box 22"/>
          <p:cNvSpPr txBox="1"/>
          <p:nvPr/>
        </p:nvSpPr>
        <p:spPr>
          <a:xfrm>
            <a:off x="6435725" y="3146426"/>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自由</a:t>
            </a:r>
            <a:endParaRPr lang="zh-CN" altLang="en-US" dirty="0">
              <a:solidFill>
                <a:srgbClr val="FF3300"/>
              </a:solidFill>
              <a:latin typeface="Arial" panose="020B0604020202020204" pitchFamily="34" charset="0"/>
              <a:ea typeface="宋体" panose="02010600030101010101" pitchFamily="2" charset="-122"/>
            </a:endParaRPr>
          </a:p>
        </p:txBody>
      </p:sp>
      <p:sp>
        <p:nvSpPr>
          <p:cNvPr id="301079" name="Line 23"/>
          <p:cNvSpPr/>
          <p:nvPr/>
        </p:nvSpPr>
        <p:spPr>
          <a:xfrm>
            <a:off x="9623425" y="2349500"/>
            <a:ext cx="0" cy="503238"/>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80" name="Object 24"/>
          <p:cNvGraphicFramePr>
            <a:graphicFrameLocks noChangeAspect="1"/>
          </p:cNvGraphicFramePr>
          <p:nvPr/>
        </p:nvGraphicFramePr>
        <p:xfrm>
          <a:off x="9480550" y="2924175"/>
          <a:ext cx="330200" cy="177800"/>
        </p:xfrm>
        <a:graphic>
          <a:graphicData uri="http://schemas.openxmlformats.org/presentationml/2006/ole">
            <mc:AlternateContent xmlns:mc="http://schemas.openxmlformats.org/markup-compatibility/2006">
              <mc:Choice xmlns:v="urn:schemas-microsoft-com:vml" Requires="v">
                <p:oleObj spid="_x0000_s6" name="" r:id="rId13" imgW="330200" imgH="177800" progId="Equation.3">
                  <p:embed/>
                </p:oleObj>
              </mc:Choice>
              <mc:Fallback>
                <p:oleObj name="" r:id="rId13" imgW="330200" imgH="177800" progId="Equation.3">
                  <p:embed/>
                  <p:pic>
                    <p:nvPicPr>
                      <p:cNvPr id="0" name="Object 24"/>
                      <p:cNvPicPr/>
                      <p:nvPr/>
                    </p:nvPicPr>
                    <p:blipFill>
                      <a:blip r:embed="rId10"/>
                      <a:stretch>
                        <a:fillRect/>
                      </a:stretch>
                    </p:blipFill>
                    <p:spPr>
                      <a:xfrm>
                        <a:off x="9480550" y="2924175"/>
                        <a:ext cx="330200" cy="177800"/>
                      </a:xfrm>
                      <a:prstGeom prst="rect">
                        <a:avLst/>
                      </a:prstGeom>
                      <a:solidFill>
                        <a:schemeClr val="bg1"/>
                      </a:solidFill>
                      <a:ln w="38100">
                        <a:noFill/>
                        <a:miter/>
                      </a:ln>
                    </p:spPr>
                  </p:pic>
                </p:oleObj>
              </mc:Fallback>
            </mc:AlternateContent>
          </a:graphicData>
        </a:graphic>
      </p:graphicFrame>
      <p:sp>
        <p:nvSpPr>
          <p:cNvPr id="301081" name="Text Box 25"/>
          <p:cNvSpPr txBox="1"/>
          <p:nvPr/>
        </p:nvSpPr>
        <p:spPr>
          <a:xfrm>
            <a:off x="9315450" y="3146426"/>
            <a:ext cx="641350" cy="366713"/>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固定</a:t>
            </a:r>
            <a:endParaRPr lang="zh-CN" altLang="en-US" dirty="0">
              <a:solidFill>
                <a:srgbClr val="FF3300"/>
              </a:solidFill>
              <a:latin typeface="Arial" panose="020B0604020202020204" pitchFamily="34" charset="0"/>
              <a:ea typeface="宋体" panose="02010600030101010101" pitchFamily="2" charset="-122"/>
            </a:endParaRPr>
          </a:p>
        </p:txBody>
      </p:sp>
      <p:pic>
        <p:nvPicPr>
          <p:cNvPr id="301082" name="Picture 26"/>
          <p:cNvPicPr>
            <a:picLocks noChangeAspect="1"/>
          </p:cNvPicPr>
          <p:nvPr/>
        </p:nvPicPr>
        <p:blipFill>
          <a:blip r:embed="rId14"/>
          <a:stretch>
            <a:fillRect/>
          </a:stretch>
        </p:blipFill>
        <p:spPr>
          <a:xfrm>
            <a:off x="6600825" y="3716339"/>
            <a:ext cx="3240088" cy="2016125"/>
          </a:xfrm>
          <a:prstGeom prst="rect">
            <a:avLst/>
          </a:prstGeom>
          <a:noFill/>
          <a:ln w="9525">
            <a:noFill/>
          </a:ln>
        </p:spPr>
      </p:pic>
      <p:sp>
        <p:nvSpPr>
          <p:cNvPr id="301083" name="Line 27"/>
          <p:cNvSpPr/>
          <p:nvPr/>
        </p:nvSpPr>
        <p:spPr>
          <a:xfrm>
            <a:off x="6456363" y="6165850"/>
            <a:ext cx="4032250"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301084" name="Line 28"/>
          <p:cNvSpPr/>
          <p:nvPr/>
        </p:nvSpPr>
        <p:spPr>
          <a:xfrm>
            <a:off x="6888163" y="5589588"/>
            <a:ext cx="0" cy="576262"/>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85" name="Object 29"/>
          <p:cNvGraphicFramePr>
            <a:graphicFrameLocks noChangeAspect="1"/>
          </p:cNvGraphicFramePr>
          <p:nvPr/>
        </p:nvGraphicFramePr>
        <p:xfrm>
          <a:off x="6745288" y="6237288"/>
          <a:ext cx="355600" cy="177800"/>
        </p:xfrm>
        <a:graphic>
          <a:graphicData uri="http://schemas.openxmlformats.org/presentationml/2006/ole">
            <mc:AlternateContent xmlns:mc="http://schemas.openxmlformats.org/markup-compatibility/2006">
              <mc:Choice xmlns:v="urn:schemas-microsoft-com:vml" Requires="v">
                <p:oleObj spid="_x0000_s7" name="" r:id="rId15" imgW="354965" imgH="177800" progId="Equation.3">
                  <p:embed/>
                </p:oleObj>
              </mc:Choice>
              <mc:Fallback>
                <p:oleObj name="" r:id="rId15" imgW="354965" imgH="177800" progId="Equation.3">
                  <p:embed/>
                  <p:pic>
                    <p:nvPicPr>
                      <p:cNvPr id="0" name="Object 29"/>
                      <p:cNvPicPr/>
                      <p:nvPr/>
                    </p:nvPicPr>
                    <p:blipFill>
                      <a:blip r:embed="rId3"/>
                      <a:stretch>
                        <a:fillRect/>
                      </a:stretch>
                    </p:blipFill>
                    <p:spPr>
                      <a:xfrm>
                        <a:off x="6745288" y="6237288"/>
                        <a:ext cx="355600" cy="177800"/>
                      </a:xfrm>
                      <a:prstGeom prst="rect">
                        <a:avLst/>
                      </a:prstGeom>
                      <a:solidFill>
                        <a:schemeClr val="bg1"/>
                      </a:solidFill>
                      <a:ln w="38100">
                        <a:noFill/>
                        <a:miter/>
                      </a:ln>
                    </p:spPr>
                  </p:pic>
                </p:oleObj>
              </mc:Fallback>
            </mc:AlternateContent>
          </a:graphicData>
        </a:graphic>
      </p:graphicFrame>
      <p:sp>
        <p:nvSpPr>
          <p:cNvPr id="301086" name="Text Box 30"/>
          <p:cNvSpPr txBox="1"/>
          <p:nvPr/>
        </p:nvSpPr>
        <p:spPr>
          <a:xfrm>
            <a:off x="6508750" y="6459538"/>
            <a:ext cx="641350" cy="366712"/>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固定</a:t>
            </a:r>
            <a:endParaRPr lang="zh-CN" altLang="en-US" dirty="0">
              <a:solidFill>
                <a:srgbClr val="FF3300"/>
              </a:solidFill>
              <a:latin typeface="Arial" panose="020B0604020202020204" pitchFamily="34" charset="0"/>
              <a:ea typeface="宋体" panose="02010600030101010101" pitchFamily="2" charset="-122"/>
            </a:endParaRPr>
          </a:p>
        </p:txBody>
      </p:sp>
      <p:sp>
        <p:nvSpPr>
          <p:cNvPr id="301087" name="Line 31"/>
          <p:cNvSpPr/>
          <p:nvPr/>
        </p:nvSpPr>
        <p:spPr>
          <a:xfrm>
            <a:off x="9696450" y="5662614"/>
            <a:ext cx="0" cy="503237"/>
          </a:xfrm>
          <a:prstGeom prst="line">
            <a:avLst/>
          </a:prstGeom>
          <a:ln w="9525" cap="rnd" cmpd="sng">
            <a:solidFill>
              <a:schemeClr val="tx1"/>
            </a:solidFill>
            <a:prstDash val="sysDot"/>
            <a:round/>
            <a:headEnd type="none" w="med" len="med"/>
            <a:tailEnd type="none" w="med" len="med"/>
          </a:ln>
        </p:spPr>
        <p:txBody>
          <a:bodyPr/>
          <a:lstStyle/>
          <a:p>
            <a:endParaRPr lang="zh-CN" altLang="en-US"/>
          </a:p>
        </p:txBody>
      </p:sp>
      <p:graphicFrame>
        <p:nvGraphicFramePr>
          <p:cNvPr id="301088" name="Object 32"/>
          <p:cNvGraphicFramePr>
            <a:graphicFrameLocks noChangeAspect="1"/>
          </p:cNvGraphicFramePr>
          <p:nvPr/>
        </p:nvGraphicFramePr>
        <p:xfrm>
          <a:off x="9553575" y="6237288"/>
          <a:ext cx="330200" cy="177800"/>
        </p:xfrm>
        <a:graphic>
          <a:graphicData uri="http://schemas.openxmlformats.org/presentationml/2006/ole">
            <mc:AlternateContent xmlns:mc="http://schemas.openxmlformats.org/markup-compatibility/2006">
              <mc:Choice xmlns:v="urn:schemas-microsoft-com:vml" Requires="v">
                <p:oleObj spid="_x0000_s8" name="" r:id="rId16" imgW="330200" imgH="177800" progId="Equation.3">
                  <p:embed/>
                </p:oleObj>
              </mc:Choice>
              <mc:Fallback>
                <p:oleObj name="" r:id="rId16" imgW="330200" imgH="177800" progId="Equation.3">
                  <p:embed/>
                  <p:pic>
                    <p:nvPicPr>
                      <p:cNvPr id="0" name="Object 32"/>
                      <p:cNvPicPr/>
                      <p:nvPr/>
                    </p:nvPicPr>
                    <p:blipFill>
                      <a:blip r:embed="rId5"/>
                      <a:stretch>
                        <a:fillRect/>
                      </a:stretch>
                    </p:blipFill>
                    <p:spPr>
                      <a:xfrm>
                        <a:off x="9553575" y="6237288"/>
                        <a:ext cx="330200" cy="177800"/>
                      </a:xfrm>
                      <a:prstGeom prst="rect">
                        <a:avLst/>
                      </a:prstGeom>
                      <a:solidFill>
                        <a:schemeClr val="bg1"/>
                      </a:solidFill>
                      <a:ln w="38100">
                        <a:noFill/>
                        <a:miter/>
                      </a:ln>
                    </p:spPr>
                  </p:pic>
                </p:oleObj>
              </mc:Fallback>
            </mc:AlternateContent>
          </a:graphicData>
        </a:graphic>
      </p:graphicFrame>
      <p:sp>
        <p:nvSpPr>
          <p:cNvPr id="301089" name="Text Box 33"/>
          <p:cNvSpPr txBox="1"/>
          <p:nvPr/>
        </p:nvSpPr>
        <p:spPr>
          <a:xfrm>
            <a:off x="9388475" y="6459538"/>
            <a:ext cx="641350" cy="366712"/>
          </a:xfrm>
          <a:prstGeom prst="rect">
            <a:avLst/>
          </a:prstGeom>
          <a:noFill/>
          <a:ln w="9525">
            <a:noFill/>
          </a:ln>
        </p:spPr>
        <p:txBody>
          <a:bodyPr wrap="none" anchor="t" anchorCtr="0">
            <a:spAutoFit/>
          </a:bodyPr>
          <a:lstStyle/>
          <a:p>
            <a:r>
              <a:rPr lang="zh-CN" altLang="en-US" dirty="0">
                <a:solidFill>
                  <a:srgbClr val="FF3300"/>
                </a:solidFill>
                <a:latin typeface="Arial" panose="020B0604020202020204" pitchFamily="34" charset="0"/>
                <a:ea typeface="宋体" panose="02010600030101010101" pitchFamily="2" charset="-122"/>
              </a:rPr>
              <a:t>固定</a:t>
            </a:r>
            <a:endParaRPr lang="zh-CN" altLang="en-US" dirty="0">
              <a:solidFill>
                <a:srgbClr val="FF3300"/>
              </a:solidFill>
              <a:latin typeface="Arial" panose="020B0604020202020204" pitchFamily="34" charset="0"/>
              <a:ea typeface="宋体" panose="02010600030101010101" pitchFamily="2" charset="-122"/>
            </a:endParaRPr>
          </a:p>
        </p:txBody>
      </p:sp>
      <p:sp>
        <p:nvSpPr>
          <p:cNvPr id="301090" name="Text Box 34"/>
          <p:cNvSpPr txBox="1"/>
          <p:nvPr/>
        </p:nvSpPr>
        <p:spPr>
          <a:xfrm>
            <a:off x="1774826" y="186859"/>
            <a:ext cx="4089581" cy="523220"/>
          </a:xfrm>
          <a:prstGeom prst="rect">
            <a:avLst/>
          </a:prstGeom>
          <a:noFill/>
          <a:ln w="9525">
            <a:noFill/>
          </a:ln>
        </p:spPr>
        <p:txBody>
          <a:bodyPr wrap="none" anchor="ctr" anchorCtr="0">
            <a:spAutoFit/>
          </a:bodyPr>
          <a:lstStyle/>
          <a:p>
            <a:r>
              <a:rPr lang="zh-CN" altLang="en-US" sz="2800" b="1" dirty="0">
                <a:solidFill>
                  <a:schemeClr val="tx2"/>
                </a:solidFill>
                <a:latin typeface="Arial" panose="020B0604020202020204" pitchFamily="34" charset="0"/>
                <a:ea typeface="黑体" panose="02010609060101010101" pitchFamily="49" charset="-122"/>
              </a:rPr>
              <a:t>七</a:t>
            </a:r>
            <a:r>
              <a:rPr lang="en-US" altLang="zh-CN" sz="2800" b="1" dirty="0">
                <a:solidFill>
                  <a:schemeClr val="tx2"/>
                </a:solidFill>
                <a:latin typeface="Arial" panose="020B0604020202020204" pitchFamily="34" charset="0"/>
                <a:ea typeface="黑体" panose="02010609060101010101" pitchFamily="49" charset="-122"/>
              </a:rPr>
              <a:t>.  </a:t>
            </a:r>
            <a:r>
              <a:rPr lang="zh-CN" altLang="en-US" sz="2800" b="1" dirty="0">
                <a:solidFill>
                  <a:schemeClr val="tx2"/>
                </a:solidFill>
                <a:latin typeface="Arial" panose="020B0604020202020204" pitchFamily="34" charset="0"/>
                <a:ea typeface="黑体" panose="02010609060101010101" pitchFamily="49" charset="-122"/>
              </a:rPr>
              <a:t>边界条件决定的驻波</a:t>
            </a:r>
            <a:endParaRPr lang="zh-CN" altLang="en-US" sz="2800" b="1" dirty="0">
              <a:solidFill>
                <a:schemeClr val="tx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1090"/>
                                        </p:tgtEl>
                                        <p:attrNameLst>
                                          <p:attrName>style.visibility</p:attrName>
                                        </p:attrNameLst>
                                      </p:cBhvr>
                                      <p:to>
                                        <p:strVal val="visible"/>
                                      </p:to>
                                    </p:set>
                                    <p:anim calcmode="lin" valueType="num">
                                      <p:cBhvr additive="base">
                                        <p:cTn id="7" dur="500" fill="hold"/>
                                        <p:tgtEl>
                                          <p:spTgt spid="301090"/>
                                        </p:tgtEl>
                                        <p:attrNameLst>
                                          <p:attrName>ppt_x</p:attrName>
                                        </p:attrNameLst>
                                      </p:cBhvr>
                                      <p:tavLst>
                                        <p:tav tm="0">
                                          <p:val>
                                            <p:strVal val="#ppt_x"/>
                                          </p:val>
                                        </p:tav>
                                        <p:tav tm="100000">
                                          <p:val>
                                            <p:strVal val="#ppt_x"/>
                                          </p:val>
                                        </p:tav>
                                      </p:tavLst>
                                    </p:anim>
                                    <p:anim calcmode="lin" valueType="num">
                                      <p:cBhvr additive="base">
                                        <p:cTn id="8" dur="500" fill="hold"/>
                                        <p:tgtEl>
                                          <p:spTgt spid="3010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01066"/>
                                        </p:tgtEl>
                                        <p:attrNameLst>
                                          <p:attrName>style.visibility</p:attrName>
                                        </p:attrNameLst>
                                      </p:cBhvr>
                                      <p:to>
                                        <p:strVal val="visible"/>
                                      </p:to>
                                    </p:set>
                                    <p:animEffect transition="in" filter="blinds(horizontal)">
                                      <p:cBhvr>
                                        <p:cTn id="13" dur="500"/>
                                        <p:tgtEl>
                                          <p:spTgt spid="301066"/>
                                        </p:tgtEl>
                                      </p:cBhvr>
                                    </p:animEffect>
                                  </p:childTnLst>
                                </p:cTn>
                              </p:par>
                              <p:par>
                                <p:cTn id="14" presetID="3" presetClass="entr" presetSubtype="10" fill="hold" nodeType="withEffect">
                                  <p:stCondLst>
                                    <p:cond delay="0"/>
                                  </p:stCondLst>
                                  <p:childTnLst>
                                    <p:set>
                                      <p:cBhvr>
                                        <p:cTn id="15" dur="1" fill="hold">
                                          <p:stCondLst>
                                            <p:cond delay="0"/>
                                          </p:stCondLst>
                                        </p:cTn>
                                        <p:tgtEl>
                                          <p:spTgt spid="301067"/>
                                        </p:tgtEl>
                                        <p:attrNameLst>
                                          <p:attrName>style.visibility</p:attrName>
                                        </p:attrNameLst>
                                      </p:cBhvr>
                                      <p:to>
                                        <p:strVal val="visible"/>
                                      </p:to>
                                    </p:set>
                                    <p:animEffect transition="in" filter="blinds(horizontal)">
                                      <p:cBhvr>
                                        <p:cTn id="16" dur="500"/>
                                        <p:tgtEl>
                                          <p:spTgt spid="301067"/>
                                        </p:tgtEl>
                                      </p:cBhvr>
                                    </p:animEffect>
                                  </p:childTnLst>
                                </p:cTn>
                              </p:par>
                              <p:par>
                                <p:cTn id="17" presetID="3" presetClass="entr" presetSubtype="10" fill="hold" nodeType="withEffect">
                                  <p:stCondLst>
                                    <p:cond delay="0"/>
                                  </p:stCondLst>
                                  <p:childTnLst>
                                    <p:set>
                                      <p:cBhvr>
                                        <p:cTn id="18" dur="1" fill="hold">
                                          <p:stCondLst>
                                            <p:cond delay="0"/>
                                          </p:stCondLst>
                                        </p:cTn>
                                        <p:tgtEl>
                                          <p:spTgt spid="301068"/>
                                        </p:tgtEl>
                                        <p:attrNameLst>
                                          <p:attrName>style.visibility</p:attrName>
                                        </p:attrNameLst>
                                      </p:cBhvr>
                                      <p:to>
                                        <p:strVal val="visible"/>
                                      </p:to>
                                    </p:set>
                                    <p:animEffect transition="in" filter="blinds(horizontal)">
                                      <p:cBhvr>
                                        <p:cTn id="19" dur="500"/>
                                        <p:tgtEl>
                                          <p:spTgt spid="301068"/>
                                        </p:tgtEl>
                                      </p:cBhvr>
                                    </p:animEffect>
                                  </p:childTnLst>
                                </p:cTn>
                              </p:par>
                              <p:par>
                                <p:cTn id="20" presetID="3" presetClass="entr" presetSubtype="10" fill="hold" nodeType="withEffect">
                                  <p:stCondLst>
                                    <p:cond delay="0"/>
                                  </p:stCondLst>
                                  <p:childTnLst>
                                    <p:set>
                                      <p:cBhvr>
                                        <p:cTn id="21" dur="1" fill="hold">
                                          <p:stCondLst>
                                            <p:cond delay="0"/>
                                          </p:stCondLst>
                                        </p:cTn>
                                        <p:tgtEl>
                                          <p:spTgt spid="301069"/>
                                        </p:tgtEl>
                                        <p:attrNameLst>
                                          <p:attrName>style.visibility</p:attrName>
                                        </p:attrNameLst>
                                      </p:cBhvr>
                                      <p:to>
                                        <p:strVal val="visible"/>
                                      </p:to>
                                    </p:set>
                                    <p:animEffect transition="in" filter="blinds(horizontal)">
                                      <p:cBhvr>
                                        <p:cTn id="22" dur="500"/>
                                        <p:tgtEl>
                                          <p:spTgt spid="30106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01070"/>
                                        </p:tgtEl>
                                        <p:attrNameLst>
                                          <p:attrName>style.visibility</p:attrName>
                                        </p:attrNameLst>
                                      </p:cBhvr>
                                      <p:to>
                                        <p:strVal val="visible"/>
                                      </p:to>
                                    </p:set>
                                    <p:animEffect transition="in" filter="blinds(horizontal)">
                                      <p:cBhvr>
                                        <p:cTn id="25" dur="500"/>
                                        <p:tgtEl>
                                          <p:spTgt spid="301070"/>
                                        </p:tgtEl>
                                      </p:cBhvr>
                                    </p:animEffect>
                                  </p:childTnLst>
                                </p:cTn>
                              </p:par>
                              <p:par>
                                <p:cTn id="26" presetID="3" presetClass="entr" presetSubtype="10" fill="hold" nodeType="withEffect">
                                  <p:stCondLst>
                                    <p:cond delay="0"/>
                                  </p:stCondLst>
                                  <p:childTnLst>
                                    <p:set>
                                      <p:cBhvr>
                                        <p:cTn id="27" dur="1" fill="hold">
                                          <p:stCondLst>
                                            <p:cond delay="0"/>
                                          </p:stCondLst>
                                        </p:cTn>
                                        <p:tgtEl>
                                          <p:spTgt spid="301071"/>
                                        </p:tgtEl>
                                        <p:attrNameLst>
                                          <p:attrName>style.visibility</p:attrName>
                                        </p:attrNameLst>
                                      </p:cBhvr>
                                      <p:to>
                                        <p:strVal val="visible"/>
                                      </p:to>
                                    </p:set>
                                    <p:animEffect transition="in" filter="blinds(horizontal)">
                                      <p:cBhvr>
                                        <p:cTn id="28" dur="500"/>
                                        <p:tgtEl>
                                          <p:spTgt spid="301071"/>
                                        </p:tgtEl>
                                      </p:cBhvr>
                                    </p:animEffect>
                                  </p:childTnLst>
                                </p:cTn>
                              </p:par>
                              <p:par>
                                <p:cTn id="29" presetID="3" presetClass="entr" presetSubtype="10" fill="hold" nodeType="withEffect">
                                  <p:stCondLst>
                                    <p:cond delay="0"/>
                                  </p:stCondLst>
                                  <p:childTnLst>
                                    <p:set>
                                      <p:cBhvr>
                                        <p:cTn id="30" dur="1" fill="hold">
                                          <p:stCondLst>
                                            <p:cond delay="0"/>
                                          </p:stCondLst>
                                        </p:cTn>
                                        <p:tgtEl>
                                          <p:spTgt spid="301072"/>
                                        </p:tgtEl>
                                        <p:attrNameLst>
                                          <p:attrName>style.visibility</p:attrName>
                                        </p:attrNameLst>
                                      </p:cBhvr>
                                      <p:to>
                                        <p:strVal val="visible"/>
                                      </p:to>
                                    </p:set>
                                    <p:animEffect transition="in" filter="blinds(horizontal)">
                                      <p:cBhvr>
                                        <p:cTn id="31" dur="500"/>
                                        <p:tgtEl>
                                          <p:spTgt spid="30107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01073"/>
                                        </p:tgtEl>
                                        <p:attrNameLst>
                                          <p:attrName>style.visibility</p:attrName>
                                        </p:attrNameLst>
                                      </p:cBhvr>
                                      <p:to>
                                        <p:strVal val="visible"/>
                                      </p:to>
                                    </p:set>
                                    <p:animEffect transition="in" filter="blinds(horizontal)">
                                      <p:cBhvr>
                                        <p:cTn id="34" dur="500"/>
                                        <p:tgtEl>
                                          <p:spTgt spid="30107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01082"/>
                                        </p:tgtEl>
                                        <p:attrNameLst>
                                          <p:attrName>style.visibility</p:attrName>
                                        </p:attrNameLst>
                                      </p:cBhvr>
                                      <p:to>
                                        <p:strVal val="visible"/>
                                      </p:to>
                                    </p:set>
                                    <p:animEffect transition="in" filter="blinds(horizontal)">
                                      <p:cBhvr>
                                        <p:cTn id="39" dur="500"/>
                                        <p:tgtEl>
                                          <p:spTgt spid="301082"/>
                                        </p:tgtEl>
                                      </p:cBhvr>
                                    </p:animEffect>
                                  </p:childTnLst>
                                </p:cTn>
                              </p:par>
                              <p:par>
                                <p:cTn id="40" presetID="3" presetClass="entr" presetSubtype="10" fill="hold" nodeType="withEffect">
                                  <p:stCondLst>
                                    <p:cond delay="0"/>
                                  </p:stCondLst>
                                  <p:childTnLst>
                                    <p:set>
                                      <p:cBhvr>
                                        <p:cTn id="41" dur="1" fill="hold">
                                          <p:stCondLst>
                                            <p:cond delay="0"/>
                                          </p:stCondLst>
                                        </p:cTn>
                                        <p:tgtEl>
                                          <p:spTgt spid="301083"/>
                                        </p:tgtEl>
                                        <p:attrNameLst>
                                          <p:attrName>style.visibility</p:attrName>
                                        </p:attrNameLst>
                                      </p:cBhvr>
                                      <p:to>
                                        <p:strVal val="visible"/>
                                      </p:to>
                                    </p:set>
                                    <p:animEffect transition="in" filter="blinds(horizontal)">
                                      <p:cBhvr>
                                        <p:cTn id="42" dur="500"/>
                                        <p:tgtEl>
                                          <p:spTgt spid="301083"/>
                                        </p:tgtEl>
                                      </p:cBhvr>
                                    </p:animEffect>
                                  </p:childTnLst>
                                </p:cTn>
                              </p:par>
                              <p:par>
                                <p:cTn id="43" presetID="3" presetClass="entr" presetSubtype="10" fill="hold" nodeType="withEffect">
                                  <p:stCondLst>
                                    <p:cond delay="0"/>
                                  </p:stCondLst>
                                  <p:childTnLst>
                                    <p:set>
                                      <p:cBhvr>
                                        <p:cTn id="44" dur="1" fill="hold">
                                          <p:stCondLst>
                                            <p:cond delay="0"/>
                                          </p:stCondLst>
                                        </p:cTn>
                                        <p:tgtEl>
                                          <p:spTgt spid="301084"/>
                                        </p:tgtEl>
                                        <p:attrNameLst>
                                          <p:attrName>style.visibility</p:attrName>
                                        </p:attrNameLst>
                                      </p:cBhvr>
                                      <p:to>
                                        <p:strVal val="visible"/>
                                      </p:to>
                                    </p:set>
                                    <p:animEffect transition="in" filter="blinds(horizontal)">
                                      <p:cBhvr>
                                        <p:cTn id="45" dur="500"/>
                                        <p:tgtEl>
                                          <p:spTgt spid="301084"/>
                                        </p:tgtEl>
                                      </p:cBhvr>
                                    </p:animEffect>
                                  </p:childTnLst>
                                </p:cTn>
                              </p:par>
                              <p:par>
                                <p:cTn id="46" presetID="3" presetClass="entr" presetSubtype="10" fill="hold" nodeType="withEffect">
                                  <p:stCondLst>
                                    <p:cond delay="0"/>
                                  </p:stCondLst>
                                  <p:childTnLst>
                                    <p:set>
                                      <p:cBhvr>
                                        <p:cTn id="47" dur="1" fill="hold">
                                          <p:stCondLst>
                                            <p:cond delay="0"/>
                                          </p:stCondLst>
                                        </p:cTn>
                                        <p:tgtEl>
                                          <p:spTgt spid="301085"/>
                                        </p:tgtEl>
                                        <p:attrNameLst>
                                          <p:attrName>style.visibility</p:attrName>
                                        </p:attrNameLst>
                                      </p:cBhvr>
                                      <p:to>
                                        <p:strVal val="visible"/>
                                      </p:to>
                                    </p:set>
                                    <p:animEffect transition="in" filter="blinds(horizontal)">
                                      <p:cBhvr>
                                        <p:cTn id="48" dur="500"/>
                                        <p:tgtEl>
                                          <p:spTgt spid="30108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01086"/>
                                        </p:tgtEl>
                                        <p:attrNameLst>
                                          <p:attrName>style.visibility</p:attrName>
                                        </p:attrNameLst>
                                      </p:cBhvr>
                                      <p:to>
                                        <p:strVal val="visible"/>
                                      </p:to>
                                    </p:set>
                                    <p:animEffect transition="in" filter="blinds(horizontal)">
                                      <p:cBhvr>
                                        <p:cTn id="51" dur="500"/>
                                        <p:tgtEl>
                                          <p:spTgt spid="301086"/>
                                        </p:tgtEl>
                                      </p:cBhvr>
                                    </p:animEffect>
                                  </p:childTnLst>
                                </p:cTn>
                              </p:par>
                              <p:par>
                                <p:cTn id="52" presetID="3" presetClass="entr" presetSubtype="10" fill="hold" nodeType="withEffect">
                                  <p:stCondLst>
                                    <p:cond delay="0"/>
                                  </p:stCondLst>
                                  <p:childTnLst>
                                    <p:set>
                                      <p:cBhvr>
                                        <p:cTn id="53" dur="1" fill="hold">
                                          <p:stCondLst>
                                            <p:cond delay="0"/>
                                          </p:stCondLst>
                                        </p:cTn>
                                        <p:tgtEl>
                                          <p:spTgt spid="301087"/>
                                        </p:tgtEl>
                                        <p:attrNameLst>
                                          <p:attrName>style.visibility</p:attrName>
                                        </p:attrNameLst>
                                      </p:cBhvr>
                                      <p:to>
                                        <p:strVal val="visible"/>
                                      </p:to>
                                    </p:set>
                                    <p:animEffect transition="in" filter="blinds(horizontal)">
                                      <p:cBhvr>
                                        <p:cTn id="54" dur="500"/>
                                        <p:tgtEl>
                                          <p:spTgt spid="301087"/>
                                        </p:tgtEl>
                                      </p:cBhvr>
                                    </p:animEffect>
                                  </p:childTnLst>
                                </p:cTn>
                              </p:par>
                              <p:par>
                                <p:cTn id="55" presetID="3" presetClass="entr" presetSubtype="10" fill="hold" nodeType="withEffect">
                                  <p:stCondLst>
                                    <p:cond delay="0"/>
                                  </p:stCondLst>
                                  <p:childTnLst>
                                    <p:set>
                                      <p:cBhvr>
                                        <p:cTn id="56" dur="1" fill="hold">
                                          <p:stCondLst>
                                            <p:cond delay="0"/>
                                          </p:stCondLst>
                                        </p:cTn>
                                        <p:tgtEl>
                                          <p:spTgt spid="301088"/>
                                        </p:tgtEl>
                                        <p:attrNameLst>
                                          <p:attrName>style.visibility</p:attrName>
                                        </p:attrNameLst>
                                      </p:cBhvr>
                                      <p:to>
                                        <p:strVal val="visible"/>
                                      </p:to>
                                    </p:set>
                                    <p:animEffect transition="in" filter="blinds(horizontal)">
                                      <p:cBhvr>
                                        <p:cTn id="57" dur="500"/>
                                        <p:tgtEl>
                                          <p:spTgt spid="301088"/>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301089"/>
                                        </p:tgtEl>
                                        <p:attrNameLst>
                                          <p:attrName>style.visibility</p:attrName>
                                        </p:attrNameLst>
                                      </p:cBhvr>
                                      <p:to>
                                        <p:strVal val="visible"/>
                                      </p:to>
                                    </p:set>
                                    <p:animEffect transition="in" filter="blinds(horizontal)">
                                      <p:cBhvr>
                                        <p:cTn id="60" dur="500"/>
                                        <p:tgtEl>
                                          <p:spTgt spid="30108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01074"/>
                                        </p:tgtEl>
                                        <p:attrNameLst>
                                          <p:attrName>style.visibility</p:attrName>
                                        </p:attrNameLst>
                                      </p:cBhvr>
                                      <p:to>
                                        <p:strVal val="visible"/>
                                      </p:to>
                                    </p:set>
                                    <p:animEffect transition="in" filter="blinds(horizontal)">
                                      <p:cBhvr>
                                        <p:cTn id="65" dur="500"/>
                                        <p:tgtEl>
                                          <p:spTgt spid="301074"/>
                                        </p:tgtEl>
                                      </p:cBhvr>
                                    </p:animEffect>
                                  </p:childTnLst>
                                </p:cTn>
                              </p:par>
                              <p:par>
                                <p:cTn id="66" presetID="3" presetClass="entr" presetSubtype="10" fill="hold" nodeType="withEffect">
                                  <p:stCondLst>
                                    <p:cond delay="0"/>
                                  </p:stCondLst>
                                  <p:childTnLst>
                                    <p:set>
                                      <p:cBhvr>
                                        <p:cTn id="67" dur="1" fill="hold">
                                          <p:stCondLst>
                                            <p:cond delay="0"/>
                                          </p:stCondLst>
                                        </p:cTn>
                                        <p:tgtEl>
                                          <p:spTgt spid="301075"/>
                                        </p:tgtEl>
                                        <p:attrNameLst>
                                          <p:attrName>style.visibility</p:attrName>
                                        </p:attrNameLst>
                                      </p:cBhvr>
                                      <p:to>
                                        <p:strVal val="visible"/>
                                      </p:to>
                                    </p:set>
                                    <p:animEffect transition="in" filter="blinds(horizontal)">
                                      <p:cBhvr>
                                        <p:cTn id="68" dur="500"/>
                                        <p:tgtEl>
                                          <p:spTgt spid="301075"/>
                                        </p:tgtEl>
                                      </p:cBhvr>
                                    </p:animEffect>
                                  </p:childTnLst>
                                </p:cTn>
                              </p:par>
                              <p:par>
                                <p:cTn id="69" presetID="3" presetClass="entr" presetSubtype="10" fill="hold" nodeType="withEffect">
                                  <p:stCondLst>
                                    <p:cond delay="0"/>
                                  </p:stCondLst>
                                  <p:childTnLst>
                                    <p:set>
                                      <p:cBhvr>
                                        <p:cTn id="70" dur="1" fill="hold">
                                          <p:stCondLst>
                                            <p:cond delay="0"/>
                                          </p:stCondLst>
                                        </p:cTn>
                                        <p:tgtEl>
                                          <p:spTgt spid="301076"/>
                                        </p:tgtEl>
                                        <p:attrNameLst>
                                          <p:attrName>style.visibility</p:attrName>
                                        </p:attrNameLst>
                                      </p:cBhvr>
                                      <p:to>
                                        <p:strVal val="visible"/>
                                      </p:to>
                                    </p:set>
                                    <p:animEffect transition="in" filter="blinds(horizontal)">
                                      <p:cBhvr>
                                        <p:cTn id="71" dur="500"/>
                                        <p:tgtEl>
                                          <p:spTgt spid="301076"/>
                                        </p:tgtEl>
                                      </p:cBhvr>
                                    </p:animEffect>
                                  </p:childTnLst>
                                </p:cTn>
                              </p:par>
                              <p:par>
                                <p:cTn id="72" presetID="3" presetClass="entr" presetSubtype="10" fill="hold" nodeType="withEffect">
                                  <p:stCondLst>
                                    <p:cond delay="0"/>
                                  </p:stCondLst>
                                  <p:childTnLst>
                                    <p:set>
                                      <p:cBhvr>
                                        <p:cTn id="73" dur="1" fill="hold">
                                          <p:stCondLst>
                                            <p:cond delay="0"/>
                                          </p:stCondLst>
                                        </p:cTn>
                                        <p:tgtEl>
                                          <p:spTgt spid="301077"/>
                                        </p:tgtEl>
                                        <p:attrNameLst>
                                          <p:attrName>style.visibility</p:attrName>
                                        </p:attrNameLst>
                                      </p:cBhvr>
                                      <p:to>
                                        <p:strVal val="visible"/>
                                      </p:to>
                                    </p:set>
                                    <p:animEffect transition="in" filter="blinds(horizontal)">
                                      <p:cBhvr>
                                        <p:cTn id="74" dur="500"/>
                                        <p:tgtEl>
                                          <p:spTgt spid="301077"/>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301078"/>
                                        </p:tgtEl>
                                        <p:attrNameLst>
                                          <p:attrName>style.visibility</p:attrName>
                                        </p:attrNameLst>
                                      </p:cBhvr>
                                      <p:to>
                                        <p:strVal val="visible"/>
                                      </p:to>
                                    </p:set>
                                    <p:animEffect transition="in" filter="blinds(horizontal)">
                                      <p:cBhvr>
                                        <p:cTn id="77" dur="500"/>
                                        <p:tgtEl>
                                          <p:spTgt spid="301078"/>
                                        </p:tgtEl>
                                      </p:cBhvr>
                                    </p:animEffect>
                                  </p:childTnLst>
                                </p:cTn>
                              </p:par>
                              <p:par>
                                <p:cTn id="78" presetID="3" presetClass="entr" presetSubtype="10" fill="hold" nodeType="withEffect">
                                  <p:stCondLst>
                                    <p:cond delay="0"/>
                                  </p:stCondLst>
                                  <p:childTnLst>
                                    <p:set>
                                      <p:cBhvr>
                                        <p:cTn id="79" dur="1" fill="hold">
                                          <p:stCondLst>
                                            <p:cond delay="0"/>
                                          </p:stCondLst>
                                        </p:cTn>
                                        <p:tgtEl>
                                          <p:spTgt spid="301079"/>
                                        </p:tgtEl>
                                        <p:attrNameLst>
                                          <p:attrName>style.visibility</p:attrName>
                                        </p:attrNameLst>
                                      </p:cBhvr>
                                      <p:to>
                                        <p:strVal val="visible"/>
                                      </p:to>
                                    </p:set>
                                    <p:animEffect transition="in" filter="blinds(horizontal)">
                                      <p:cBhvr>
                                        <p:cTn id="80" dur="500"/>
                                        <p:tgtEl>
                                          <p:spTgt spid="301079"/>
                                        </p:tgtEl>
                                      </p:cBhvr>
                                    </p:animEffect>
                                  </p:childTnLst>
                                </p:cTn>
                              </p:par>
                              <p:par>
                                <p:cTn id="81" presetID="3" presetClass="entr" presetSubtype="10" fill="hold" nodeType="withEffect">
                                  <p:stCondLst>
                                    <p:cond delay="0"/>
                                  </p:stCondLst>
                                  <p:childTnLst>
                                    <p:set>
                                      <p:cBhvr>
                                        <p:cTn id="82" dur="1" fill="hold">
                                          <p:stCondLst>
                                            <p:cond delay="0"/>
                                          </p:stCondLst>
                                        </p:cTn>
                                        <p:tgtEl>
                                          <p:spTgt spid="301080"/>
                                        </p:tgtEl>
                                        <p:attrNameLst>
                                          <p:attrName>style.visibility</p:attrName>
                                        </p:attrNameLst>
                                      </p:cBhvr>
                                      <p:to>
                                        <p:strVal val="visible"/>
                                      </p:to>
                                    </p:set>
                                    <p:animEffect transition="in" filter="blinds(horizontal)">
                                      <p:cBhvr>
                                        <p:cTn id="83" dur="500"/>
                                        <p:tgtEl>
                                          <p:spTgt spid="301080"/>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301081"/>
                                        </p:tgtEl>
                                        <p:attrNameLst>
                                          <p:attrName>style.visibility</p:attrName>
                                        </p:attrNameLst>
                                      </p:cBhvr>
                                      <p:to>
                                        <p:strVal val="visible"/>
                                      </p:to>
                                    </p:set>
                                    <p:animEffect transition="in" filter="blinds(horizontal)">
                                      <p:cBhvr>
                                        <p:cTn id="86" dur="500"/>
                                        <p:tgtEl>
                                          <p:spTgt spid="301081"/>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301058"/>
                                        </p:tgtEl>
                                        <p:attrNameLst>
                                          <p:attrName>style.visibility</p:attrName>
                                        </p:attrNameLst>
                                      </p:cBhvr>
                                      <p:to>
                                        <p:strVal val="visible"/>
                                      </p:to>
                                    </p:set>
                                    <p:animEffect transition="in" filter="blinds(horizontal)">
                                      <p:cBhvr>
                                        <p:cTn id="91" dur="500"/>
                                        <p:tgtEl>
                                          <p:spTgt spid="301058"/>
                                        </p:tgtEl>
                                      </p:cBhvr>
                                    </p:animEffect>
                                  </p:childTnLst>
                                </p:cTn>
                              </p:par>
                              <p:par>
                                <p:cTn id="92" presetID="3" presetClass="entr" presetSubtype="10" fill="hold" nodeType="withEffect">
                                  <p:stCondLst>
                                    <p:cond delay="0"/>
                                  </p:stCondLst>
                                  <p:childTnLst>
                                    <p:set>
                                      <p:cBhvr>
                                        <p:cTn id="93" dur="1" fill="hold">
                                          <p:stCondLst>
                                            <p:cond delay="0"/>
                                          </p:stCondLst>
                                        </p:cTn>
                                        <p:tgtEl>
                                          <p:spTgt spid="301059"/>
                                        </p:tgtEl>
                                        <p:attrNameLst>
                                          <p:attrName>style.visibility</p:attrName>
                                        </p:attrNameLst>
                                      </p:cBhvr>
                                      <p:to>
                                        <p:strVal val="visible"/>
                                      </p:to>
                                    </p:set>
                                    <p:animEffect transition="in" filter="blinds(horizontal)">
                                      <p:cBhvr>
                                        <p:cTn id="94" dur="500"/>
                                        <p:tgtEl>
                                          <p:spTgt spid="301059"/>
                                        </p:tgtEl>
                                      </p:cBhvr>
                                    </p:animEffect>
                                  </p:childTnLst>
                                </p:cTn>
                              </p:par>
                              <p:par>
                                <p:cTn id="95" presetID="3" presetClass="entr" presetSubtype="10" fill="hold" nodeType="withEffect">
                                  <p:stCondLst>
                                    <p:cond delay="0"/>
                                  </p:stCondLst>
                                  <p:childTnLst>
                                    <p:set>
                                      <p:cBhvr>
                                        <p:cTn id="96" dur="1" fill="hold">
                                          <p:stCondLst>
                                            <p:cond delay="0"/>
                                          </p:stCondLst>
                                        </p:cTn>
                                        <p:tgtEl>
                                          <p:spTgt spid="301060"/>
                                        </p:tgtEl>
                                        <p:attrNameLst>
                                          <p:attrName>style.visibility</p:attrName>
                                        </p:attrNameLst>
                                      </p:cBhvr>
                                      <p:to>
                                        <p:strVal val="visible"/>
                                      </p:to>
                                    </p:set>
                                    <p:animEffect transition="in" filter="blinds(horizontal)">
                                      <p:cBhvr>
                                        <p:cTn id="97" dur="500"/>
                                        <p:tgtEl>
                                          <p:spTgt spid="301060"/>
                                        </p:tgtEl>
                                      </p:cBhvr>
                                    </p:animEffect>
                                  </p:childTnLst>
                                </p:cTn>
                              </p:par>
                              <p:par>
                                <p:cTn id="98" presetID="3" presetClass="entr" presetSubtype="10" fill="hold" nodeType="withEffect">
                                  <p:stCondLst>
                                    <p:cond delay="0"/>
                                  </p:stCondLst>
                                  <p:childTnLst>
                                    <p:set>
                                      <p:cBhvr>
                                        <p:cTn id="99" dur="1" fill="hold">
                                          <p:stCondLst>
                                            <p:cond delay="0"/>
                                          </p:stCondLst>
                                        </p:cTn>
                                        <p:tgtEl>
                                          <p:spTgt spid="301061"/>
                                        </p:tgtEl>
                                        <p:attrNameLst>
                                          <p:attrName>style.visibility</p:attrName>
                                        </p:attrNameLst>
                                      </p:cBhvr>
                                      <p:to>
                                        <p:strVal val="visible"/>
                                      </p:to>
                                    </p:set>
                                    <p:animEffect transition="in" filter="blinds(horizontal)">
                                      <p:cBhvr>
                                        <p:cTn id="100" dur="500"/>
                                        <p:tgtEl>
                                          <p:spTgt spid="301061"/>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301062"/>
                                        </p:tgtEl>
                                        <p:attrNameLst>
                                          <p:attrName>style.visibility</p:attrName>
                                        </p:attrNameLst>
                                      </p:cBhvr>
                                      <p:to>
                                        <p:strVal val="visible"/>
                                      </p:to>
                                    </p:set>
                                    <p:animEffect transition="in" filter="blinds(horizontal)">
                                      <p:cBhvr>
                                        <p:cTn id="103" dur="500"/>
                                        <p:tgtEl>
                                          <p:spTgt spid="301062"/>
                                        </p:tgtEl>
                                      </p:cBhvr>
                                    </p:animEffect>
                                  </p:childTnLst>
                                </p:cTn>
                              </p:par>
                              <p:par>
                                <p:cTn id="104" presetID="3" presetClass="entr" presetSubtype="10" fill="hold" nodeType="withEffect">
                                  <p:stCondLst>
                                    <p:cond delay="0"/>
                                  </p:stCondLst>
                                  <p:childTnLst>
                                    <p:set>
                                      <p:cBhvr>
                                        <p:cTn id="105" dur="1" fill="hold">
                                          <p:stCondLst>
                                            <p:cond delay="0"/>
                                          </p:stCondLst>
                                        </p:cTn>
                                        <p:tgtEl>
                                          <p:spTgt spid="301063"/>
                                        </p:tgtEl>
                                        <p:attrNameLst>
                                          <p:attrName>style.visibility</p:attrName>
                                        </p:attrNameLst>
                                      </p:cBhvr>
                                      <p:to>
                                        <p:strVal val="visible"/>
                                      </p:to>
                                    </p:set>
                                    <p:animEffect transition="in" filter="blinds(horizontal)">
                                      <p:cBhvr>
                                        <p:cTn id="106" dur="500"/>
                                        <p:tgtEl>
                                          <p:spTgt spid="301063"/>
                                        </p:tgtEl>
                                      </p:cBhvr>
                                    </p:animEffect>
                                  </p:childTnLst>
                                </p:cTn>
                              </p:par>
                              <p:par>
                                <p:cTn id="107" presetID="3" presetClass="entr" presetSubtype="10" fill="hold" nodeType="withEffect">
                                  <p:stCondLst>
                                    <p:cond delay="0"/>
                                  </p:stCondLst>
                                  <p:childTnLst>
                                    <p:set>
                                      <p:cBhvr>
                                        <p:cTn id="108" dur="1" fill="hold">
                                          <p:stCondLst>
                                            <p:cond delay="0"/>
                                          </p:stCondLst>
                                        </p:cTn>
                                        <p:tgtEl>
                                          <p:spTgt spid="301064"/>
                                        </p:tgtEl>
                                        <p:attrNameLst>
                                          <p:attrName>style.visibility</p:attrName>
                                        </p:attrNameLst>
                                      </p:cBhvr>
                                      <p:to>
                                        <p:strVal val="visible"/>
                                      </p:to>
                                    </p:set>
                                    <p:animEffect transition="in" filter="blinds(horizontal)">
                                      <p:cBhvr>
                                        <p:cTn id="109" dur="500"/>
                                        <p:tgtEl>
                                          <p:spTgt spid="301064"/>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301065"/>
                                        </p:tgtEl>
                                        <p:attrNameLst>
                                          <p:attrName>style.visibility</p:attrName>
                                        </p:attrNameLst>
                                      </p:cBhvr>
                                      <p:to>
                                        <p:strVal val="visible"/>
                                      </p:to>
                                    </p:set>
                                    <p:animEffect transition="in" filter="blinds(horizontal)">
                                      <p:cBhvr>
                                        <p:cTn id="112" dur="500"/>
                                        <p:tgtEl>
                                          <p:spTgt spid="30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2" grpId="0"/>
      <p:bldP spid="301065" grpId="0"/>
      <p:bldP spid="301070" grpId="0"/>
      <p:bldP spid="301073" grpId="0"/>
      <p:bldP spid="301078" grpId="0"/>
      <p:bldP spid="301081" grpId="0"/>
      <p:bldP spid="301086" grpId="0"/>
      <p:bldP spid="301089" grpId="0"/>
      <p:bldP spid="3010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227" name="Object 3"/>
          <p:cNvGraphicFramePr>
            <a:graphicFrameLocks noChangeAspect="1"/>
          </p:cNvGraphicFramePr>
          <p:nvPr/>
        </p:nvGraphicFramePr>
        <p:xfrm>
          <a:off x="2711451" y="1484313"/>
          <a:ext cx="7021513" cy="2527300"/>
        </p:xfrm>
        <a:graphic>
          <a:graphicData uri="http://schemas.openxmlformats.org/presentationml/2006/ole">
            <mc:AlternateContent xmlns:mc="http://schemas.openxmlformats.org/markup-compatibility/2006">
              <mc:Choice xmlns:v="urn:schemas-microsoft-com:vml" Requires="v">
                <p:oleObj spid="_x0000_s13" name="" r:id="rId1" imgW="3111500" imgH="1117600" progId="Equation.DSMT4">
                  <p:embed/>
                </p:oleObj>
              </mc:Choice>
              <mc:Fallback>
                <p:oleObj name="" r:id="rId1" imgW="3111500" imgH="1117600" progId="Equation.DSMT4">
                  <p:embed/>
                  <p:pic>
                    <p:nvPicPr>
                      <p:cNvPr id="0" name="Object 3"/>
                      <p:cNvPicPr/>
                      <p:nvPr/>
                    </p:nvPicPr>
                    <p:blipFill>
                      <a:blip r:embed="rId2">
                        <a:biLevel thresh="50000"/>
                        <a:grayscl/>
                      </a:blip>
                      <a:stretch>
                        <a:fillRect/>
                      </a:stretch>
                    </p:blipFill>
                    <p:spPr>
                      <a:xfrm>
                        <a:off x="2711451" y="1484313"/>
                        <a:ext cx="7021513" cy="25273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308228" name="Group 4"/>
          <p:cNvGrpSpPr/>
          <p:nvPr/>
        </p:nvGrpSpPr>
        <p:grpSpPr>
          <a:xfrm>
            <a:off x="2743200" y="4191001"/>
            <a:ext cx="6858000" cy="2492375"/>
            <a:chOff x="768" y="2640"/>
            <a:chExt cx="4320" cy="1570"/>
          </a:xfrm>
        </p:grpSpPr>
        <p:graphicFrame>
          <p:nvGraphicFramePr>
            <p:cNvPr id="24579" name="Object 5"/>
            <p:cNvGraphicFramePr>
              <a:graphicFrameLocks noChangeAspect="1"/>
            </p:cNvGraphicFramePr>
            <p:nvPr/>
          </p:nvGraphicFramePr>
          <p:xfrm>
            <a:off x="768" y="3072"/>
            <a:ext cx="2050" cy="740"/>
          </p:xfrm>
          <a:graphic>
            <a:graphicData uri="http://schemas.openxmlformats.org/presentationml/2006/ole">
              <mc:AlternateContent xmlns:mc="http://schemas.openxmlformats.org/markup-compatibility/2006">
                <mc:Choice xmlns:v="urn:schemas-microsoft-com:vml" Requires="v">
                  <p:oleObj spid="_x0000_s2" name="" r:id="rId3" imgW="1270000" imgH="457200" progId="Equation.DSMT4">
                    <p:embed/>
                  </p:oleObj>
                </mc:Choice>
                <mc:Fallback>
                  <p:oleObj name="" r:id="rId3" imgW="1270000" imgH="457200" progId="Equation.DSMT4">
                    <p:embed/>
                    <p:pic>
                      <p:nvPicPr>
                        <p:cNvPr id="0" name="Object 5"/>
                        <p:cNvPicPr/>
                        <p:nvPr/>
                      </p:nvPicPr>
                      <p:blipFill>
                        <a:blip r:embed="rId4"/>
                        <a:stretch>
                          <a:fillRect/>
                        </a:stretch>
                      </p:blipFill>
                      <p:spPr>
                        <a:xfrm>
                          <a:off x="768" y="3072"/>
                          <a:ext cx="2050" cy="740"/>
                        </a:xfrm>
                        <a:prstGeom prst="rect">
                          <a:avLst/>
                        </a:prstGeom>
                        <a:noFill/>
                        <a:ln w="38100">
                          <a:noFill/>
                          <a:miter/>
                        </a:ln>
                      </p:spPr>
                    </p:pic>
                  </p:oleObj>
                </mc:Fallback>
              </mc:AlternateContent>
            </a:graphicData>
          </a:graphic>
        </p:graphicFrame>
        <p:sp>
          <p:nvSpPr>
            <p:cNvPr id="24580" name="AutoShape 6"/>
            <p:cNvSpPr/>
            <p:nvPr/>
          </p:nvSpPr>
          <p:spPr>
            <a:xfrm flipH="1">
              <a:off x="2832" y="2880"/>
              <a:ext cx="336" cy="1200"/>
            </a:xfrm>
            <a:prstGeom prst="rightBrace">
              <a:avLst>
                <a:gd name="adj1" fmla="val 29695"/>
                <a:gd name="adj2" fmla="val 5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24581" name="Object 7"/>
            <p:cNvGraphicFramePr>
              <a:graphicFrameLocks noChangeAspect="1"/>
            </p:cNvGraphicFramePr>
            <p:nvPr/>
          </p:nvGraphicFramePr>
          <p:xfrm>
            <a:off x="3312" y="2640"/>
            <a:ext cx="1776" cy="1570"/>
          </p:xfrm>
          <a:graphic>
            <a:graphicData uri="http://schemas.openxmlformats.org/presentationml/2006/ole">
              <mc:AlternateContent xmlns:mc="http://schemas.openxmlformats.org/markup-compatibility/2006">
                <mc:Choice xmlns:v="urn:schemas-microsoft-com:vml" Requires="v">
                  <p:oleObj spid="_x0000_s3" name="" r:id="rId5" imgW="1282700" imgH="1130300" progId="Equation.DSMT4">
                    <p:embed/>
                  </p:oleObj>
                </mc:Choice>
                <mc:Fallback>
                  <p:oleObj name="" r:id="rId5" imgW="1282700" imgH="1130300" progId="Equation.DSMT4">
                    <p:embed/>
                    <p:pic>
                      <p:nvPicPr>
                        <p:cNvPr id="0" name="Object 7"/>
                        <p:cNvPicPr/>
                        <p:nvPr/>
                      </p:nvPicPr>
                      <p:blipFill>
                        <a:blip r:embed="rId6"/>
                        <a:stretch>
                          <a:fillRect/>
                        </a:stretch>
                      </p:blipFill>
                      <p:spPr>
                        <a:xfrm>
                          <a:off x="3312" y="2640"/>
                          <a:ext cx="1776" cy="1570"/>
                        </a:xfrm>
                        <a:prstGeom prst="rect">
                          <a:avLst/>
                        </a:prstGeom>
                        <a:noFill/>
                        <a:ln w="38100">
                          <a:noFill/>
                          <a:miter/>
                        </a:ln>
                      </p:spPr>
                    </p:pic>
                  </p:oleObj>
                </mc:Fallback>
              </mc:AlternateContent>
            </a:graphicData>
          </a:graphic>
        </p:graphicFrame>
      </p:grpSp>
      <p:sp>
        <p:nvSpPr>
          <p:cNvPr id="308232" name="Text Box 8"/>
          <p:cNvSpPr txBox="1"/>
          <p:nvPr/>
        </p:nvSpPr>
        <p:spPr>
          <a:xfrm>
            <a:off x="2208214" y="690097"/>
            <a:ext cx="3970959" cy="523220"/>
          </a:xfrm>
          <a:prstGeom prst="rect">
            <a:avLst/>
          </a:prstGeom>
          <a:noFill/>
          <a:ln w="9525">
            <a:noFill/>
          </a:ln>
        </p:spPr>
        <p:txBody>
          <a:bodyPr wrap="none" anchor="ctr" anchorCtr="0">
            <a:spAutoFit/>
          </a:bodyPr>
          <a:lstStyle/>
          <a:p>
            <a:r>
              <a:rPr lang="en-US" altLang="zh-CN" sz="2800" b="1" dirty="0">
                <a:solidFill>
                  <a:schemeClr val="tx2"/>
                </a:solidFill>
                <a:latin typeface="Arial" panose="020B0604020202020204" pitchFamily="34" charset="0"/>
                <a:ea typeface="黑体" panose="02010609060101010101" pitchFamily="49" charset="-122"/>
              </a:rPr>
              <a:t>(1) </a:t>
            </a:r>
            <a:r>
              <a:rPr lang="zh-CN" altLang="en-US" sz="2800" b="1" dirty="0">
                <a:solidFill>
                  <a:schemeClr val="tx2"/>
                </a:solidFill>
                <a:latin typeface="Arial" panose="020B0604020202020204" pitchFamily="34" charset="0"/>
                <a:ea typeface="黑体" panose="02010609060101010101" pitchFamily="49" charset="-122"/>
              </a:rPr>
              <a:t>两端自由的边界条件</a:t>
            </a:r>
            <a:endParaRPr lang="zh-CN" altLang="en-US" sz="2800" b="1" dirty="0">
              <a:solidFill>
                <a:schemeClr val="tx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8227"/>
                                        </p:tgtEl>
                                        <p:attrNameLst>
                                          <p:attrName>style.visibility</p:attrName>
                                        </p:attrNameLst>
                                      </p:cBhvr>
                                      <p:to>
                                        <p:strVal val="visible"/>
                                      </p:to>
                                    </p:set>
                                    <p:animEffect transition="in" filter="checkerboard(across)">
                                      <p:cBhvr>
                                        <p:cTn id="7" dur="500"/>
                                        <p:tgtEl>
                                          <p:spTgt spid="30822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8232"/>
                                        </p:tgtEl>
                                        <p:attrNameLst>
                                          <p:attrName>style.visibility</p:attrName>
                                        </p:attrNameLst>
                                      </p:cBhvr>
                                      <p:to>
                                        <p:strVal val="visible"/>
                                      </p:to>
                                    </p:set>
                                    <p:animEffect transition="in" filter="checkerboard(across)">
                                      <p:cBhvr>
                                        <p:cTn id="12" dur="500"/>
                                        <p:tgtEl>
                                          <p:spTgt spid="30823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8228"/>
                                        </p:tgtEl>
                                        <p:attrNameLst>
                                          <p:attrName>style.visibility</p:attrName>
                                        </p:attrNameLst>
                                      </p:cBhvr>
                                      <p:to>
                                        <p:strVal val="visible"/>
                                      </p:to>
                                    </p:set>
                                    <p:animEffect transition="in" filter="checkerboard(across)">
                                      <p:cBhvr>
                                        <p:cTn id="17" dur="500"/>
                                        <p:tgtEl>
                                          <p:spTgt spid="308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0274" name="Object 2"/>
          <p:cNvGraphicFramePr>
            <a:graphicFrameLocks noChangeAspect="1"/>
          </p:cNvGraphicFramePr>
          <p:nvPr/>
        </p:nvGraphicFramePr>
        <p:xfrm>
          <a:off x="2640013" y="1125538"/>
          <a:ext cx="6684962" cy="2514600"/>
        </p:xfrm>
        <a:graphic>
          <a:graphicData uri="http://schemas.openxmlformats.org/presentationml/2006/ole">
            <mc:AlternateContent xmlns:mc="http://schemas.openxmlformats.org/markup-compatibility/2006">
              <mc:Choice xmlns:v="urn:schemas-microsoft-com:vml" Requires="v">
                <p:oleObj spid="_x0000_s13" name="" r:id="rId1" imgW="2908300" imgH="1092200" progId="Equation.DSMT4">
                  <p:embed/>
                </p:oleObj>
              </mc:Choice>
              <mc:Fallback>
                <p:oleObj name="" r:id="rId1" imgW="2908300" imgH="1092200" progId="Equation.DSMT4">
                  <p:embed/>
                  <p:pic>
                    <p:nvPicPr>
                      <p:cNvPr id="0" name="Object 2"/>
                      <p:cNvPicPr/>
                      <p:nvPr/>
                    </p:nvPicPr>
                    <p:blipFill>
                      <a:blip r:embed="rId2">
                        <a:biLevel thresh="50000"/>
                        <a:grayscl/>
                      </a:blip>
                      <a:stretch>
                        <a:fillRect/>
                      </a:stretch>
                    </p:blipFill>
                    <p:spPr>
                      <a:xfrm>
                        <a:off x="2640013" y="1125538"/>
                        <a:ext cx="6684962" cy="25146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310275" name="Group 3"/>
          <p:cNvGrpSpPr/>
          <p:nvPr/>
        </p:nvGrpSpPr>
        <p:grpSpPr>
          <a:xfrm>
            <a:off x="2362201" y="3810000"/>
            <a:ext cx="7535863" cy="2743200"/>
            <a:chOff x="528" y="2448"/>
            <a:chExt cx="4747" cy="1728"/>
          </a:xfrm>
        </p:grpSpPr>
        <p:graphicFrame>
          <p:nvGraphicFramePr>
            <p:cNvPr id="26627" name="Object 4"/>
            <p:cNvGraphicFramePr>
              <a:graphicFrameLocks noChangeAspect="1"/>
            </p:cNvGraphicFramePr>
            <p:nvPr/>
          </p:nvGraphicFramePr>
          <p:xfrm>
            <a:off x="528" y="2880"/>
            <a:ext cx="2050" cy="740"/>
          </p:xfrm>
          <a:graphic>
            <a:graphicData uri="http://schemas.openxmlformats.org/presentationml/2006/ole">
              <mc:AlternateContent xmlns:mc="http://schemas.openxmlformats.org/markup-compatibility/2006">
                <mc:Choice xmlns:v="urn:schemas-microsoft-com:vml" Requires="v">
                  <p:oleObj spid="_x0000_s2" name="" r:id="rId3" imgW="1270000" imgH="457200" progId="Equation.DSMT4">
                    <p:embed/>
                  </p:oleObj>
                </mc:Choice>
                <mc:Fallback>
                  <p:oleObj name="" r:id="rId3" imgW="1270000" imgH="457200" progId="Equation.DSMT4">
                    <p:embed/>
                    <p:pic>
                      <p:nvPicPr>
                        <p:cNvPr id="0" name="Object 4"/>
                        <p:cNvPicPr/>
                        <p:nvPr/>
                      </p:nvPicPr>
                      <p:blipFill>
                        <a:blip r:embed="rId4"/>
                        <a:stretch>
                          <a:fillRect/>
                        </a:stretch>
                      </p:blipFill>
                      <p:spPr>
                        <a:xfrm>
                          <a:off x="528" y="2880"/>
                          <a:ext cx="2050" cy="740"/>
                        </a:xfrm>
                        <a:prstGeom prst="rect">
                          <a:avLst/>
                        </a:prstGeom>
                        <a:noFill/>
                        <a:ln w="38100">
                          <a:noFill/>
                          <a:miter/>
                        </a:ln>
                      </p:spPr>
                    </p:pic>
                  </p:oleObj>
                </mc:Fallback>
              </mc:AlternateContent>
            </a:graphicData>
          </a:graphic>
        </p:graphicFrame>
        <p:sp>
          <p:nvSpPr>
            <p:cNvPr id="26628" name="AutoShape 5"/>
            <p:cNvSpPr/>
            <p:nvPr/>
          </p:nvSpPr>
          <p:spPr>
            <a:xfrm flipH="1">
              <a:off x="2544" y="2736"/>
              <a:ext cx="336" cy="1200"/>
            </a:xfrm>
            <a:prstGeom prst="rightBrace">
              <a:avLst>
                <a:gd name="adj1" fmla="val 29695"/>
                <a:gd name="adj2" fmla="val 5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26629" name="Object 6"/>
            <p:cNvGraphicFramePr>
              <a:graphicFrameLocks noChangeAspect="1"/>
            </p:cNvGraphicFramePr>
            <p:nvPr/>
          </p:nvGraphicFramePr>
          <p:xfrm>
            <a:off x="3024" y="2448"/>
            <a:ext cx="2251" cy="1728"/>
          </p:xfrm>
          <a:graphic>
            <a:graphicData uri="http://schemas.openxmlformats.org/presentationml/2006/ole">
              <mc:AlternateContent xmlns:mc="http://schemas.openxmlformats.org/markup-compatibility/2006">
                <mc:Choice xmlns:v="urn:schemas-microsoft-com:vml" Requires="v">
                  <p:oleObj spid="_x0000_s3" name="" r:id="rId5" imgW="1625600" imgH="1244600" progId="Equation.DSMT4">
                    <p:embed/>
                  </p:oleObj>
                </mc:Choice>
                <mc:Fallback>
                  <p:oleObj name="" r:id="rId5" imgW="1625600" imgH="1244600" progId="Equation.DSMT4">
                    <p:embed/>
                    <p:pic>
                      <p:nvPicPr>
                        <p:cNvPr id="0" name="Object 6"/>
                        <p:cNvPicPr/>
                        <p:nvPr/>
                      </p:nvPicPr>
                      <p:blipFill>
                        <a:blip r:embed="rId6"/>
                        <a:stretch>
                          <a:fillRect/>
                        </a:stretch>
                      </p:blipFill>
                      <p:spPr>
                        <a:xfrm>
                          <a:off x="3024" y="2448"/>
                          <a:ext cx="2251" cy="1728"/>
                        </a:xfrm>
                        <a:prstGeom prst="rect">
                          <a:avLst/>
                        </a:prstGeom>
                        <a:noFill/>
                        <a:ln w="38100">
                          <a:noFill/>
                          <a:miter/>
                        </a:ln>
                      </p:spPr>
                    </p:pic>
                  </p:oleObj>
                </mc:Fallback>
              </mc:AlternateContent>
            </a:graphicData>
          </a:graphic>
        </p:graphicFrame>
      </p:grpSp>
      <p:sp>
        <p:nvSpPr>
          <p:cNvPr id="310279" name="Text Box 7"/>
          <p:cNvSpPr txBox="1"/>
          <p:nvPr/>
        </p:nvSpPr>
        <p:spPr>
          <a:xfrm>
            <a:off x="2063751" y="402759"/>
            <a:ext cx="6495689" cy="523220"/>
          </a:xfrm>
          <a:prstGeom prst="rect">
            <a:avLst/>
          </a:prstGeom>
          <a:noFill/>
          <a:ln w="9525">
            <a:noFill/>
          </a:ln>
        </p:spPr>
        <p:txBody>
          <a:bodyPr wrap="none" anchor="ctr" anchorCtr="0">
            <a:spAutoFit/>
          </a:bodyPr>
          <a:lstStyle/>
          <a:p>
            <a:r>
              <a:rPr lang="en-US" altLang="zh-CN" sz="2800" b="1" dirty="0">
                <a:solidFill>
                  <a:schemeClr val="tx2"/>
                </a:solidFill>
                <a:latin typeface="Arial" panose="020B0604020202020204" pitchFamily="34" charset="0"/>
                <a:ea typeface="黑体" panose="02010609060101010101" pitchFamily="49" charset="-122"/>
              </a:rPr>
              <a:t>(2) </a:t>
            </a:r>
            <a:r>
              <a:rPr lang="zh-CN" altLang="en-US" sz="2800" b="1" dirty="0">
                <a:solidFill>
                  <a:schemeClr val="tx2"/>
                </a:solidFill>
                <a:latin typeface="Arial" panose="020B0604020202020204" pitchFamily="34" charset="0"/>
                <a:ea typeface="黑体" panose="02010609060101010101" pitchFamily="49" charset="-122"/>
              </a:rPr>
              <a:t>左端点自由、右端点固定的边界条件</a:t>
            </a:r>
            <a:endParaRPr lang="zh-CN" altLang="en-US" sz="2800" b="1" dirty="0">
              <a:solidFill>
                <a:schemeClr val="tx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0274"/>
                                        </p:tgtEl>
                                        <p:attrNameLst>
                                          <p:attrName>style.visibility</p:attrName>
                                        </p:attrNameLst>
                                      </p:cBhvr>
                                      <p:to>
                                        <p:strVal val="visible"/>
                                      </p:to>
                                    </p:set>
                                    <p:animEffect transition="in" filter="checkerboard(across)">
                                      <p:cBhvr>
                                        <p:cTn id="7" dur="500"/>
                                        <p:tgtEl>
                                          <p:spTgt spid="3102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0279"/>
                                        </p:tgtEl>
                                        <p:attrNameLst>
                                          <p:attrName>style.visibility</p:attrName>
                                        </p:attrNameLst>
                                      </p:cBhvr>
                                      <p:to>
                                        <p:strVal val="visible"/>
                                      </p:to>
                                    </p:set>
                                    <p:animEffect transition="in" filter="checkerboard(across)">
                                      <p:cBhvr>
                                        <p:cTn id="12" dur="500"/>
                                        <p:tgtEl>
                                          <p:spTgt spid="31027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0275"/>
                                        </p:tgtEl>
                                        <p:attrNameLst>
                                          <p:attrName>style.visibility</p:attrName>
                                        </p:attrNameLst>
                                      </p:cBhvr>
                                      <p:to>
                                        <p:strVal val="visible"/>
                                      </p:to>
                                    </p:set>
                                    <p:animEffect transition="in" filter="checkerboard(across)">
                                      <p:cBhvr>
                                        <p:cTn id="17" dur="500"/>
                                        <p:tgtEl>
                                          <p:spTgt spid="310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2322" name="Object 2"/>
          <p:cNvGraphicFramePr>
            <a:graphicFrameLocks noChangeAspect="1"/>
          </p:cNvGraphicFramePr>
          <p:nvPr/>
        </p:nvGraphicFramePr>
        <p:xfrm>
          <a:off x="2711450" y="1412876"/>
          <a:ext cx="6324600" cy="2379663"/>
        </p:xfrm>
        <a:graphic>
          <a:graphicData uri="http://schemas.openxmlformats.org/presentationml/2006/ole">
            <mc:AlternateContent xmlns:mc="http://schemas.openxmlformats.org/markup-compatibility/2006">
              <mc:Choice xmlns:v="urn:schemas-microsoft-com:vml" Requires="v">
                <p:oleObj spid="_x0000_s13" name="" r:id="rId1" imgW="2908300" imgH="1092200" progId="Equation.DSMT4">
                  <p:embed/>
                </p:oleObj>
              </mc:Choice>
              <mc:Fallback>
                <p:oleObj name="" r:id="rId1" imgW="2908300" imgH="1092200" progId="Equation.DSMT4">
                  <p:embed/>
                  <p:pic>
                    <p:nvPicPr>
                      <p:cNvPr id="0" name="Object 2"/>
                      <p:cNvPicPr/>
                      <p:nvPr/>
                    </p:nvPicPr>
                    <p:blipFill>
                      <a:blip r:embed="rId2">
                        <a:biLevel thresh="50000"/>
                        <a:grayscl/>
                      </a:blip>
                      <a:stretch>
                        <a:fillRect/>
                      </a:stretch>
                    </p:blipFill>
                    <p:spPr>
                      <a:xfrm>
                        <a:off x="2711450" y="1412876"/>
                        <a:ext cx="6324600" cy="23796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312323" name="Group 3"/>
          <p:cNvGrpSpPr/>
          <p:nvPr/>
        </p:nvGrpSpPr>
        <p:grpSpPr>
          <a:xfrm>
            <a:off x="2209800" y="3810000"/>
            <a:ext cx="7556500" cy="2743200"/>
            <a:chOff x="384" y="2352"/>
            <a:chExt cx="4760" cy="1728"/>
          </a:xfrm>
        </p:grpSpPr>
        <p:graphicFrame>
          <p:nvGraphicFramePr>
            <p:cNvPr id="28675" name="Object 4"/>
            <p:cNvGraphicFramePr>
              <a:graphicFrameLocks noChangeAspect="1"/>
            </p:cNvGraphicFramePr>
            <p:nvPr/>
          </p:nvGraphicFramePr>
          <p:xfrm>
            <a:off x="384" y="2784"/>
            <a:ext cx="2050" cy="740"/>
          </p:xfrm>
          <a:graphic>
            <a:graphicData uri="http://schemas.openxmlformats.org/presentationml/2006/ole">
              <mc:AlternateContent xmlns:mc="http://schemas.openxmlformats.org/markup-compatibility/2006">
                <mc:Choice xmlns:v="urn:schemas-microsoft-com:vml" Requires="v">
                  <p:oleObj spid="_x0000_s2" name="" r:id="rId3" imgW="1270000" imgH="457200" progId="Equation.DSMT4">
                    <p:embed/>
                  </p:oleObj>
                </mc:Choice>
                <mc:Fallback>
                  <p:oleObj name="" r:id="rId3" imgW="1270000" imgH="457200" progId="Equation.DSMT4">
                    <p:embed/>
                    <p:pic>
                      <p:nvPicPr>
                        <p:cNvPr id="0" name="Object 4"/>
                        <p:cNvPicPr/>
                        <p:nvPr/>
                      </p:nvPicPr>
                      <p:blipFill>
                        <a:blip r:embed="rId4"/>
                        <a:stretch>
                          <a:fillRect/>
                        </a:stretch>
                      </p:blipFill>
                      <p:spPr>
                        <a:xfrm>
                          <a:off x="384" y="2784"/>
                          <a:ext cx="2050" cy="740"/>
                        </a:xfrm>
                        <a:prstGeom prst="rect">
                          <a:avLst/>
                        </a:prstGeom>
                        <a:noFill/>
                        <a:ln w="38100">
                          <a:noFill/>
                          <a:miter/>
                        </a:ln>
                      </p:spPr>
                    </p:pic>
                  </p:oleObj>
                </mc:Fallback>
              </mc:AlternateContent>
            </a:graphicData>
          </a:graphic>
        </p:graphicFrame>
        <p:sp>
          <p:nvSpPr>
            <p:cNvPr id="28676" name="AutoShape 5"/>
            <p:cNvSpPr/>
            <p:nvPr/>
          </p:nvSpPr>
          <p:spPr>
            <a:xfrm flipH="1">
              <a:off x="2448" y="2640"/>
              <a:ext cx="336" cy="1200"/>
            </a:xfrm>
            <a:prstGeom prst="rightBrace">
              <a:avLst>
                <a:gd name="adj1" fmla="val 29695"/>
                <a:gd name="adj2" fmla="val 5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28677" name="Object 6"/>
            <p:cNvGraphicFramePr>
              <a:graphicFrameLocks noChangeAspect="1"/>
            </p:cNvGraphicFramePr>
            <p:nvPr/>
          </p:nvGraphicFramePr>
          <p:xfrm>
            <a:off x="2928" y="2352"/>
            <a:ext cx="2216" cy="1728"/>
          </p:xfrm>
          <a:graphic>
            <a:graphicData uri="http://schemas.openxmlformats.org/presentationml/2006/ole">
              <mc:AlternateContent xmlns:mc="http://schemas.openxmlformats.org/markup-compatibility/2006">
                <mc:Choice xmlns:v="urn:schemas-microsoft-com:vml" Requires="v">
                  <p:oleObj spid="_x0000_s3" name="" r:id="rId5" imgW="1600200" imgH="1244600" progId="Equation.DSMT4">
                    <p:embed/>
                  </p:oleObj>
                </mc:Choice>
                <mc:Fallback>
                  <p:oleObj name="" r:id="rId5" imgW="1600200" imgH="1244600" progId="Equation.DSMT4">
                    <p:embed/>
                    <p:pic>
                      <p:nvPicPr>
                        <p:cNvPr id="0" name="Object 6"/>
                        <p:cNvPicPr/>
                        <p:nvPr/>
                      </p:nvPicPr>
                      <p:blipFill>
                        <a:blip r:embed="rId6"/>
                        <a:stretch>
                          <a:fillRect/>
                        </a:stretch>
                      </p:blipFill>
                      <p:spPr>
                        <a:xfrm>
                          <a:off x="2928" y="2352"/>
                          <a:ext cx="2216" cy="1728"/>
                        </a:xfrm>
                        <a:prstGeom prst="rect">
                          <a:avLst/>
                        </a:prstGeom>
                        <a:noFill/>
                        <a:ln w="38100">
                          <a:noFill/>
                          <a:miter/>
                        </a:ln>
                      </p:spPr>
                    </p:pic>
                  </p:oleObj>
                </mc:Fallback>
              </mc:AlternateContent>
            </a:graphicData>
          </a:graphic>
        </p:graphicFrame>
      </p:grpSp>
      <p:sp>
        <p:nvSpPr>
          <p:cNvPr id="312327" name="Text Box 7"/>
          <p:cNvSpPr txBox="1"/>
          <p:nvPr/>
        </p:nvSpPr>
        <p:spPr>
          <a:xfrm>
            <a:off x="2063751" y="618659"/>
            <a:ext cx="6495689" cy="523220"/>
          </a:xfrm>
          <a:prstGeom prst="rect">
            <a:avLst/>
          </a:prstGeom>
          <a:noFill/>
          <a:ln w="9525">
            <a:noFill/>
          </a:ln>
        </p:spPr>
        <p:txBody>
          <a:bodyPr wrap="none" anchor="ctr" anchorCtr="0">
            <a:spAutoFit/>
          </a:bodyPr>
          <a:lstStyle/>
          <a:p>
            <a:r>
              <a:rPr lang="en-US" altLang="zh-CN" sz="2800" b="1" dirty="0">
                <a:solidFill>
                  <a:schemeClr val="tx2"/>
                </a:solidFill>
                <a:latin typeface="Arial" panose="020B0604020202020204" pitchFamily="34" charset="0"/>
                <a:ea typeface="黑体" panose="02010609060101010101" pitchFamily="49" charset="-122"/>
              </a:rPr>
              <a:t>(3) </a:t>
            </a:r>
            <a:r>
              <a:rPr lang="zh-CN" altLang="en-US" sz="2800" b="1" dirty="0">
                <a:solidFill>
                  <a:schemeClr val="tx2"/>
                </a:solidFill>
                <a:latin typeface="Arial" panose="020B0604020202020204" pitchFamily="34" charset="0"/>
                <a:ea typeface="黑体" panose="02010609060101010101" pitchFamily="49" charset="-122"/>
              </a:rPr>
              <a:t>左端点固定、右端点自有的边界条件</a:t>
            </a:r>
            <a:endParaRPr lang="zh-CN" altLang="en-US" sz="2800" b="1" dirty="0">
              <a:solidFill>
                <a:schemeClr val="tx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2322"/>
                                        </p:tgtEl>
                                        <p:attrNameLst>
                                          <p:attrName>style.visibility</p:attrName>
                                        </p:attrNameLst>
                                      </p:cBhvr>
                                      <p:to>
                                        <p:strVal val="visible"/>
                                      </p:to>
                                    </p:set>
                                    <p:animEffect transition="in" filter="checkerboard(across)">
                                      <p:cBhvr>
                                        <p:cTn id="7" dur="500"/>
                                        <p:tgtEl>
                                          <p:spTgt spid="31232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2327">
                                            <p:txEl>
                                              <p:pRg st="0" end="0"/>
                                            </p:txEl>
                                          </p:spTgt>
                                        </p:tgtEl>
                                        <p:attrNameLst>
                                          <p:attrName>style.visibility</p:attrName>
                                        </p:attrNameLst>
                                      </p:cBhvr>
                                      <p:to>
                                        <p:strVal val="visible"/>
                                      </p:to>
                                    </p:set>
                                    <p:animEffect transition="in" filter="checkerboard(across)">
                                      <p:cBhvr>
                                        <p:cTn id="12" dur="500"/>
                                        <p:tgtEl>
                                          <p:spTgt spid="3123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2323"/>
                                        </p:tgtEl>
                                        <p:attrNameLst>
                                          <p:attrName>style.visibility</p:attrName>
                                        </p:attrNameLst>
                                      </p:cBhvr>
                                      <p:to>
                                        <p:strVal val="visible"/>
                                      </p:to>
                                    </p:set>
                                    <p:animEffect transition="in" filter="checkerboard(across)">
                                      <p:cBhvr>
                                        <p:cTn id="17" dur="500"/>
                                        <p:tgtEl>
                                          <p:spTgt spid="31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Text Box 2"/>
          <p:cNvSpPr txBox="1"/>
          <p:nvPr/>
        </p:nvSpPr>
        <p:spPr>
          <a:xfrm>
            <a:off x="2208213" y="834559"/>
            <a:ext cx="5052986" cy="523220"/>
          </a:xfrm>
          <a:prstGeom prst="rect">
            <a:avLst/>
          </a:prstGeom>
          <a:noFill/>
          <a:ln w="9525">
            <a:noFill/>
          </a:ln>
        </p:spPr>
        <p:txBody>
          <a:bodyPr wrap="none" anchor="ctr" anchorCtr="0">
            <a:spAutoFit/>
          </a:bodyPr>
          <a:lstStyle/>
          <a:p>
            <a:r>
              <a:rPr lang="en-US" altLang="zh-CN" sz="2800" b="1" dirty="0">
                <a:solidFill>
                  <a:schemeClr val="tx2"/>
                </a:solidFill>
                <a:latin typeface="Arial" panose="020B0604020202020204" pitchFamily="34" charset="0"/>
                <a:ea typeface="黑体" panose="02010609060101010101" pitchFamily="49" charset="-122"/>
              </a:rPr>
              <a:t>(4) </a:t>
            </a:r>
            <a:r>
              <a:rPr lang="zh-CN" altLang="en-US" sz="2800" b="1" dirty="0">
                <a:solidFill>
                  <a:schemeClr val="tx2"/>
                </a:solidFill>
                <a:latin typeface="Arial" panose="020B0604020202020204" pitchFamily="34" charset="0"/>
                <a:ea typeface="黑体" panose="02010609060101010101" pitchFamily="49" charset="-122"/>
              </a:rPr>
              <a:t>第三类边界条件的混合问题</a:t>
            </a:r>
            <a:endParaRPr lang="zh-CN" altLang="en-US" sz="2800" b="1" dirty="0">
              <a:solidFill>
                <a:schemeClr val="tx2"/>
              </a:solidFill>
              <a:latin typeface="Arial" panose="020B0604020202020204" pitchFamily="34" charset="0"/>
              <a:ea typeface="黑体" panose="02010609060101010101" pitchFamily="49" charset="-122"/>
            </a:endParaRPr>
          </a:p>
        </p:txBody>
      </p:sp>
      <p:graphicFrame>
        <p:nvGraphicFramePr>
          <p:cNvPr id="314371" name="Object 3"/>
          <p:cNvGraphicFramePr>
            <a:graphicFrameLocks noChangeAspect="1"/>
          </p:cNvGraphicFramePr>
          <p:nvPr/>
        </p:nvGraphicFramePr>
        <p:xfrm>
          <a:off x="2927350" y="1628776"/>
          <a:ext cx="6324600" cy="2379663"/>
        </p:xfrm>
        <a:graphic>
          <a:graphicData uri="http://schemas.openxmlformats.org/presentationml/2006/ole">
            <mc:AlternateContent xmlns:mc="http://schemas.openxmlformats.org/markup-compatibility/2006">
              <mc:Choice xmlns:v="urn:schemas-microsoft-com:vml" Requires="v">
                <p:oleObj spid="_x0000_s13" name="" r:id="rId1" imgW="2908300" imgH="1092200" progId="Equation.DSMT4">
                  <p:embed/>
                </p:oleObj>
              </mc:Choice>
              <mc:Fallback>
                <p:oleObj name="" r:id="rId1" imgW="2908300" imgH="1092200" progId="Equation.DSMT4">
                  <p:embed/>
                  <p:pic>
                    <p:nvPicPr>
                      <p:cNvPr id="0" name="Object 3"/>
                      <p:cNvPicPr/>
                      <p:nvPr/>
                    </p:nvPicPr>
                    <p:blipFill>
                      <a:blip r:embed="rId2">
                        <a:biLevel thresh="50000"/>
                        <a:grayscl/>
                      </a:blip>
                      <a:stretch>
                        <a:fillRect/>
                      </a:stretch>
                    </p:blipFill>
                    <p:spPr>
                      <a:xfrm>
                        <a:off x="2927350" y="1628776"/>
                        <a:ext cx="6324600" cy="23796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314372" name="Group 4"/>
          <p:cNvGrpSpPr/>
          <p:nvPr/>
        </p:nvGrpSpPr>
        <p:grpSpPr>
          <a:xfrm>
            <a:off x="2667000" y="4191000"/>
            <a:ext cx="6705600" cy="1905000"/>
            <a:chOff x="720" y="2640"/>
            <a:chExt cx="4224" cy="1200"/>
          </a:xfrm>
        </p:grpSpPr>
        <p:graphicFrame>
          <p:nvGraphicFramePr>
            <p:cNvPr id="30724" name="Object 5"/>
            <p:cNvGraphicFramePr>
              <a:graphicFrameLocks noChangeAspect="1"/>
            </p:cNvGraphicFramePr>
            <p:nvPr/>
          </p:nvGraphicFramePr>
          <p:xfrm>
            <a:off x="720" y="2784"/>
            <a:ext cx="2563" cy="740"/>
          </p:xfrm>
          <a:graphic>
            <a:graphicData uri="http://schemas.openxmlformats.org/presentationml/2006/ole">
              <mc:AlternateContent xmlns:mc="http://schemas.openxmlformats.org/markup-compatibility/2006">
                <mc:Choice xmlns:v="urn:schemas-microsoft-com:vml" Requires="v">
                  <p:oleObj spid="_x0000_s2" name="" r:id="rId3" imgW="1587500" imgH="457200" progId="Equation.DSMT4">
                    <p:embed/>
                  </p:oleObj>
                </mc:Choice>
                <mc:Fallback>
                  <p:oleObj name="" r:id="rId3" imgW="1587500" imgH="457200" progId="Equation.DSMT4">
                    <p:embed/>
                    <p:pic>
                      <p:nvPicPr>
                        <p:cNvPr id="0" name="Object 5"/>
                        <p:cNvPicPr/>
                        <p:nvPr/>
                      </p:nvPicPr>
                      <p:blipFill>
                        <a:blip r:embed="rId4"/>
                        <a:stretch>
                          <a:fillRect/>
                        </a:stretch>
                      </p:blipFill>
                      <p:spPr>
                        <a:xfrm>
                          <a:off x="720" y="2784"/>
                          <a:ext cx="2563" cy="740"/>
                        </a:xfrm>
                        <a:prstGeom prst="rect">
                          <a:avLst/>
                        </a:prstGeom>
                        <a:noFill/>
                        <a:ln w="38100">
                          <a:noFill/>
                          <a:miter/>
                        </a:ln>
                      </p:spPr>
                    </p:pic>
                  </p:oleObj>
                </mc:Fallback>
              </mc:AlternateContent>
            </a:graphicData>
          </a:graphic>
        </p:graphicFrame>
        <p:sp>
          <p:nvSpPr>
            <p:cNvPr id="30725" name="AutoShape 6"/>
            <p:cNvSpPr/>
            <p:nvPr/>
          </p:nvSpPr>
          <p:spPr>
            <a:xfrm flipH="1">
              <a:off x="3360" y="2640"/>
              <a:ext cx="336" cy="1200"/>
            </a:xfrm>
            <a:prstGeom prst="rightBrace">
              <a:avLst>
                <a:gd name="adj1" fmla="val 29695"/>
                <a:gd name="adj2" fmla="val 50000"/>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30726" name="Object 7"/>
            <p:cNvGraphicFramePr>
              <a:graphicFrameLocks noChangeAspect="1"/>
            </p:cNvGraphicFramePr>
            <p:nvPr/>
          </p:nvGraphicFramePr>
          <p:xfrm>
            <a:off x="3888" y="2784"/>
            <a:ext cx="1056" cy="706"/>
          </p:xfrm>
          <a:graphic>
            <a:graphicData uri="http://schemas.openxmlformats.org/presentationml/2006/ole">
              <mc:AlternateContent xmlns:mc="http://schemas.openxmlformats.org/markup-compatibility/2006">
                <mc:Choice xmlns:v="urn:schemas-microsoft-com:vml" Requires="v">
                  <p:oleObj spid="_x0000_s3" name="" r:id="rId5" imgW="685800" imgH="457200" progId="Equation.DSMT4">
                    <p:embed/>
                  </p:oleObj>
                </mc:Choice>
                <mc:Fallback>
                  <p:oleObj name="" r:id="rId5" imgW="685800" imgH="457200" progId="Equation.DSMT4">
                    <p:embed/>
                    <p:pic>
                      <p:nvPicPr>
                        <p:cNvPr id="0" name="Object 7"/>
                        <p:cNvPicPr/>
                        <p:nvPr/>
                      </p:nvPicPr>
                      <p:blipFill>
                        <a:blip r:embed="rId6"/>
                        <a:stretch>
                          <a:fillRect/>
                        </a:stretch>
                      </p:blipFill>
                      <p:spPr>
                        <a:xfrm>
                          <a:off x="3888" y="2784"/>
                          <a:ext cx="1056" cy="70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4370"/>
                                        </p:tgtEl>
                                        <p:attrNameLst>
                                          <p:attrName>style.visibility</p:attrName>
                                        </p:attrNameLst>
                                      </p:cBhvr>
                                      <p:to>
                                        <p:strVal val="visible"/>
                                      </p:to>
                                    </p:set>
                                    <p:animEffect transition="in" filter="checkerboard(across)">
                                      <p:cBhvr>
                                        <p:cTn id="7" dur="500"/>
                                        <p:tgtEl>
                                          <p:spTgt spid="31437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4371"/>
                                        </p:tgtEl>
                                        <p:attrNameLst>
                                          <p:attrName>style.visibility</p:attrName>
                                        </p:attrNameLst>
                                      </p:cBhvr>
                                      <p:to>
                                        <p:strVal val="visible"/>
                                      </p:to>
                                    </p:set>
                                    <p:animEffect transition="in" filter="checkerboard(across)">
                                      <p:cBhvr>
                                        <p:cTn id="12" dur="500"/>
                                        <p:tgtEl>
                                          <p:spTgt spid="31437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4372"/>
                                        </p:tgtEl>
                                        <p:attrNameLst>
                                          <p:attrName>style.visibility</p:attrName>
                                        </p:attrNameLst>
                                      </p:cBhvr>
                                      <p:to>
                                        <p:strVal val="visible"/>
                                      </p:to>
                                    </p:set>
                                    <p:animEffect transition="in" filter="checkerboard(across)">
                                      <p:cBhvr>
                                        <p:cTn id="17" dur="500"/>
                                        <p:tgtEl>
                                          <p:spTgt spid="31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3793" name="Object 4"/>
              <p:cNvSpPr txBox="1"/>
              <p:nvPr/>
            </p:nvSpPr>
            <p:spPr>
              <a:xfrm>
                <a:off x="1435677" y="428120"/>
                <a:ext cx="2071111" cy="706942"/>
              </a:xfrm>
              <a:prstGeom prst="rect">
                <a:avLst/>
              </a:prstGeom>
            </p:spPr>
            <p:style>
              <a:lnRef idx="3">
                <a:schemeClr val="lt1"/>
              </a:lnRef>
              <a:fillRef idx="1">
                <a:schemeClr val="accent2"/>
              </a:fillRef>
              <a:effectRef idx="1">
                <a:schemeClr val="accent2"/>
              </a:effectRef>
              <a:fontRef idx="minor">
                <a:schemeClr val="lt1"/>
              </a:fontRef>
            </p:style>
            <p:txBody>
              <a:bodyPr>
                <a:noAutofit/>
              </a:bodyPr>
              <a:lstStyle/>
              <a:p>
                <a14:m>
                  <m:oMathPara xmlns:m="http://schemas.openxmlformats.org/officeDocument/2006/math">
                    <m:oMathParaPr>
                      <m:jc m:val="center"/>
                    </m:oMathParaPr>
                    <m:oMath xmlns:m="http://schemas.openxmlformats.org/officeDocument/2006/math">
                      <m:r>
                        <a:rPr lang="zh-CN" altLang="en-US" sz="4000" i="1" smtClean="0">
                          <a:solidFill>
                            <a:srgbClr val="FF0000"/>
                          </a:solidFill>
                          <a:latin typeface="Cambria Math" panose="02040503050406030204" pitchFamily="18" charset="0"/>
                        </a:rPr>
                        <m:t>结论：</m:t>
                      </m:r>
                    </m:oMath>
                  </m:oMathPara>
                </a14:m>
                <a:endParaRPr lang="zh-CN" altLang="en-US" sz="4000" dirty="0">
                  <a:solidFill>
                    <a:srgbClr val="FF0000"/>
                  </a:solidFill>
                </a:endParaRPr>
              </a:p>
            </p:txBody>
          </p:sp>
        </mc:Choice>
        <mc:Fallback>
          <p:sp>
            <p:nvSpPr>
              <p:cNvPr id="33793" name="Object 4"/>
              <p:cNvSpPr txBox="1">
                <a:spLocks noRot="1" noChangeAspect="1" noMove="1" noResize="1" noEditPoints="1" noAdjustHandles="1" noChangeArrowheads="1" noChangeShapeType="1" noTextEdit="1"/>
              </p:cNvSpPr>
              <p:nvPr/>
            </p:nvSpPr>
            <p:spPr>
              <a:xfrm>
                <a:off x="1435677" y="428120"/>
                <a:ext cx="2071111" cy="706942"/>
              </a:xfrm>
              <a:prstGeom prst="rect">
                <a:avLst/>
              </a:prstGeom>
              <a:blipFill rotWithShape="1">
                <a:blip r:embed="rId1"/>
                <a:stretch>
                  <a:fillRect l="-488" t="-1366" r="-445" b="-24297"/>
                </a:stretch>
              </a:blipFill>
            </p:spPr>
            <p:style>
              <a:lnRef idx="3">
                <a:schemeClr val="lt1"/>
              </a:lnRef>
              <a:fillRef idx="1">
                <a:schemeClr val="accent2"/>
              </a:fillRef>
              <a:effectRef idx="1">
                <a:schemeClr val="accent2"/>
              </a:effectRef>
              <a:fontRef idx="minor">
                <a:schemeClr val="lt1"/>
              </a:fontRef>
            </p:style>
            <p:txBody>
              <a:bodyPr/>
              <a:lstStyle/>
              <a:p>
                <a:r>
                  <a:rPr lang="zh-CN" altLang="en-US">
                    <a:noFill/>
                  </a:rPr>
                  <a:t> </a:t>
                </a:r>
              </a:p>
            </p:txBody>
          </p:sp>
        </mc:Fallback>
      </mc:AlternateContent>
      <p:graphicFrame>
        <p:nvGraphicFramePr>
          <p:cNvPr id="275461" name="Object 5"/>
          <p:cNvGraphicFramePr>
            <a:graphicFrameLocks noChangeAspect="1"/>
          </p:cNvGraphicFramePr>
          <p:nvPr/>
        </p:nvGraphicFramePr>
        <p:xfrm>
          <a:off x="2063751" y="1628775"/>
          <a:ext cx="8137525" cy="388938"/>
        </p:xfrm>
        <a:graphic>
          <a:graphicData uri="http://schemas.openxmlformats.org/presentationml/2006/ole">
            <mc:AlternateContent xmlns:mc="http://schemas.openxmlformats.org/markup-compatibility/2006">
              <mc:Choice xmlns:v="urn:schemas-microsoft-com:vml" Requires="v">
                <p:oleObj spid="_x0000_s13" name="" r:id="rId2" imgW="4584700" imgH="228600" progId="Equation.3">
                  <p:embed/>
                </p:oleObj>
              </mc:Choice>
              <mc:Fallback>
                <p:oleObj name="" r:id="rId2" imgW="4584700" imgH="228600" progId="Equation.3">
                  <p:embed/>
                  <p:pic>
                    <p:nvPicPr>
                      <p:cNvPr id="0" name="Object 5"/>
                      <p:cNvPicPr/>
                      <p:nvPr/>
                    </p:nvPicPr>
                    <p:blipFill>
                      <a:blip r:embed="rId3"/>
                      <a:stretch>
                        <a:fillRect/>
                      </a:stretch>
                    </p:blipFill>
                    <p:spPr>
                      <a:xfrm>
                        <a:off x="2063751" y="1628775"/>
                        <a:ext cx="8137525" cy="388938"/>
                      </a:xfrm>
                      <a:prstGeom prst="rect">
                        <a:avLst/>
                      </a:prstGeom>
                      <a:noFill/>
                      <a:ln w="38100">
                        <a:noFill/>
                        <a:miter/>
                      </a:ln>
                    </p:spPr>
                  </p:pic>
                </p:oleObj>
              </mc:Fallback>
            </mc:AlternateContent>
          </a:graphicData>
        </a:graphic>
      </p:graphicFrame>
      <p:graphicFrame>
        <p:nvGraphicFramePr>
          <p:cNvPr id="275462" name="Object 6"/>
          <p:cNvGraphicFramePr>
            <a:graphicFrameLocks noChangeAspect="1"/>
          </p:cNvGraphicFramePr>
          <p:nvPr/>
        </p:nvGraphicFramePr>
        <p:xfrm>
          <a:off x="2063750" y="2276476"/>
          <a:ext cx="1443038" cy="346075"/>
        </p:xfrm>
        <a:graphic>
          <a:graphicData uri="http://schemas.openxmlformats.org/presentationml/2006/ole">
            <mc:AlternateContent xmlns:mc="http://schemas.openxmlformats.org/markup-compatibility/2006">
              <mc:Choice xmlns:v="urn:schemas-microsoft-com:vml" Requires="v">
                <p:oleObj spid="_x0000_s2" name="" r:id="rId4" imgW="812165" imgH="203200" progId="Equation.3">
                  <p:embed/>
                </p:oleObj>
              </mc:Choice>
              <mc:Fallback>
                <p:oleObj name="" r:id="rId4" imgW="812165" imgH="203200" progId="Equation.3">
                  <p:embed/>
                  <p:pic>
                    <p:nvPicPr>
                      <p:cNvPr id="0" name="Object 6"/>
                      <p:cNvPicPr/>
                      <p:nvPr/>
                    </p:nvPicPr>
                    <p:blipFill>
                      <a:blip r:embed="rId5"/>
                      <a:stretch>
                        <a:fillRect/>
                      </a:stretch>
                    </p:blipFill>
                    <p:spPr>
                      <a:xfrm>
                        <a:off x="2063750" y="2276476"/>
                        <a:ext cx="1443038" cy="346075"/>
                      </a:xfrm>
                      <a:prstGeom prst="rect">
                        <a:avLst/>
                      </a:prstGeom>
                      <a:noFill/>
                      <a:ln w="38100">
                        <a:noFill/>
                        <a:miter/>
                      </a:ln>
                    </p:spPr>
                  </p:pic>
                </p:oleObj>
              </mc:Fallback>
            </mc:AlternateContent>
          </a:graphicData>
        </a:graphic>
      </p:graphicFrame>
      <p:graphicFrame>
        <p:nvGraphicFramePr>
          <p:cNvPr id="275463" name="Object 7"/>
          <p:cNvGraphicFramePr>
            <a:graphicFrameLocks noChangeAspect="1"/>
          </p:cNvGraphicFramePr>
          <p:nvPr/>
        </p:nvGraphicFramePr>
        <p:xfrm>
          <a:off x="2135189" y="5084764"/>
          <a:ext cx="7869237" cy="346075"/>
        </p:xfrm>
        <a:graphic>
          <a:graphicData uri="http://schemas.openxmlformats.org/presentationml/2006/ole">
            <mc:AlternateContent xmlns:mc="http://schemas.openxmlformats.org/markup-compatibility/2006">
              <mc:Choice xmlns:v="urn:schemas-microsoft-com:vml" Requires="v">
                <p:oleObj spid="_x0000_s3" name="" r:id="rId6" imgW="4432300" imgH="203200" progId="Equation.3">
                  <p:embed/>
                </p:oleObj>
              </mc:Choice>
              <mc:Fallback>
                <p:oleObj name="" r:id="rId6" imgW="4432300" imgH="203200" progId="Equation.3">
                  <p:embed/>
                  <p:pic>
                    <p:nvPicPr>
                      <p:cNvPr id="0" name="Object 7"/>
                      <p:cNvPicPr/>
                      <p:nvPr/>
                    </p:nvPicPr>
                    <p:blipFill>
                      <a:blip r:embed="rId7"/>
                      <a:stretch>
                        <a:fillRect/>
                      </a:stretch>
                    </p:blipFill>
                    <p:spPr>
                      <a:xfrm>
                        <a:off x="2135189" y="5084764"/>
                        <a:ext cx="7869237" cy="346075"/>
                      </a:xfrm>
                      <a:prstGeom prst="rect">
                        <a:avLst/>
                      </a:prstGeom>
                      <a:noFill/>
                      <a:ln w="38100">
                        <a:noFill/>
                        <a:miter/>
                      </a:ln>
                    </p:spPr>
                  </p:pic>
                </p:oleObj>
              </mc:Fallback>
            </mc:AlternateContent>
          </a:graphicData>
        </a:graphic>
      </p:graphicFrame>
      <p:graphicFrame>
        <p:nvGraphicFramePr>
          <p:cNvPr id="275464" name="Object 8"/>
          <p:cNvGraphicFramePr>
            <a:graphicFrameLocks noChangeAspect="1"/>
          </p:cNvGraphicFramePr>
          <p:nvPr/>
        </p:nvGraphicFramePr>
        <p:xfrm>
          <a:off x="2208213" y="5734051"/>
          <a:ext cx="5040312" cy="346075"/>
        </p:xfrm>
        <a:graphic>
          <a:graphicData uri="http://schemas.openxmlformats.org/presentationml/2006/ole">
            <mc:AlternateContent xmlns:mc="http://schemas.openxmlformats.org/markup-compatibility/2006">
              <mc:Choice xmlns:v="urn:schemas-microsoft-com:vml" Requires="v">
                <p:oleObj spid="_x0000_s4" name="" r:id="rId8" imgW="2882900" imgH="203200" progId="Equation.3">
                  <p:embed/>
                </p:oleObj>
              </mc:Choice>
              <mc:Fallback>
                <p:oleObj name="" r:id="rId8" imgW="2882900" imgH="203200" progId="Equation.3">
                  <p:embed/>
                  <p:pic>
                    <p:nvPicPr>
                      <p:cNvPr id="0" name="Object 8"/>
                      <p:cNvPicPr/>
                      <p:nvPr/>
                    </p:nvPicPr>
                    <p:blipFill>
                      <a:blip r:embed="rId9"/>
                      <a:stretch>
                        <a:fillRect/>
                      </a:stretch>
                    </p:blipFill>
                    <p:spPr>
                      <a:xfrm>
                        <a:off x="2208213" y="5734051"/>
                        <a:ext cx="5040312" cy="346075"/>
                      </a:xfrm>
                      <a:prstGeom prst="rect">
                        <a:avLst/>
                      </a:prstGeom>
                      <a:noFill/>
                      <a:ln w="38100">
                        <a:noFill/>
                        <a:miter/>
                      </a:ln>
                    </p:spPr>
                  </p:pic>
                </p:oleObj>
              </mc:Fallback>
            </mc:AlternateContent>
          </a:graphicData>
        </a:graphic>
      </p:graphicFrame>
      <p:graphicFrame>
        <p:nvGraphicFramePr>
          <p:cNvPr id="275465" name="Object 9"/>
          <p:cNvGraphicFramePr>
            <a:graphicFrameLocks noChangeAspect="1"/>
          </p:cNvGraphicFramePr>
          <p:nvPr/>
        </p:nvGraphicFramePr>
        <p:xfrm>
          <a:off x="2208214" y="2997200"/>
          <a:ext cx="8093075" cy="1593850"/>
        </p:xfrm>
        <a:graphic>
          <a:graphicData uri="http://schemas.openxmlformats.org/presentationml/2006/ole">
            <mc:AlternateContent xmlns:mc="http://schemas.openxmlformats.org/markup-compatibility/2006">
              <mc:Choice xmlns:v="urn:schemas-microsoft-com:vml" Requires="v">
                <p:oleObj spid="_x0000_s5" name="" r:id="rId10" imgW="4508500" imgH="889000" progId="Equation.3">
                  <p:embed/>
                </p:oleObj>
              </mc:Choice>
              <mc:Fallback>
                <p:oleObj name="" r:id="rId10" imgW="4508500" imgH="889000" progId="Equation.3">
                  <p:embed/>
                  <p:pic>
                    <p:nvPicPr>
                      <p:cNvPr id="0" name="Object 9"/>
                      <p:cNvPicPr/>
                      <p:nvPr/>
                    </p:nvPicPr>
                    <p:blipFill>
                      <a:blip r:embed="rId11">
                        <a:biLevel thresh="50000"/>
                        <a:grayscl/>
                      </a:blip>
                      <a:stretch>
                        <a:fillRect/>
                      </a:stretch>
                    </p:blipFill>
                    <p:spPr>
                      <a:xfrm>
                        <a:off x="2208214" y="2997200"/>
                        <a:ext cx="8093075" cy="159385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5461"/>
                                        </p:tgtEl>
                                        <p:attrNameLst>
                                          <p:attrName>style.visibility</p:attrName>
                                        </p:attrNameLst>
                                      </p:cBhvr>
                                      <p:to>
                                        <p:strVal val="visible"/>
                                      </p:to>
                                    </p:set>
                                    <p:animEffect transition="in" filter="wipe(left)">
                                      <p:cBhvr>
                                        <p:cTn id="7" dur="500"/>
                                        <p:tgtEl>
                                          <p:spTgt spid="27546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75462"/>
                                        </p:tgtEl>
                                        <p:attrNameLst>
                                          <p:attrName>style.visibility</p:attrName>
                                        </p:attrNameLst>
                                      </p:cBhvr>
                                      <p:to>
                                        <p:strVal val="visible"/>
                                      </p:to>
                                    </p:set>
                                    <p:animEffect transition="in" filter="wipe(left)">
                                      <p:cBhvr>
                                        <p:cTn id="11" dur="500"/>
                                        <p:tgtEl>
                                          <p:spTgt spid="27546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5465"/>
                                        </p:tgtEl>
                                        <p:attrNameLst>
                                          <p:attrName>style.visibility</p:attrName>
                                        </p:attrNameLst>
                                      </p:cBhvr>
                                      <p:to>
                                        <p:strVal val="visible"/>
                                      </p:to>
                                    </p:set>
                                    <p:animEffect transition="in" filter="wipe(left)">
                                      <p:cBhvr>
                                        <p:cTn id="15" dur="2000"/>
                                        <p:tgtEl>
                                          <p:spTgt spid="275465"/>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275463"/>
                                        </p:tgtEl>
                                        <p:attrNameLst>
                                          <p:attrName>style.visibility</p:attrName>
                                        </p:attrNameLst>
                                      </p:cBhvr>
                                      <p:to>
                                        <p:strVal val="visible"/>
                                      </p:to>
                                    </p:set>
                                    <p:animEffect transition="in" filter="wipe(left)">
                                      <p:cBhvr>
                                        <p:cTn id="19" dur="500"/>
                                        <p:tgtEl>
                                          <p:spTgt spid="27546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75464"/>
                                        </p:tgtEl>
                                        <p:attrNameLst>
                                          <p:attrName>style.visibility</p:attrName>
                                        </p:attrNameLst>
                                      </p:cBhvr>
                                      <p:to>
                                        <p:strVal val="visible"/>
                                      </p:to>
                                    </p:set>
                                    <p:animEffect transition="in" filter="wipe(left)">
                                      <p:cBhvr>
                                        <p:cTn id="24" dur="500"/>
                                        <p:tgtEl>
                                          <p:spTgt spid="275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p:nvPr/>
        </p:nvSpPr>
        <p:spPr>
          <a:xfrm>
            <a:off x="2208213" y="692150"/>
            <a:ext cx="7848600" cy="946150"/>
          </a:xfrm>
          <a:prstGeom prst="rect">
            <a:avLst/>
          </a:prstGeom>
          <a:noFill/>
          <a:ln w="25400">
            <a:noFill/>
          </a:ln>
        </p:spPr>
        <p:txBody>
          <a:bodyPr anchor="ctr"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注</a:t>
            </a:r>
            <a:r>
              <a:rPr lang="en-US" altLang="zh-CN" sz="2800" b="1" dirty="0">
                <a:solidFill>
                  <a:srgbClr val="2B03BD"/>
                </a:solidFill>
                <a:latin typeface="黑体" panose="02010609060101010101" pitchFamily="49" charset="-122"/>
                <a:ea typeface="黑体" panose="02010609060101010101" pitchFamily="49" charset="-122"/>
              </a:rPr>
              <a:t>1</a:t>
            </a:r>
            <a:r>
              <a:rPr lang="zh-CN" altLang="en-US" sz="2800" b="1" dirty="0">
                <a:solidFill>
                  <a:srgbClr val="0000FF"/>
                </a:solidFill>
                <a:latin typeface="宋体" panose="02010600030101010101" pitchFamily="2" charset="-122"/>
                <a:ea typeface="宋体" panose="02010600030101010101" pitchFamily="2" charset="-122"/>
              </a:rPr>
              <a:t>：</a:t>
            </a:r>
            <a:r>
              <a:rPr lang="zh-CN" altLang="en-US" sz="2800" b="1" dirty="0">
                <a:solidFill>
                  <a:srgbClr val="2B03BD"/>
                </a:solidFill>
                <a:latin typeface="黑体" panose="02010609060101010101" pitchFamily="49" charset="-122"/>
                <a:ea typeface="黑体" panose="02010609060101010101" pitchFamily="49" charset="-122"/>
              </a:rPr>
              <a:t>对于波动方程和热传导方程而言</a:t>
            </a:r>
            <a:r>
              <a:rPr lang="en-US" altLang="zh-CN" sz="2800" b="1" dirty="0">
                <a:solidFill>
                  <a:srgbClr val="2B03BD"/>
                </a:solidFill>
                <a:latin typeface="黑体" panose="02010609060101010101" pitchFamily="49" charset="-122"/>
                <a:ea typeface="黑体" panose="02010609060101010101" pitchFamily="49" charset="-122"/>
              </a:rPr>
              <a:t>, </a:t>
            </a:r>
            <a:r>
              <a:rPr lang="zh-CN" altLang="en-US" sz="2800" b="1" dirty="0">
                <a:solidFill>
                  <a:srgbClr val="2B03BD"/>
                </a:solidFill>
                <a:latin typeface="黑体" panose="02010609060101010101" pitchFamily="49" charset="-122"/>
                <a:ea typeface="黑体" panose="02010609060101010101" pitchFamily="49" charset="-122"/>
              </a:rPr>
              <a:t>边界条件唯一确定了其特征值和特征函数。</a:t>
            </a:r>
            <a:endParaRPr lang="zh-CN" altLang="en-US" sz="2800" b="1" i="1" dirty="0">
              <a:solidFill>
                <a:srgbClr val="2B03BD"/>
              </a:solidFill>
              <a:latin typeface="黑体" panose="02010609060101010101" pitchFamily="49" charset="-122"/>
              <a:ea typeface="黑体" panose="02010609060101010101" pitchFamily="49" charset="-122"/>
            </a:endParaRPr>
          </a:p>
        </p:txBody>
      </p:sp>
      <p:sp>
        <p:nvSpPr>
          <p:cNvPr id="8194" name="Rectangle 3"/>
          <p:cNvSpPr/>
          <p:nvPr/>
        </p:nvSpPr>
        <p:spPr>
          <a:xfrm>
            <a:off x="6003635" y="2853809"/>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200708" name="Object 4"/>
          <p:cNvGraphicFramePr>
            <a:graphicFrameLocks noChangeAspect="1"/>
          </p:cNvGraphicFramePr>
          <p:nvPr/>
        </p:nvGraphicFramePr>
        <p:xfrm>
          <a:off x="4511676" y="1773239"/>
          <a:ext cx="2232025" cy="465137"/>
        </p:xfrm>
        <a:graphic>
          <a:graphicData uri="http://schemas.openxmlformats.org/presentationml/2006/ole">
            <mc:AlternateContent xmlns:mc="http://schemas.openxmlformats.org/markup-compatibility/2006">
              <mc:Choice xmlns:v="urn:schemas-microsoft-com:vml" Requires="v">
                <p:oleObj spid="_x0000_s13" name="" r:id="rId1" imgW="850265" imgH="177800" progId="Equation.DSMT4">
                  <p:embed/>
                </p:oleObj>
              </mc:Choice>
              <mc:Fallback>
                <p:oleObj name="" r:id="rId1" imgW="850265" imgH="177800" progId="Equation.DSMT4">
                  <p:embed/>
                  <p:pic>
                    <p:nvPicPr>
                      <p:cNvPr id="0" name="Object 4"/>
                      <p:cNvPicPr/>
                      <p:nvPr/>
                    </p:nvPicPr>
                    <p:blipFill>
                      <a:blip r:embed="rId2"/>
                      <a:stretch>
                        <a:fillRect/>
                      </a:stretch>
                    </p:blipFill>
                    <p:spPr>
                      <a:xfrm>
                        <a:off x="4511676" y="1773239"/>
                        <a:ext cx="2232025" cy="465137"/>
                      </a:xfrm>
                      <a:prstGeom prst="rect">
                        <a:avLst/>
                      </a:prstGeom>
                      <a:noFill/>
                      <a:ln w="38100">
                        <a:noFill/>
                        <a:miter/>
                      </a:ln>
                    </p:spPr>
                  </p:pic>
                </p:oleObj>
              </mc:Fallback>
            </mc:AlternateContent>
          </a:graphicData>
        </a:graphic>
      </p:graphicFrame>
      <p:sp>
        <p:nvSpPr>
          <p:cNvPr id="8196" name="Rectangle 5"/>
          <p:cNvSpPr/>
          <p:nvPr/>
        </p:nvSpPr>
        <p:spPr>
          <a:xfrm>
            <a:off x="6003635" y="2953822"/>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197" name="Rectangle 6"/>
          <p:cNvSpPr/>
          <p:nvPr/>
        </p:nvSpPr>
        <p:spPr>
          <a:xfrm>
            <a:off x="6003635" y="3106222"/>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198" name="Rectangle 7"/>
          <p:cNvSpPr/>
          <p:nvPr/>
        </p:nvSpPr>
        <p:spPr>
          <a:xfrm>
            <a:off x="6003635" y="2972872"/>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199" name="Rectangle 8"/>
          <p:cNvSpPr/>
          <p:nvPr/>
        </p:nvSpPr>
        <p:spPr>
          <a:xfrm>
            <a:off x="6003635" y="2963347"/>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0" name="Rectangle 9"/>
          <p:cNvSpPr/>
          <p:nvPr/>
        </p:nvSpPr>
        <p:spPr>
          <a:xfrm>
            <a:off x="6003635" y="3115747"/>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1" name="Rectangle 10"/>
          <p:cNvSpPr/>
          <p:nvPr/>
        </p:nvSpPr>
        <p:spPr>
          <a:xfrm>
            <a:off x="6003635" y="2901434"/>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2" name="Rectangle 11"/>
          <p:cNvSpPr/>
          <p:nvPr/>
        </p:nvSpPr>
        <p:spPr>
          <a:xfrm>
            <a:off x="6003635" y="2920484"/>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3" name="Rectangle 12"/>
          <p:cNvSpPr/>
          <p:nvPr/>
        </p:nvSpPr>
        <p:spPr>
          <a:xfrm>
            <a:off x="6003635" y="2972872"/>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4" name="Rectangle 13"/>
          <p:cNvSpPr/>
          <p:nvPr/>
        </p:nvSpPr>
        <p:spPr>
          <a:xfrm>
            <a:off x="6003635" y="2968109"/>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pSp>
        <p:nvGrpSpPr>
          <p:cNvPr id="200718" name="Group 14"/>
          <p:cNvGrpSpPr/>
          <p:nvPr/>
        </p:nvGrpSpPr>
        <p:grpSpPr>
          <a:xfrm>
            <a:off x="2351089" y="2419351"/>
            <a:ext cx="7285037" cy="3746499"/>
            <a:chOff x="521" y="1524"/>
            <a:chExt cx="4589" cy="2360"/>
          </a:xfrm>
        </p:grpSpPr>
        <p:sp>
          <p:nvSpPr>
            <p:cNvPr id="8206" name="Rectangle 15"/>
            <p:cNvSpPr/>
            <p:nvPr/>
          </p:nvSpPr>
          <p:spPr>
            <a:xfrm>
              <a:off x="521" y="1570"/>
              <a:ext cx="4582" cy="2314"/>
            </a:xfrm>
            <a:prstGeom prst="rect">
              <a:avLst/>
            </a:prstGeom>
            <a:noFill/>
            <a:ln w="25400" cap="flat" cmpd="sng">
              <a:solidFill>
                <a:schemeClr val="tx2"/>
              </a:solidFill>
              <a:prstDash val="solid"/>
              <a:miter/>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8207" name="Line 16"/>
            <p:cNvSpPr/>
            <p:nvPr/>
          </p:nvSpPr>
          <p:spPr>
            <a:xfrm>
              <a:off x="521" y="1842"/>
              <a:ext cx="4582" cy="0"/>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08" name="Line 17"/>
            <p:cNvSpPr/>
            <p:nvPr/>
          </p:nvSpPr>
          <p:spPr>
            <a:xfrm>
              <a:off x="1066" y="1570"/>
              <a:ext cx="0" cy="2314"/>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09" name="Line 18"/>
            <p:cNvSpPr/>
            <p:nvPr/>
          </p:nvSpPr>
          <p:spPr>
            <a:xfrm>
              <a:off x="1610" y="1570"/>
              <a:ext cx="0" cy="2314"/>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10" name="Line 19"/>
            <p:cNvSpPr/>
            <p:nvPr/>
          </p:nvSpPr>
          <p:spPr>
            <a:xfrm>
              <a:off x="2563" y="1570"/>
              <a:ext cx="0" cy="2314"/>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11" name="Line 20"/>
            <p:cNvSpPr/>
            <p:nvPr/>
          </p:nvSpPr>
          <p:spPr>
            <a:xfrm>
              <a:off x="4014" y="1570"/>
              <a:ext cx="0" cy="2314"/>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12" name="Rectangle 21"/>
            <p:cNvSpPr/>
            <p:nvPr/>
          </p:nvSpPr>
          <p:spPr>
            <a:xfrm>
              <a:off x="1815" y="1570"/>
              <a:ext cx="556" cy="233"/>
            </a:xfrm>
            <a:prstGeom prst="rect">
              <a:avLst/>
            </a:prstGeom>
            <a:noFill/>
            <a:ln w="25400">
              <a:noFill/>
            </a:ln>
          </p:spPr>
          <p:txBody>
            <a:bodyPr wrap="none" anchor="t" anchorCtr="0">
              <a:spAutoFit/>
            </a:bodyPr>
            <a:lstStyle/>
            <a:p>
              <a:pPr algn="ctr">
                <a:spcBef>
                  <a:spcPct val="20000"/>
                </a:spcBef>
              </a:pPr>
              <a:r>
                <a:rPr lang="zh-CN" altLang="en-US" b="1" dirty="0">
                  <a:latin typeface="Times New Roman" panose="02020603050405020304" pitchFamily="18" charset="0"/>
                  <a:ea typeface="宋体" panose="02010600030101010101" pitchFamily="2" charset="-122"/>
                </a:rPr>
                <a:t>特征值</a:t>
              </a:r>
              <a:endParaRPr lang="zh-CN" altLang="en-US" b="1" dirty="0">
                <a:latin typeface="Times New Roman" panose="02020603050405020304" pitchFamily="18" charset="0"/>
                <a:ea typeface="宋体" panose="02010600030101010101" pitchFamily="2" charset="-122"/>
              </a:endParaRPr>
            </a:p>
          </p:txBody>
        </p:sp>
        <p:sp>
          <p:nvSpPr>
            <p:cNvPr id="8213" name="Rectangle 22"/>
            <p:cNvSpPr/>
            <p:nvPr/>
          </p:nvSpPr>
          <p:spPr>
            <a:xfrm>
              <a:off x="2837" y="1570"/>
              <a:ext cx="702" cy="233"/>
            </a:xfrm>
            <a:prstGeom prst="rect">
              <a:avLst/>
            </a:prstGeom>
            <a:noFill/>
            <a:ln w="25400">
              <a:noFill/>
            </a:ln>
          </p:spPr>
          <p:txBody>
            <a:bodyPr wrap="none" anchor="t" anchorCtr="0">
              <a:spAutoFit/>
            </a:bodyPr>
            <a:lstStyle/>
            <a:p>
              <a:pPr algn="ctr">
                <a:spcBef>
                  <a:spcPct val="20000"/>
                </a:spcBef>
              </a:pPr>
              <a:r>
                <a:rPr lang="zh-CN" altLang="en-US" b="1" dirty="0">
                  <a:latin typeface="Times New Roman" panose="02020603050405020304" pitchFamily="18" charset="0"/>
                  <a:ea typeface="宋体" panose="02010600030101010101" pitchFamily="2" charset="-122"/>
                </a:rPr>
                <a:t>特征函数</a:t>
              </a:r>
              <a:endParaRPr lang="zh-CN" altLang="en-US" b="1" dirty="0">
                <a:latin typeface="Times New Roman" panose="02020603050405020304" pitchFamily="18" charset="0"/>
                <a:ea typeface="宋体" panose="02010600030101010101" pitchFamily="2" charset="-122"/>
              </a:endParaRPr>
            </a:p>
          </p:txBody>
        </p:sp>
        <p:sp>
          <p:nvSpPr>
            <p:cNvPr id="8214" name="Rectangle 23"/>
            <p:cNvSpPr/>
            <p:nvPr/>
          </p:nvSpPr>
          <p:spPr>
            <a:xfrm>
              <a:off x="4059" y="1524"/>
              <a:ext cx="759" cy="330"/>
            </a:xfrm>
            <a:prstGeom prst="rect">
              <a:avLst/>
            </a:prstGeom>
            <a:noFill/>
            <a:ln w="25400">
              <a:noFill/>
            </a:ln>
          </p:spPr>
          <p:txBody>
            <a:bodyPr wrap="none" anchor="ctr" anchorCtr="0">
              <a:spAutoFit/>
            </a:bodyPr>
            <a:lstStyle/>
            <a:p>
              <a:r>
                <a:rPr lang="zh-CN" altLang="en-US" b="1" dirty="0">
                  <a:latin typeface="Times New Roman" panose="02020603050405020304" pitchFamily="18" charset="0"/>
                  <a:ea typeface="宋体" panose="02010600030101010101" pitchFamily="2" charset="-122"/>
                </a:rPr>
                <a:t>取值范围</a:t>
              </a:r>
              <a:r>
                <a:rPr lang="zh-CN" altLang="en-US" sz="2800" b="1" i="1" dirty="0">
                  <a:latin typeface="Times New Roman" panose="02020603050405020304" pitchFamily="18" charset="0"/>
                  <a:ea typeface="宋体" panose="02010600030101010101" pitchFamily="2" charset="-122"/>
                </a:rPr>
                <a:t> </a:t>
              </a:r>
              <a:endParaRPr lang="zh-CN" altLang="en-US" sz="2800" b="1" i="1" dirty="0">
                <a:latin typeface="Times New Roman" panose="02020603050405020304" pitchFamily="18" charset="0"/>
                <a:ea typeface="宋体" panose="02010600030101010101" pitchFamily="2" charset="-122"/>
              </a:endParaRPr>
            </a:p>
          </p:txBody>
        </p:sp>
        <p:sp>
          <p:nvSpPr>
            <p:cNvPr id="8215" name="Line 24"/>
            <p:cNvSpPr/>
            <p:nvPr/>
          </p:nvSpPr>
          <p:spPr>
            <a:xfrm>
              <a:off x="521" y="2387"/>
              <a:ext cx="4582" cy="0"/>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16" name="Line 25"/>
            <p:cNvSpPr/>
            <p:nvPr/>
          </p:nvSpPr>
          <p:spPr>
            <a:xfrm>
              <a:off x="521" y="2886"/>
              <a:ext cx="4582" cy="0"/>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sp>
          <p:nvSpPr>
            <p:cNvPr id="8217" name="Line 26"/>
            <p:cNvSpPr/>
            <p:nvPr/>
          </p:nvSpPr>
          <p:spPr>
            <a:xfrm>
              <a:off x="521" y="3385"/>
              <a:ext cx="4582" cy="0"/>
            </a:xfrm>
            <a:prstGeom prst="line">
              <a:avLst/>
            </a:prstGeom>
            <a:ln w="25400" cap="flat" cmpd="sng">
              <a:solidFill>
                <a:schemeClr val="tx2"/>
              </a:solidFill>
              <a:prstDash val="solid"/>
              <a:round/>
              <a:headEnd type="none" w="med" len="med"/>
              <a:tailEnd type="none" w="med" len="med"/>
            </a:ln>
          </p:spPr>
          <p:txBody>
            <a:bodyPr/>
            <a:lstStyle/>
            <a:p>
              <a:endParaRPr lang="zh-CN" altLang="en-US"/>
            </a:p>
          </p:txBody>
        </p:sp>
        <p:graphicFrame>
          <p:nvGraphicFramePr>
            <p:cNvPr id="8218" name="Object 27"/>
            <p:cNvGraphicFramePr>
              <a:graphicFrameLocks noChangeAspect="1"/>
            </p:cNvGraphicFramePr>
            <p:nvPr/>
          </p:nvGraphicFramePr>
          <p:xfrm>
            <a:off x="1837" y="1888"/>
            <a:ext cx="386" cy="453"/>
          </p:xfrm>
          <a:graphic>
            <a:graphicData uri="http://schemas.openxmlformats.org/presentationml/2006/ole">
              <mc:AlternateContent xmlns:mc="http://schemas.openxmlformats.org/markup-compatibility/2006">
                <mc:Choice xmlns:v="urn:schemas-microsoft-com:vml" Requires="v">
                  <p:oleObj spid="_x0000_s2" name="" r:id="rId3" imgW="863600" imgH="1016000" progId="Equation.DSMT4">
                    <p:embed/>
                  </p:oleObj>
                </mc:Choice>
                <mc:Fallback>
                  <p:oleObj name="" r:id="rId3" imgW="863600" imgH="1016000" progId="Equation.DSMT4">
                    <p:embed/>
                    <p:pic>
                      <p:nvPicPr>
                        <p:cNvPr id="0" name="Object 27"/>
                        <p:cNvPicPr/>
                        <p:nvPr/>
                      </p:nvPicPr>
                      <p:blipFill>
                        <a:blip r:embed="rId4"/>
                        <a:stretch>
                          <a:fillRect/>
                        </a:stretch>
                      </p:blipFill>
                      <p:spPr>
                        <a:xfrm>
                          <a:off x="1837" y="1888"/>
                          <a:ext cx="386" cy="453"/>
                        </a:xfrm>
                        <a:prstGeom prst="rect">
                          <a:avLst/>
                        </a:prstGeom>
                        <a:noFill/>
                        <a:ln w="38100">
                          <a:noFill/>
                          <a:miter/>
                        </a:ln>
                      </p:spPr>
                    </p:pic>
                  </p:oleObj>
                </mc:Fallback>
              </mc:AlternateContent>
            </a:graphicData>
          </a:graphic>
        </p:graphicFrame>
        <p:sp>
          <p:nvSpPr>
            <p:cNvPr id="8219" name="Rectangle 28"/>
            <p:cNvSpPr/>
            <p:nvPr/>
          </p:nvSpPr>
          <p:spPr>
            <a:xfrm>
              <a:off x="612" y="1933"/>
              <a:ext cx="341" cy="327"/>
            </a:xfrm>
            <a:prstGeom prst="rect">
              <a:avLst/>
            </a:prstGeom>
            <a:noFill/>
            <a:ln w="25400">
              <a:noFill/>
            </a:ln>
          </p:spPr>
          <p:txBody>
            <a:bodyPr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一</a:t>
              </a:r>
              <a:endParaRPr lang="zh-CN" altLang="en-US" sz="2800" b="1" dirty="0">
                <a:latin typeface="Times New Roman" panose="02020603050405020304" pitchFamily="18" charset="0"/>
                <a:ea typeface="黑体" panose="02010609060101010101" pitchFamily="49" charset="-122"/>
              </a:endParaRPr>
            </a:p>
          </p:txBody>
        </p:sp>
        <p:sp>
          <p:nvSpPr>
            <p:cNvPr id="8220" name="Rectangle 29"/>
            <p:cNvSpPr/>
            <p:nvPr/>
          </p:nvSpPr>
          <p:spPr>
            <a:xfrm>
              <a:off x="1156" y="1933"/>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一</a:t>
              </a:r>
              <a:endParaRPr lang="zh-CN" altLang="en-US" sz="2800" b="1" dirty="0">
                <a:latin typeface="Times New Roman" panose="02020603050405020304" pitchFamily="18" charset="0"/>
                <a:ea typeface="黑体" panose="02010609060101010101" pitchFamily="49" charset="-122"/>
              </a:endParaRPr>
            </a:p>
          </p:txBody>
        </p:sp>
        <p:graphicFrame>
          <p:nvGraphicFramePr>
            <p:cNvPr id="8221" name="Object 30"/>
            <p:cNvGraphicFramePr>
              <a:graphicFrameLocks noChangeAspect="1"/>
            </p:cNvGraphicFramePr>
            <p:nvPr/>
          </p:nvGraphicFramePr>
          <p:xfrm>
            <a:off x="2823" y="1927"/>
            <a:ext cx="601" cy="398"/>
          </p:xfrm>
          <a:graphic>
            <a:graphicData uri="http://schemas.openxmlformats.org/presentationml/2006/ole">
              <mc:AlternateContent xmlns:mc="http://schemas.openxmlformats.org/markup-compatibility/2006">
                <mc:Choice xmlns:v="urn:schemas-microsoft-com:vml" Requires="v">
                  <p:oleObj spid="_x0000_s3" name="" r:id="rId5" imgW="571500" imgH="406400" progId="Equation.DSMT4">
                    <p:embed/>
                  </p:oleObj>
                </mc:Choice>
                <mc:Fallback>
                  <p:oleObj name="" r:id="rId5" imgW="571500" imgH="406400" progId="Equation.DSMT4">
                    <p:embed/>
                    <p:pic>
                      <p:nvPicPr>
                        <p:cNvPr id="0" name="Object 30"/>
                        <p:cNvPicPr/>
                        <p:nvPr/>
                      </p:nvPicPr>
                      <p:blipFill>
                        <a:blip r:embed="rId6"/>
                        <a:stretch>
                          <a:fillRect/>
                        </a:stretch>
                      </p:blipFill>
                      <p:spPr>
                        <a:xfrm>
                          <a:off x="2823" y="1927"/>
                          <a:ext cx="601" cy="398"/>
                        </a:xfrm>
                        <a:prstGeom prst="rect">
                          <a:avLst/>
                        </a:prstGeom>
                        <a:noFill/>
                        <a:ln w="38100">
                          <a:noFill/>
                          <a:miter/>
                        </a:ln>
                      </p:spPr>
                    </p:pic>
                  </p:oleObj>
                </mc:Fallback>
              </mc:AlternateContent>
            </a:graphicData>
          </a:graphic>
        </p:graphicFrame>
        <p:graphicFrame>
          <p:nvGraphicFramePr>
            <p:cNvPr id="8222" name="Object 31"/>
            <p:cNvGraphicFramePr>
              <a:graphicFrameLocks noChangeAspect="1"/>
            </p:cNvGraphicFramePr>
            <p:nvPr/>
          </p:nvGraphicFramePr>
          <p:xfrm>
            <a:off x="4105" y="1979"/>
            <a:ext cx="921" cy="232"/>
          </p:xfrm>
          <a:graphic>
            <a:graphicData uri="http://schemas.openxmlformats.org/presentationml/2006/ole">
              <mc:AlternateContent xmlns:mc="http://schemas.openxmlformats.org/markup-compatibility/2006">
                <mc:Choice xmlns:v="urn:schemas-microsoft-com:vml" Requires="v">
                  <p:oleObj spid="_x0000_s4" name="" r:id="rId7" imgW="1562100" imgH="393700" progId="Equation.DSMT4">
                    <p:embed/>
                  </p:oleObj>
                </mc:Choice>
                <mc:Fallback>
                  <p:oleObj name="" r:id="rId7" imgW="1562100" imgH="393700" progId="Equation.DSMT4">
                    <p:embed/>
                    <p:pic>
                      <p:nvPicPr>
                        <p:cNvPr id="0" name="Object 31"/>
                        <p:cNvPicPr/>
                        <p:nvPr/>
                      </p:nvPicPr>
                      <p:blipFill>
                        <a:blip r:embed="rId8"/>
                        <a:stretch>
                          <a:fillRect/>
                        </a:stretch>
                      </p:blipFill>
                      <p:spPr>
                        <a:xfrm>
                          <a:off x="4105" y="1979"/>
                          <a:ext cx="921" cy="232"/>
                        </a:xfrm>
                        <a:prstGeom prst="rect">
                          <a:avLst/>
                        </a:prstGeom>
                        <a:noFill/>
                        <a:ln w="38100">
                          <a:noFill/>
                          <a:miter/>
                        </a:ln>
                      </p:spPr>
                    </p:pic>
                  </p:oleObj>
                </mc:Fallback>
              </mc:AlternateContent>
            </a:graphicData>
          </a:graphic>
        </p:graphicFrame>
        <p:sp>
          <p:nvSpPr>
            <p:cNvPr id="8223" name="Rectangle 32"/>
            <p:cNvSpPr/>
            <p:nvPr/>
          </p:nvSpPr>
          <p:spPr>
            <a:xfrm>
              <a:off x="612" y="2523"/>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一</a:t>
              </a:r>
              <a:endParaRPr lang="zh-CN" altLang="en-US" sz="2800" b="1" dirty="0">
                <a:latin typeface="Times New Roman" panose="02020603050405020304" pitchFamily="18" charset="0"/>
                <a:ea typeface="黑体" panose="02010609060101010101" pitchFamily="49" charset="-122"/>
              </a:endParaRPr>
            </a:p>
          </p:txBody>
        </p:sp>
        <p:sp>
          <p:nvSpPr>
            <p:cNvPr id="8224" name="Rectangle 33"/>
            <p:cNvSpPr/>
            <p:nvPr/>
          </p:nvSpPr>
          <p:spPr>
            <a:xfrm>
              <a:off x="1156" y="2523"/>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二</a:t>
              </a:r>
              <a:endParaRPr lang="zh-CN" altLang="en-US" sz="2800" b="1" dirty="0">
                <a:latin typeface="Times New Roman" panose="02020603050405020304" pitchFamily="18" charset="0"/>
                <a:ea typeface="黑体" panose="02010609060101010101" pitchFamily="49" charset="-122"/>
              </a:endParaRPr>
            </a:p>
          </p:txBody>
        </p:sp>
        <p:graphicFrame>
          <p:nvGraphicFramePr>
            <p:cNvPr id="8225" name="Object 34"/>
            <p:cNvGraphicFramePr>
              <a:graphicFrameLocks noChangeAspect="1"/>
            </p:cNvGraphicFramePr>
            <p:nvPr/>
          </p:nvGraphicFramePr>
          <p:xfrm>
            <a:off x="1701" y="2387"/>
            <a:ext cx="797" cy="462"/>
          </p:xfrm>
          <a:graphic>
            <a:graphicData uri="http://schemas.openxmlformats.org/presentationml/2006/ole">
              <mc:AlternateContent xmlns:mc="http://schemas.openxmlformats.org/markup-compatibility/2006">
                <mc:Choice xmlns:v="urn:schemas-microsoft-com:vml" Requires="v">
                  <p:oleObj spid="_x0000_s5" name="" r:id="rId9" imgW="1854200" imgH="1079500" progId="Equation.DSMT4">
                    <p:embed/>
                  </p:oleObj>
                </mc:Choice>
                <mc:Fallback>
                  <p:oleObj name="" r:id="rId9" imgW="1854200" imgH="1079500" progId="Equation.DSMT4">
                    <p:embed/>
                    <p:pic>
                      <p:nvPicPr>
                        <p:cNvPr id="0" name="Object 34"/>
                        <p:cNvPicPr/>
                        <p:nvPr/>
                      </p:nvPicPr>
                      <p:blipFill>
                        <a:blip r:embed="rId10"/>
                        <a:stretch>
                          <a:fillRect/>
                        </a:stretch>
                      </p:blipFill>
                      <p:spPr>
                        <a:xfrm>
                          <a:off x="1701" y="2387"/>
                          <a:ext cx="797" cy="462"/>
                        </a:xfrm>
                        <a:prstGeom prst="rect">
                          <a:avLst/>
                        </a:prstGeom>
                        <a:noFill/>
                        <a:ln w="38100">
                          <a:noFill/>
                          <a:miter/>
                        </a:ln>
                      </p:spPr>
                    </p:pic>
                  </p:oleObj>
                </mc:Fallback>
              </mc:AlternateContent>
            </a:graphicData>
          </a:graphic>
        </p:graphicFrame>
        <p:graphicFrame>
          <p:nvGraphicFramePr>
            <p:cNvPr id="8226" name="Object 35"/>
            <p:cNvGraphicFramePr>
              <a:graphicFrameLocks noChangeAspect="1"/>
            </p:cNvGraphicFramePr>
            <p:nvPr/>
          </p:nvGraphicFramePr>
          <p:xfrm>
            <a:off x="2835" y="2478"/>
            <a:ext cx="862" cy="376"/>
          </p:xfrm>
          <a:graphic>
            <a:graphicData uri="http://schemas.openxmlformats.org/presentationml/2006/ole">
              <mc:AlternateContent xmlns:mc="http://schemas.openxmlformats.org/markup-compatibility/2006">
                <mc:Choice xmlns:v="urn:schemas-microsoft-com:vml" Requires="v">
                  <p:oleObj spid="_x0000_s6" name="" r:id="rId11" imgW="2171700" imgH="952500" progId="Equation.DSMT4">
                    <p:embed/>
                  </p:oleObj>
                </mc:Choice>
                <mc:Fallback>
                  <p:oleObj name="" r:id="rId11" imgW="2171700" imgH="952500" progId="Equation.DSMT4">
                    <p:embed/>
                    <p:pic>
                      <p:nvPicPr>
                        <p:cNvPr id="0" name="Object 35"/>
                        <p:cNvPicPr/>
                        <p:nvPr/>
                      </p:nvPicPr>
                      <p:blipFill>
                        <a:blip r:embed="rId12"/>
                        <a:stretch>
                          <a:fillRect/>
                        </a:stretch>
                      </p:blipFill>
                      <p:spPr>
                        <a:xfrm>
                          <a:off x="2835" y="2478"/>
                          <a:ext cx="862" cy="376"/>
                        </a:xfrm>
                        <a:prstGeom prst="rect">
                          <a:avLst/>
                        </a:prstGeom>
                        <a:noFill/>
                        <a:ln w="38100">
                          <a:noFill/>
                          <a:miter/>
                        </a:ln>
                      </p:spPr>
                    </p:pic>
                  </p:oleObj>
                </mc:Fallback>
              </mc:AlternateContent>
            </a:graphicData>
          </a:graphic>
        </p:graphicFrame>
        <p:graphicFrame>
          <p:nvGraphicFramePr>
            <p:cNvPr id="8227" name="Object 36"/>
            <p:cNvGraphicFramePr>
              <a:graphicFrameLocks noChangeAspect="1"/>
            </p:cNvGraphicFramePr>
            <p:nvPr/>
          </p:nvGraphicFramePr>
          <p:xfrm>
            <a:off x="4059" y="2478"/>
            <a:ext cx="1051" cy="222"/>
          </p:xfrm>
          <a:graphic>
            <a:graphicData uri="http://schemas.openxmlformats.org/presentationml/2006/ole">
              <mc:AlternateContent xmlns:mc="http://schemas.openxmlformats.org/markup-compatibility/2006">
                <mc:Choice xmlns:v="urn:schemas-microsoft-com:vml" Requires="v">
                  <p:oleObj spid="_x0000_s7" name="" r:id="rId13" imgW="1905000" imgH="393700" progId="Equation.DSMT4">
                    <p:embed/>
                  </p:oleObj>
                </mc:Choice>
                <mc:Fallback>
                  <p:oleObj name="" r:id="rId13" imgW="1905000" imgH="393700" progId="Equation.DSMT4">
                    <p:embed/>
                    <p:pic>
                      <p:nvPicPr>
                        <p:cNvPr id="0" name="Object 36"/>
                        <p:cNvPicPr/>
                        <p:nvPr/>
                      </p:nvPicPr>
                      <p:blipFill>
                        <a:blip r:embed="rId14"/>
                        <a:stretch>
                          <a:fillRect/>
                        </a:stretch>
                      </p:blipFill>
                      <p:spPr>
                        <a:xfrm>
                          <a:off x="4059" y="2478"/>
                          <a:ext cx="1051" cy="222"/>
                        </a:xfrm>
                        <a:prstGeom prst="rect">
                          <a:avLst/>
                        </a:prstGeom>
                        <a:noFill/>
                        <a:ln w="38100">
                          <a:noFill/>
                          <a:miter/>
                        </a:ln>
                      </p:spPr>
                    </p:pic>
                  </p:oleObj>
                </mc:Fallback>
              </mc:AlternateContent>
            </a:graphicData>
          </a:graphic>
        </p:graphicFrame>
        <p:sp>
          <p:nvSpPr>
            <p:cNvPr id="8228" name="Rectangle 37"/>
            <p:cNvSpPr/>
            <p:nvPr/>
          </p:nvSpPr>
          <p:spPr>
            <a:xfrm>
              <a:off x="612" y="2976"/>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二</a:t>
              </a:r>
              <a:endParaRPr lang="zh-CN" altLang="en-US" sz="2800" b="1" dirty="0">
                <a:latin typeface="Times New Roman" panose="02020603050405020304" pitchFamily="18" charset="0"/>
                <a:ea typeface="黑体" panose="02010609060101010101" pitchFamily="49" charset="-122"/>
              </a:endParaRPr>
            </a:p>
          </p:txBody>
        </p:sp>
        <p:sp>
          <p:nvSpPr>
            <p:cNvPr id="8229" name="Rectangle 38"/>
            <p:cNvSpPr/>
            <p:nvPr/>
          </p:nvSpPr>
          <p:spPr>
            <a:xfrm>
              <a:off x="1156" y="2976"/>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二</a:t>
              </a:r>
              <a:endParaRPr lang="zh-CN" altLang="en-US" sz="2800" b="1" dirty="0">
                <a:latin typeface="Times New Roman" panose="02020603050405020304" pitchFamily="18" charset="0"/>
                <a:ea typeface="黑体" panose="02010609060101010101" pitchFamily="49" charset="-122"/>
              </a:endParaRPr>
            </a:p>
          </p:txBody>
        </p:sp>
        <p:graphicFrame>
          <p:nvGraphicFramePr>
            <p:cNvPr id="8230" name="Object 39"/>
            <p:cNvGraphicFramePr>
              <a:graphicFrameLocks noChangeAspect="1"/>
            </p:cNvGraphicFramePr>
            <p:nvPr/>
          </p:nvGraphicFramePr>
          <p:xfrm>
            <a:off x="1882" y="2931"/>
            <a:ext cx="408" cy="453"/>
          </p:xfrm>
          <a:graphic>
            <a:graphicData uri="http://schemas.openxmlformats.org/presentationml/2006/ole">
              <mc:AlternateContent xmlns:mc="http://schemas.openxmlformats.org/markup-compatibility/2006">
                <mc:Choice xmlns:v="urn:schemas-microsoft-com:vml" Requires="v">
                  <p:oleObj spid="_x0000_s8" name="" r:id="rId15" imgW="863600" imgH="1016000" progId="Equation.DSMT4">
                    <p:embed/>
                  </p:oleObj>
                </mc:Choice>
                <mc:Fallback>
                  <p:oleObj name="" r:id="rId15" imgW="863600" imgH="1016000" progId="Equation.DSMT4">
                    <p:embed/>
                    <p:pic>
                      <p:nvPicPr>
                        <p:cNvPr id="0" name="Object 39"/>
                        <p:cNvPicPr/>
                        <p:nvPr/>
                      </p:nvPicPr>
                      <p:blipFill>
                        <a:blip r:embed="rId16"/>
                        <a:stretch>
                          <a:fillRect/>
                        </a:stretch>
                      </p:blipFill>
                      <p:spPr>
                        <a:xfrm>
                          <a:off x="1882" y="2931"/>
                          <a:ext cx="408" cy="453"/>
                        </a:xfrm>
                        <a:prstGeom prst="rect">
                          <a:avLst/>
                        </a:prstGeom>
                        <a:noFill/>
                        <a:ln w="38100">
                          <a:noFill/>
                          <a:miter/>
                        </a:ln>
                      </p:spPr>
                    </p:pic>
                  </p:oleObj>
                </mc:Fallback>
              </mc:AlternateContent>
            </a:graphicData>
          </a:graphic>
        </p:graphicFrame>
        <p:graphicFrame>
          <p:nvGraphicFramePr>
            <p:cNvPr id="8231" name="Object 40"/>
            <p:cNvGraphicFramePr>
              <a:graphicFrameLocks noChangeAspect="1"/>
            </p:cNvGraphicFramePr>
            <p:nvPr/>
          </p:nvGraphicFramePr>
          <p:xfrm>
            <a:off x="2835" y="2886"/>
            <a:ext cx="681" cy="477"/>
          </p:xfrm>
          <a:graphic>
            <a:graphicData uri="http://schemas.openxmlformats.org/presentationml/2006/ole">
              <mc:AlternateContent xmlns:mc="http://schemas.openxmlformats.org/markup-compatibility/2006">
                <mc:Choice xmlns:v="urn:schemas-microsoft-com:vml" Requires="v">
                  <p:oleObj spid="_x0000_s9" name="" r:id="rId17" imgW="584200" imgH="406400" progId="Equation.DSMT4">
                    <p:embed/>
                  </p:oleObj>
                </mc:Choice>
                <mc:Fallback>
                  <p:oleObj name="" r:id="rId17" imgW="584200" imgH="406400" progId="Equation.DSMT4">
                    <p:embed/>
                    <p:pic>
                      <p:nvPicPr>
                        <p:cNvPr id="0" name="Object 40"/>
                        <p:cNvPicPr/>
                        <p:nvPr/>
                      </p:nvPicPr>
                      <p:blipFill>
                        <a:blip r:embed="rId18"/>
                        <a:stretch>
                          <a:fillRect/>
                        </a:stretch>
                      </p:blipFill>
                      <p:spPr>
                        <a:xfrm>
                          <a:off x="2835" y="2886"/>
                          <a:ext cx="681" cy="477"/>
                        </a:xfrm>
                        <a:prstGeom prst="rect">
                          <a:avLst/>
                        </a:prstGeom>
                        <a:noFill/>
                        <a:ln w="38100">
                          <a:noFill/>
                          <a:miter/>
                        </a:ln>
                      </p:spPr>
                    </p:pic>
                  </p:oleObj>
                </mc:Fallback>
              </mc:AlternateContent>
            </a:graphicData>
          </a:graphic>
        </p:graphicFrame>
        <p:graphicFrame>
          <p:nvGraphicFramePr>
            <p:cNvPr id="8232" name="Object 41"/>
            <p:cNvGraphicFramePr>
              <a:graphicFrameLocks noChangeAspect="1"/>
            </p:cNvGraphicFramePr>
            <p:nvPr/>
          </p:nvGraphicFramePr>
          <p:xfrm>
            <a:off x="4059" y="3022"/>
            <a:ext cx="1051" cy="222"/>
          </p:xfrm>
          <a:graphic>
            <a:graphicData uri="http://schemas.openxmlformats.org/presentationml/2006/ole">
              <mc:AlternateContent xmlns:mc="http://schemas.openxmlformats.org/markup-compatibility/2006">
                <mc:Choice xmlns:v="urn:schemas-microsoft-com:vml" Requires="v">
                  <p:oleObj spid="_x0000_s10" name="" r:id="rId19" imgW="1905000" imgH="393700" progId="Equation.DSMT4">
                    <p:embed/>
                  </p:oleObj>
                </mc:Choice>
                <mc:Fallback>
                  <p:oleObj name="" r:id="rId19" imgW="1905000" imgH="393700" progId="Equation.DSMT4">
                    <p:embed/>
                    <p:pic>
                      <p:nvPicPr>
                        <p:cNvPr id="0" name="Object 41"/>
                        <p:cNvPicPr/>
                        <p:nvPr/>
                      </p:nvPicPr>
                      <p:blipFill>
                        <a:blip r:embed="rId20"/>
                        <a:stretch>
                          <a:fillRect/>
                        </a:stretch>
                      </p:blipFill>
                      <p:spPr>
                        <a:xfrm>
                          <a:off x="4059" y="3022"/>
                          <a:ext cx="1051" cy="222"/>
                        </a:xfrm>
                        <a:prstGeom prst="rect">
                          <a:avLst/>
                        </a:prstGeom>
                        <a:noFill/>
                        <a:ln w="38100">
                          <a:noFill/>
                          <a:miter/>
                        </a:ln>
                      </p:spPr>
                    </p:pic>
                  </p:oleObj>
                </mc:Fallback>
              </mc:AlternateContent>
            </a:graphicData>
          </a:graphic>
        </p:graphicFrame>
        <p:sp>
          <p:nvSpPr>
            <p:cNvPr id="8233" name="Rectangle 42"/>
            <p:cNvSpPr/>
            <p:nvPr/>
          </p:nvSpPr>
          <p:spPr>
            <a:xfrm>
              <a:off x="612" y="3475"/>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二</a:t>
              </a:r>
              <a:endParaRPr lang="zh-CN" altLang="en-US" sz="2800" b="1" dirty="0">
                <a:latin typeface="Times New Roman" panose="02020603050405020304" pitchFamily="18" charset="0"/>
                <a:ea typeface="黑体" panose="02010609060101010101" pitchFamily="49" charset="-122"/>
              </a:endParaRPr>
            </a:p>
          </p:txBody>
        </p:sp>
        <p:sp>
          <p:nvSpPr>
            <p:cNvPr id="8234" name="Rectangle 43"/>
            <p:cNvSpPr/>
            <p:nvPr/>
          </p:nvSpPr>
          <p:spPr>
            <a:xfrm>
              <a:off x="1156" y="3475"/>
              <a:ext cx="341" cy="327"/>
            </a:xfrm>
            <a:prstGeom prst="rect">
              <a:avLst/>
            </a:prstGeom>
            <a:noFill/>
            <a:ln w="25400">
              <a:noFill/>
            </a:ln>
          </p:spPr>
          <p:txBody>
            <a:bodyPr wrap="none" anchor="t" anchorCtr="0">
              <a:spAutoFit/>
            </a:bodyPr>
            <a:lstStyle/>
            <a:p>
              <a:pPr algn="ctr">
                <a:spcBef>
                  <a:spcPct val="20000"/>
                </a:spcBef>
              </a:pPr>
              <a:r>
                <a:rPr lang="zh-CN" altLang="en-US" sz="2800" b="1" dirty="0">
                  <a:latin typeface="Times New Roman" panose="02020603050405020304" pitchFamily="18" charset="0"/>
                  <a:ea typeface="黑体" panose="02010609060101010101" pitchFamily="49" charset="-122"/>
                </a:rPr>
                <a:t>一</a:t>
              </a:r>
              <a:endParaRPr lang="zh-CN" altLang="en-US" sz="2800" b="1" dirty="0">
                <a:latin typeface="Times New Roman" panose="02020603050405020304" pitchFamily="18" charset="0"/>
                <a:ea typeface="黑体" panose="02010609060101010101" pitchFamily="49" charset="-122"/>
              </a:endParaRPr>
            </a:p>
          </p:txBody>
        </p:sp>
        <p:graphicFrame>
          <p:nvGraphicFramePr>
            <p:cNvPr id="8235" name="Object 44"/>
            <p:cNvGraphicFramePr>
              <a:graphicFrameLocks noChangeAspect="1"/>
            </p:cNvGraphicFramePr>
            <p:nvPr/>
          </p:nvGraphicFramePr>
          <p:xfrm>
            <a:off x="1701" y="3385"/>
            <a:ext cx="797" cy="462"/>
          </p:xfrm>
          <a:graphic>
            <a:graphicData uri="http://schemas.openxmlformats.org/presentationml/2006/ole">
              <mc:AlternateContent xmlns:mc="http://schemas.openxmlformats.org/markup-compatibility/2006">
                <mc:Choice xmlns:v="urn:schemas-microsoft-com:vml" Requires="v">
                  <p:oleObj spid="_x0000_s11" name="" r:id="rId21" imgW="1854200" imgH="1079500" progId="Equation.DSMT4">
                    <p:embed/>
                  </p:oleObj>
                </mc:Choice>
                <mc:Fallback>
                  <p:oleObj name="" r:id="rId21" imgW="1854200" imgH="1079500" progId="Equation.DSMT4">
                    <p:embed/>
                    <p:pic>
                      <p:nvPicPr>
                        <p:cNvPr id="0" name="Object 44"/>
                        <p:cNvPicPr/>
                        <p:nvPr/>
                      </p:nvPicPr>
                      <p:blipFill>
                        <a:blip r:embed="rId22"/>
                        <a:stretch>
                          <a:fillRect/>
                        </a:stretch>
                      </p:blipFill>
                      <p:spPr>
                        <a:xfrm>
                          <a:off x="1701" y="3385"/>
                          <a:ext cx="797" cy="462"/>
                        </a:xfrm>
                        <a:prstGeom prst="rect">
                          <a:avLst/>
                        </a:prstGeom>
                        <a:noFill/>
                        <a:ln w="38100">
                          <a:noFill/>
                          <a:miter/>
                        </a:ln>
                      </p:spPr>
                    </p:pic>
                  </p:oleObj>
                </mc:Fallback>
              </mc:AlternateContent>
            </a:graphicData>
          </a:graphic>
        </p:graphicFrame>
        <p:graphicFrame>
          <p:nvGraphicFramePr>
            <p:cNvPr id="8236" name="Object 45"/>
            <p:cNvGraphicFramePr>
              <a:graphicFrameLocks noChangeAspect="1"/>
            </p:cNvGraphicFramePr>
            <p:nvPr/>
          </p:nvGraphicFramePr>
          <p:xfrm>
            <a:off x="2835" y="3430"/>
            <a:ext cx="907" cy="389"/>
          </p:xfrm>
          <a:graphic>
            <a:graphicData uri="http://schemas.openxmlformats.org/presentationml/2006/ole">
              <mc:AlternateContent xmlns:mc="http://schemas.openxmlformats.org/markup-compatibility/2006">
                <mc:Choice xmlns:v="urn:schemas-microsoft-com:vml" Requires="v">
                  <p:oleObj spid="_x0000_s12" name="" r:id="rId23" imgW="2209800" imgH="952500" progId="Equation.DSMT4">
                    <p:embed/>
                  </p:oleObj>
                </mc:Choice>
                <mc:Fallback>
                  <p:oleObj name="" r:id="rId23" imgW="2209800" imgH="952500" progId="Equation.DSMT4">
                    <p:embed/>
                    <p:pic>
                      <p:nvPicPr>
                        <p:cNvPr id="0" name="Object 45"/>
                        <p:cNvPicPr/>
                        <p:nvPr/>
                      </p:nvPicPr>
                      <p:blipFill>
                        <a:blip r:embed="rId24"/>
                        <a:stretch>
                          <a:fillRect/>
                        </a:stretch>
                      </p:blipFill>
                      <p:spPr>
                        <a:xfrm>
                          <a:off x="2835" y="3430"/>
                          <a:ext cx="907" cy="389"/>
                        </a:xfrm>
                        <a:prstGeom prst="rect">
                          <a:avLst/>
                        </a:prstGeom>
                        <a:noFill/>
                        <a:ln w="38100">
                          <a:noFill/>
                          <a:miter/>
                        </a:ln>
                      </p:spPr>
                    </p:pic>
                  </p:oleObj>
                </mc:Fallback>
              </mc:AlternateContent>
            </a:graphicData>
          </a:graphic>
        </p:graphicFrame>
        <p:graphicFrame>
          <p:nvGraphicFramePr>
            <p:cNvPr id="8237" name="Object 46"/>
            <p:cNvGraphicFramePr>
              <a:graphicFrameLocks noChangeAspect="1"/>
            </p:cNvGraphicFramePr>
            <p:nvPr/>
          </p:nvGraphicFramePr>
          <p:xfrm>
            <a:off x="4059" y="3566"/>
            <a:ext cx="1051" cy="222"/>
          </p:xfrm>
          <a:graphic>
            <a:graphicData uri="http://schemas.openxmlformats.org/presentationml/2006/ole">
              <mc:AlternateContent xmlns:mc="http://schemas.openxmlformats.org/markup-compatibility/2006">
                <mc:Choice xmlns:v="urn:schemas-microsoft-com:vml" Requires="v">
                  <p:oleObj spid="_x0000_s14" name="" r:id="rId25" imgW="1905000" imgH="393700" progId="Equation.DSMT4">
                    <p:embed/>
                  </p:oleObj>
                </mc:Choice>
                <mc:Fallback>
                  <p:oleObj name="" r:id="rId25" imgW="1905000" imgH="393700" progId="Equation.DSMT4">
                    <p:embed/>
                    <p:pic>
                      <p:nvPicPr>
                        <p:cNvPr id="0" name="Object 46"/>
                        <p:cNvPicPr/>
                        <p:nvPr/>
                      </p:nvPicPr>
                      <p:blipFill>
                        <a:blip r:embed="rId20"/>
                        <a:stretch>
                          <a:fillRect/>
                        </a:stretch>
                      </p:blipFill>
                      <p:spPr>
                        <a:xfrm>
                          <a:off x="4059" y="3566"/>
                          <a:ext cx="1051" cy="222"/>
                        </a:xfrm>
                        <a:prstGeom prst="rect">
                          <a:avLst/>
                        </a:prstGeom>
                        <a:noFill/>
                        <a:ln w="38100">
                          <a:noFill/>
                          <a:miter/>
                        </a:ln>
                      </p:spPr>
                    </p:pic>
                  </p:oleObj>
                </mc:Fallback>
              </mc:AlternateContent>
            </a:graphicData>
          </a:graphic>
        </p:graphicFrame>
        <p:graphicFrame>
          <p:nvGraphicFramePr>
            <p:cNvPr id="8238" name="Object 47"/>
            <p:cNvGraphicFramePr>
              <a:graphicFrameLocks noChangeAspect="1"/>
            </p:cNvGraphicFramePr>
            <p:nvPr/>
          </p:nvGraphicFramePr>
          <p:xfrm>
            <a:off x="521" y="1616"/>
            <a:ext cx="499" cy="198"/>
          </p:xfrm>
          <a:graphic>
            <a:graphicData uri="http://schemas.openxmlformats.org/presentationml/2006/ole">
              <mc:AlternateContent xmlns:mc="http://schemas.openxmlformats.org/markup-compatibility/2006">
                <mc:Choice xmlns:v="urn:schemas-microsoft-com:vml" Requires="v">
                  <p:oleObj spid="_x0000_s15" name="" r:id="rId26" imgW="799465" imgH="317500" progId="Equation.DSMT4">
                    <p:embed/>
                  </p:oleObj>
                </mc:Choice>
                <mc:Fallback>
                  <p:oleObj name="" r:id="rId26" imgW="799465" imgH="317500" progId="Equation.DSMT4">
                    <p:embed/>
                    <p:pic>
                      <p:nvPicPr>
                        <p:cNvPr id="0" name="Object 47"/>
                        <p:cNvPicPr/>
                        <p:nvPr/>
                      </p:nvPicPr>
                      <p:blipFill>
                        <a:blip r:embed="rId27"/>
                        <a:stretch>
                          <a:fillRect/>
                        </a:stretch>
                      </p:blipFill>
                      <p:spPr>
                        <a:xfrm>
                          <a:off x="521" y="1616"/>
                          <a:ext cx="499" cy="198"/>
                        </a:xfrm>
                        <a:prstGeom prst="rect">
                          <a:avLst/>
                        </a:prstGeom>
                        <a:noFill/>
                        <a:ln w="38100">
                          <a:noFill/>
                          <a:miter/>
                        </a:ln>
                      </p:spPr>
                    </p:pic>
                  </p:oleObj>
                </mc:Fallback>
              </mc:AlternateContent>
            </a:graphicData>
          </a:graphic>
        </p:graphicFrame>
        <p:graphicFrame>
          <p:nvGraphicFramePr>
            <p:cNvPr id="8239" name="Object 48"/>
            <p:cNvGraphicFramePr>
              <a:graphicFrameLocks noChangeAspect="1"/>
            </p:cNvGraphicFramePr>
            <p:nvPr/>
          </p:nvGraphicFramePr>
          <p:xfrm>
            <a:off x="1111" y="1616"/>
            <a:ext cx="472" cy="200"/>
          </p:xfrm>
          <a:graphic>
            <a:graphicData uri="http://schemas.openxmlformats.org/presentationml/2006/ole">
              <mc:AlternateContent xmlns:mc="http://schemas.openxmlformats.org/markup-compatibility/2006">
                <mc:Choice xmlns:v="urn:schemas-microsoft-com:vml" Requires="v">
                  <p:oleObj spid="_x0000_s16" name="" r:id="rId28" imgW="748665" imgH="317500" progId="Equation.DSMT4">
                    <p:embed/>
                  </p:oleObj>
                </mc:Choice>
                <mc:Fallback>
                  <p:oleObj name="" r:id="rId28" imgW="748665" imgH="317500" progId="Equation.DSMT4">
                    <p:embed/>
                    <p:pic>
                      <p:nvPicPr>
                        <p:cNvPr id="0" name="Object 48"/>
                        <p:cNvPicPr/>
                        <p:nvPr/>
                      </p:nvPicPr>
                      <p:blipFill>
                        <a:blip r:embed="rId29"/>
                        <a:stretch>
                          <a:fillRect/>
                        </a:stretch>
                      </p:blipFill>
                      <p:spPr>
                        <a:xfrm>
                          <a:off x="1111" y="1616"/>
                          <a:ext cx="472" cy="200"/>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0708"/>
                                        </p:tgtEl>
                                        <p:attrNameLst>
                                          <p:attrName>style.visibility</p:attrName>
                                        </p:attrNameLst>
                                      </p:cBhvr>
                                      <p:to>
                                        <p:strVal val="visible"/>
                                      </p:to>
                                    </p:set>
                                    <p:animEffect transition="in" filter="wipe(down)">
                                      <p:cBhvr>
                                        <p:cTn id="7" dur="500"/>
                                        <p:tgtEl>
                                          <p:spTgt spid="2007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0718"/>
                                        </p:tgtEl>
                                        <p:attrNameLst>
                                          <p:attrName>style.visibility</p:attrName>
                                        </p:attrNameLst>
                                      </p:cBhvr>
                                      <p:to>
                                        <p:strVal val="visible"/>
                                      </p:to>
                                    </p:set>
                                    <p:animEffect transition="in" filter="wipe(up)">
                                      <p:cBhvr>
                                        <p:cTn id="12" dur="500"/>
                                        <p:tgtEl>
                                          <p:spTgt spid="200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xml><?xml version="1.0" encoding="utf-8"?>
<p:tagLst xmlns:p="http://schemas.openxmlformats.org/presentationml/2006/main">
  <p:tag name="KSO_WM_TAG_VERSION" val="1.0"/>
  <p:tag name="KSO_WM_BEAUTIFY_FLAG" val="#wm#"/>
  <p:tag name="KSO_WM_COMBINE_RELATE_SLIDE_ID" val="custom925310_1"/>
  <p:tag name="KSO_WM_TEMPLATE_CATEGORY" val="custom"/>
  <p:tag name="KSO_WM_TEMPLATE_INDEX" val="20196579"/>
  <p:tag name="KSO_WM_TEMPLATE_SUBCATEGORY" val="0"/>
  <p:tag name="KSO_WM_TEMPLATE_THUMBS_INDEX" val="1"/>
</p:tagLst>
</file>

<file path=ppt/tags/tag71.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72.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7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PP_MARK_KEY" val="fa891ce3-655c-4d00-add9-2849e16b941a"/>
  <p:tag name="COMMONDATA" val="eyJoZGlkIjoiY2YyZjYwNzZkOTRlODhkYjczZjVjNjg3YTAxMjY4NDkifQ=="/>
</p:tagLst>
</file>

<file path=ppt/theme/theme1.xml><?xml version="1.0" encoding="utf-8"?>
<a:theme xmlns:a="http://schemas.openxmlformats.org/drawingml/2006/main" name="1_Office 主题​​">
  <a:themeElements>
    <a:clrScheme name="自定义 4">
      <a:dk1>
        <a:srgbClr val="000000"/>
      </a:dk1>
      <a:lt1>
        <a:srgbClr val="FFFFFF"/>
      </a:lt1>
      <a:dk2>
        <a:srgbClr val="364048"/>
      </a:dk2>
      <a:lt2>
        <a:srgbClr val="8F7046"/>
      </a:lt2>
      <a:accent1>
        <a:srgbClr val="8F7046"/>
      </a:accent1>
      <a:accent2>
        <a:srgbClr val="C8AF92"/>
      </a:accent2>
      <a:accent3>
        <a:srgbClr val="C6BCB2"/>
      </a:accent3>
      <a:accent4>
        <a:srgbClr val="D7C9BC"/>
      </a:accent4>
      <a:accent5>
        <a:srgbClr val="364148"/>
      </a:accent5>
      <a:accent6>
        <a:srgbClr val="907046"/>
      </a:accent6>
      <a:hlink>
        <a:srgbClr val="D7C9BC"/>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1173</Words>
  <Application>WPS 演示</Application>
  <PresentationFormat>宽屏</PresentationFormat>
  <Paragraphs>207</Paragraphs>
  <Slides>35</Slides>
  <Notes>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105</vt:i4>
      </vt:variant>
      <vt:variant>
        <vt:lpstr>幻灯片标题</vt:lpstr>
      </vt:variant>
      <vt:variant>
        <vt:i4>35</vt:i4>
      </vt:variant>
    </vt:vector>
  </HeadingPairs>
  <TitlesOfParts>
    <vt:vector size="155" baseType="lpstr">
      <vt:lpstr>Arial</vt:lpstr>
      <vt:lpstr>宋体</vt:lpstr>
      <vt:lpstr>Wingdings</vt:lpstr>
      <vt:lpstr>微软雅黑</vt:lpstr>
      <vt:lpstr>Times New Roman</vt:lpstr>
      <vt:lpstr>黑体</vt:lpstr>
      <vt:lpstr>华文中宋</vt:lpstr>
      <vt:lpstr>Tahoma</vt:lpstr>
      <vt:lpstr>楷体_GB2312</vt:lpstr>
      <vt:lpstr>Arial Unicode MS</vt:lpstr>
      <vt:lpstr>Calibri</vt:lpstr>
      <vt:lpstr>Symbol</vt:lpstr>
      <vt:lpstr>新宋体</vt:lpstr>
      <vt:lpstr>Cambria Math</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数学物理方法</vt:lpstr>
      <vt:lpstr>有界弦的自由振动</vt:lpstr>
      <vt:lpstr>PowerPoint 演示文稿</vt:lpstr>
      <vt:lpstr>PowerPoint 演示文稿</vt:lpstr>
      <vt:lpstr>PowerPoint 演示文稿</vt:lpstr>
      <vt:lpstr>分离变量法解题步骤(P101)：</vt:lpstr>
      <vt:lpstr>Fourier级数展开</vt:lpstr>
      <vt:lpstr>PowerPoint 演示文稿</vt:lpstr>
      <vt:lpstr>PowerPoint 演示文稿</vt:lpstr>
      <vt:lpstr>二.  三角级数系及其正交性：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Ning</cp:lastModifiedBy>
  <cp:revision>316</cp:revision>
  <dcterms:created xsi:type="dcterms:W3CDTF">2019-06-19T02:08:00Z</dcterms:created>
  <dcterms:modified xsi:type="dcterms:W3CDTF">2025-10-23T01:50:42Z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580D3E5CAD3349EBAC264BF2162B9535</vt:lpwstr>
  </property>
</Properties>
</file>